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5" r:id="rId4"/>
    <p:sldId id="266" r:id="rId5"/>
  </p:sldIdLst>
  <p:sldSz cx="13716000" cy="1047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EA62-FBA6-E97D-E961-D647D444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F2D74-E79B-3757-8B33-10A1F8E67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FEEC7-5D0E-C4CF-B44F-72397D965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5F332-83EF-0089-C945-FAE10839FA4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051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0BE3120-45AD-4CE0-97EC-EBB4D117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958167"/>
            <a:ext cx="10972800" cy="151341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EA2594C-814D-43CD-BAA0-17CD98E8C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5762625"/>
            <a:ext cx="9601200" cy="11641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4129EC5-D62C-480A-8267-4A941096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365625"/>
            <a:ext cx="10972800" cy="1746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95A99A-592D-4408-ABE4-9EE5B662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814917"/>
            <a:ext cx="12172950" cy="128058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1BC570C-C009-41F2-911B-19ADD442E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910417"/>
            <a:ext cx="12172950" cy="6519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1CE4C2B-27C3-4AFA-A8DF-3597AA04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814917"/>
            <a:ext cx="12172950" cy="128058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0A90DED-BF7D-4104-BB9C-A19E4F349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910417"/>
            <a:ext cx="5657850" cy="6519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9A827CA-5C2C-4F1B-975C-3726020CEB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86625" y="2910417"/>
            <a:ext cx="5657850" cy="6519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2B66F7A-1992-46EA-91CF-66791077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814917"/>
            <a:ext cx="12172950" cy="128058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832C609-14FD-43FC-9077-688587589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910417"/>
            <a:ext cx="5657850" cy="6519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4505" y="929672"/>
            <a:ext cx="12341342" cy="107819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4505" y="2277419"/>
            <a:ext cx="12341342" cy="727233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1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0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6.png"/><Relationship Id="rId26" Type="http://schemas.openxmlformats.org/officeDocument/2006/relationships/image" Target="../media/image33.png"/><Relationship Id="rId3" Type="http://schemas.openxmlformats.org/officeDocument/2006/relationships/image" Target="../media/image22.png"/><Relationship Id="rId21" Type="http://schemas.openxmlformats.org/officeDocument/2006/relationships/image" Target="../media/image30.emf"/><Relationship Id="rId34" Type="http://schemas.openxmlformats.org/officeDocument/2006/relationships/image" Target="../media/image14.png"/><Relationship Id="rId7" Type="http://schemas.openxmlformats.org/officeDocument/2006/relationships/image" Target="../media/image24.png"/><Relationship Id="rId12" Type="http://schemas.openxmlformats.org/officeDocument/2006/relationships/image" Target="../media/image7.png"/><Relationship Id="rId17" Type="http://schemas.openxmlformats.org/officeDocument/2006/relationships/image" Target="../media/image10.png"/><Relationship Id="rId25" Type="http://schemas.openxmlformats.org/officeDocument/2006/relationships/image" Target="../media/image32.png"/><Relationship Id="rId33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24" Type="http://schemas.openxmlformats.org/officeDocument/2006/relationships/image" Target="../media/image31.png"/><Relationship Id="rId32" Type="http://schemas.openxmlformats.org/officeDocument/2006/relationships/image" Target="../media/image36.emf"/><Relationship Id="rId5" Type="http://schemas.openxmlformats.org/officeDocument/2006/relationships/image" Target="../media/image5.png"/><Relationship Id="rId15" Type="http://schemas.openxmlformats.org/officeDocument/2006/relationships/image" Target="../media/image28.png"/><Relationship Id="rId23" Type="http://schemas.openxmlformats.org/officeDocument/2006/relationships/image" Target="../media/image8.png"/><Relationship Id="rId28" Type="http://schemas.openxmlformats.org/officeDocument/2006/relationships/image" Target="../media/image34.png"/><Relationship Id="rId10" Type="http://schemas.openxmlformats.org/officeDocument/2006/relationships/image" Target="../media/image2.png"/><Relationship Id="rId19" Type="http://schemas.openxmlformats.org/officeDocument/2006/relationships/image" Target="../media/image29.png"/><Relationship Id="rId31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14" Type="http://schemas.openxmlformats.org/officeDocument/2006/relationships/image" Target="../media/image27.png"/><Relationship Id="rId22" Type="http://schemas.openxmlformats.org/officeDocument/2006/relationships/image" Target="../media/image13.png"/><Relationship Id="rId27" Type="http://schemas.openxmlformats.org/officeDocument/2006/relationships/image" Target="../media/image15.png"/><Relationship Id="rId30" Type="http://schemas.openxmlformats.org/officeDocument/2006/relationships/image" Target="../media/image35.png"/><Relationship Id="rId8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6.png"/><Relationship Id="rId26" Type="http://schemas.openxmlformats.org/officeDocument/2006/relationships/image" Target="../media/image33.png"/><Relationship Id="rId3" Type="http://schemas.openxmlformats.org/officeDocument/2006/relationships/image" Target="../media/image22.png"/><Relationship Id="rId21" Type="http://schemas.openxmlformats.org/officeDocument/2006/relationships/image" Target="../media/image30.emf"/><Relationship Id="rId7" Type="http://schemas.openxmlformats.org/officeDocument/2006/relationships/image" Target="../media/image24.png"/><Relationship Id="rId12" Type="http://schemas.openxmlformats.org/officeDocument/2006/relationships/image" Target="../media/image7.png"/><Relationship Id="rId17" Type="http://schemas.openxmlformats.org/officeDocument/2006/relationships/image" Target="../media/image10.png"/><Relationship Id="rId25" Type="http://schemas.openxmlformats.org/officeDocument/2006/relationships/image" Target="../media/image32.png"/><Relationship Id="rId33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20" Type="http://schemas.openxmlformats.org/officeDocument/2006/relationships/image" Target="../media/image12.png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24" Type="http://schemas.openxmlformats.org/officeDocument/2006/relationships/image" Target="../media/image31.png"/><Relationship Id="rId32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28.png"/><Relationship Id="rId23" Type="http://schemas.openxmlformats.org/officeDocument/2006/relationships/image" Target="../media/image8.png"/><Relationship Id="rId28" Type="http://schemas.openxmlformats.org/officeDocument/2006/relationships/image" Target="../media/image34.png"/><Relationship Id="rId10" Type="http://schemas.openxmlformats.org/officeDocument/2006/relationships/image" Target="../media/image2.png"/><Relationship Id="rId19" Type="http://schemas.openxmlformats.org/officeDocument/2006/relationships/image" Target="../media/image29.png"/><Relationship Id="rId31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14" Type="http://schemas.openxmlformats.org/officeDocument/2006/relationships/image" Target="../media/image27.png"/><Relationship Id="rId22" Type="http://schemas.openxmlformats.org/officeDocument/2006/relationships/image" Target="../media/image13.png"/><Relationship Id="rId27" Type="http://schemas.openxmlformats.org/officeDocument/2006/relationships/image" Target="../media/image15.png"/><Relationship Id="rId30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图片 142">
            <a:extLst>
              <a:ext uri="{FF2B5EF4-FFF2-40B4-BE49-F238E27FC236}">
                <a16:creationId xmlns:a16="http://schemas.microsoft.com/office/drawing/2014/main" id="{6B790062-A359-4B5D-B237-D31BA1CF24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1" t="12221" r="2093" b="3401"/>
          <a:stretch/>
        </p:blipFill>
        <p:spPr>
          <a:xfrm>
            <a:off x="419100" y="3514725"/>
            <a:ext cx="12877800" cy="6438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6D6543-22B4-4C1C-ADA9-E55B33AAF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5518" y="7391400"/>
            <a:ext cx="1231715" cy="8191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D81ABE-9621-47C5-943D-B6E82FCBD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724775" y="7773964"/>
            <a:ext cx="590550" cy="5112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E4CD9A-E078-4613-A15E-86E8D1988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95450" y="6667500"/>
            <a:ext cx="742950" cy="4953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D3D364-CF80-4E98-A227-F735DD734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603081" y="8343900"/>
            <a:ext cx="1185863" cy="790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6084CA-F4BC-422E-A500-8692F0AF9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382250" y="5746192"/>
            <a:ext cx="819150" cy="499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69BD9C-4DB5-46DD-9B13-5FD04D83EA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709739" y="5491163"/>
            <a:ext cx="400050" cy="6000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9AEC73C-2DDC-436A-A13C-33087CE33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058522" y="7210425"/>
            <a:ext cx="407831" cy="6096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F5E03DC-FB8A-4A5D-B198-90F9773348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5410200" y="6362700"/>
            <a:ext cx="400050" cy="6000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8906A6-93E6-4285-B8F6-2145E27723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7601924" y="6924675"/>
            <a:ext cx="445728" cy="6667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3C4F051-909B-4913-9A98-DC25F70EF9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0572750" y="7259385"/>
            <a:ext cx="447675" cy="67360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0F0DF9-9421-493B-90A6-C015C7BEB7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1258550" y="5821783"/>
            <a:ext cx="409575" cy="56748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462E71A-1609-422D-BE67-AFD0415156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4629932" y="8362950"/>
            <a:ext cx="417536" cy="6286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AAB1632-51E7-4940-9FDC-1FB488FD3DD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8753678" y="8505825"/>
            <a:ext cx="399645" cy="6477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28A2115-0981-422C-BF85-B6BDCDBA85F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0490" t="9948" r="9441" b="15707"/>
          <a:stretch/>
        </p:blipFill>
        <p:spPr>
          <a:xfrm>
            <a:off x="2338388" y="2844027"/>
            <a:ext cx="2276475" cy="121443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DA74288-2480-4B9A-840E-C92A9FF7F3A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10526" t="9816" r="9357" b="15951"/>
          <a:stretch/>
        </p:blipFill>
        <p:spPr>
          <a:xfrm>
            <a:off x="5715000" y="3343275"/>
            <a:ext cx="2181225" cy="10287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F92D40F-5DAE-43A6-B26B-AA1A71F0021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9353550" y="2734725"/>
            <a:ext cx="2228850" cy="10647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261194C-2BC4-4D99-8C54-831D852E990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4229100" y="3486492"/>
            <a:ext cx="381000" cy="4565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E9BDCD8-D089-4E65-9294-CDF1DEBAC1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7705725" y="3896067"/>
            <a:ext cx="381000" cy="45651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DB5FA7E-62F2-473B-A92C-76850CBA2E7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11334750" y="3334092"/>
            <a:ext cx="381000" cy="456515"/>
          </a:xfrm>
          <a:prstGeom prst="rect">
            <a:avLst/>
          </a:prstGeom>
        </p:spPr>
      </p:pic>
      <p:sp>
        <p:nvSpPr>
          <p:cNvPr id="23" name="Diagram element 2">
            <a:extLst>
              <a:ext uri="{FF2B5EF4-FFF2-40B4-BE49-F238E27FC236}">
                <a16:creationId xmlns:a16="http://schemas.microsoft.com/office/drawing/2014/main" id="{C62EFD4A-1D9D-40AE-A978-CC66FBA63E7D}"/>
              </a:ext>
            </a:extLst>
          </p:cNvPr>
          <p:cNvSpPr>
            <a:spLocks noGrp="1"/>
          </p:cNvSpPr>
          <p:nvPr/>
        </p:nvSpPr>
        <p:spPr>
          <a:xfrm>
            <a:off x="6019800" y="3009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2</a:t>
            </a:r>
          </a:p>
        </p:txBody>
      </p:sp>
      <p:sp>
        <p:nvSpPr>
          <p:cNvPr id="24" name="Diagram element 3">
            <a:extLst>
              <a:ext uri="{FF2B5EF4-FFF2-40B4-BE49-F238E27FC236}">
                <a16:creationId xmlns:a16="http://schemas.microsoft.com/office/drawing/2014/main" id="{877D6C3D-B70B-46F9-8CF2-85DE21220542}"/>
              </a:ext>
            </a:extLst>
          </p:cNvPr>
          <p:cNvSpPr>
            <a:spLocks noGrp="1"/>
          </p:cNvSpPr>
          <p:nvPr/>
        </p:nvSpPr>
        <p:spPr>
          <a:xfrm>
            <a:off x="962025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3</a:t>
            </a:r>
          </a:p>
        </p:txBody>
      </p:sp>
      <p:sp>
        <p:nvSpPr>
          <p:cNvPr id="28" name="UAV horizontal trajectory">
            <a:extLst>
              <a:ext uri="{FF2B5EF4-FFF2-40B4-BE49-F238E27FC236}">
                <a16:creationId xmlns:a16="http://schemas.microsoft.com/office/drawing/2014/main" id="{A545E161-EDE9-4313-A299-C2933B968A6B}"/>
              </a:ext>
            </a:extLst>
          </p:cNvPr>
          <p:cNvSpPr>
            <a:spLocks noGrp="1"/>
          </p:cNvSpPr>
          <p:nvPr/>
        </p:nvSpPr>
        <p:spPr>
          <a:xfrm>
            <a:off x="1376363" y="3562349"/>
            <a:ext cx="904875" cy="523875"/>
          </a:xfrm>
          <a:custGeom>
            <a:avLst/>
            <a:gdLst/>
            <a:ahLst/>
            <a:cxnLst/>
            <a:rect l="0" t="0" r="0" b="0"/>
            <a:pathLst>
              <a:path w="904875" h="523875">
                <a:moveTo>
                  <a:pt x="19050" y="428625"/>
                </a:moveTo>
                <a:cubicBezTo>
                  <a:pt x="247650" y="419100"/>
                  <a:pt x="228600" y="95250"/>
                  <a:pt x="504825" y="114300"/>
                </a:cubicBezTo>
                <a:cubicBezTo>
                  <a:pt x="714375" y="142875"/>
                  <a:pt x="723900" y="276225"/>
                  <a:pt x="866775" y="266700"/>
                </a:cubicBezTo>
              </a:path>
            </a:pathLst>
          </a:custGeom>
          <a:noFill/>
          <a:ln w="30480">
            <a:solidFill>
              <a:srgbClr val="5E6671"/>
            </a:solidFill>
            <a:prstDash val="solid"/>
          </a:ln>
        </p:spPr>
      </p:sp>
      <p:sp>
        <p:nvSpPr>
          <p:cNvPr id="29" name="Diagram element 7">
            <a:extLst>
              <a:ext uri="{FF2B5EF4-FFF2-40B4-BE49-F238E27FC236}">
                <a16:creationId xmlns:a16="http://schemas.microsoft.com/office/drawing/2014/main" id="{694C053C-2DE0-4A1D-8BC1-DC7399D8D995}"/>
              </a:ext>
            </a:extLst>
          </p:cNvPr>
          <p:cNvSpPr>
            <a:spLocks noGrp="1"/>
          </p:cNvSpPr>
          <p:nvPr/>
        </p:nvSpPr>
        <p:spPr>
          <a:xfrm rot="5400000" flipV="1">
            <a:off x="1224371" y="3874675"/>
            <a:ext cx="142060" cy="219074"/>
          </a:xfrm>
          <a:prstGeom prst="triangle">
            <a:avLst/>
          </a:prstGeom>
          <a:solidFill>
            <a:srgbClr val="5E6671"/>
          </a:solidFill>
          <a:ln w="0">
            <a:noFill/>
            <a:prstDash val="solid"/>
          </a:ln>
        </p:spPr>
      </p:sp>
      <p:sp>
        <p:nvSpPr>
          <p:cNvPr id="30" name="UAV horizontal trajectory">
            <a:extLst>
              <a:ext uri="{FF2B5EF4-FFF2-40B4-BE49-F238E27FC236}">
                <a16:creationId xmlns:a16="http://schemas.microsoft.com/office/drawing/2014/main" id="{101FC42E-BFD8-4E17-A876-57DE814752CD}"/>
              </a:ext>
            </a:extLst>
          </p:cNvPr>
          <p:cNvSpPr>
            <a:spLocks noGrp="1"/>
          </p:cNvSpPr>
          <p:nvPr/>
        </p:nvSpPr>
        <p:spPr>
          <a:xfrm>
            <a:off x="5067300" y="3924300"/>
            <a:ext cx="904875" cy="523875"/>
          </a:xfrm>
          <a:custGeom>
            <a:avLst/>
            <a:gdLst/>
            <a:ahLst/>
            <a:cxnLst/>
            <a:rect l="0" t="0" r="0" b="0"/>
            <a:pathLst>
              <a:path w="904875" h="523875">
                <a:moveTo>
                  <a:pt x="19050" y="428625"/>
                </a:moveTo>
                <a:cubicBezTo>
                  <a:pt x="247650" y="419100"/>
                  <a:pt x="228600" y="95250"/>
                  <a:pt x="504825" y="114300"/>
                </a:cubicBezTo>
                <a:cubicBezTo>
                  <a:pt x="714375" y="142875"/>
                  <a:pt x="723900" y="276225"/>
                  <a:pt x="866775" y="266700"/>
                </a:cubicBezTo>
              </a:path>
            </a:pathLst>
          </a:custGeom>
          <a:noFill/>
          <a:ln w="30480">
            <a:solidFill>
              <a:srgbClr val="5E6671"/>
            </a:solidFill>
            <a:prstDash val="solid"/>
          </a:ln>
        </p:spPr>
      </p:sp>
      <p:sp>
        <p:nvSpPr>
          <p:cNvPr id="31" name="Diagram element 8">
            <a:extLst>
              <a:ext uri="{FF2B5EF4-FFF2-40B4-BE49-F238E27FC236}">
                <a16:creationId xmlns:a16="http://schemas.microsoft.com/office/drawing/2014/main" id="{85D991C9-A453-4F5C-A287-9918E6BDF265}"/>
              </a:ext>
            </a:extLst>
          </p:cNvPr>
          <p:cNvSpPr>
            <a:spLocks noGrp="1"/>
          </p:cNvSpPr>
          <p:nvPr/>
        </p:nvSpPr>
        <p:spPr>
          <a:xfrm rot="5400000">
            <a:off x="5876925" y="4133850"/>
            <a:ext cx="114300" cy="114300"/>
          </a:xfrm>
          <a:prstGeom prst="triangle">
            <a:avLst/>
          </a:prstGeom>
          <a:solidFill>
            <a:srgbClr val="5E6671"/>
          </a:solidFill>
          <a:ln w="0">
            <a:noFill/>
            <a:prstDash val="solid"/>
          </a:ln>
        </p:spPr>
      </p:sp>
      <p:sp>
        <p:nvSpPr>
          <p:cNvPr id="32" name="UAV horizontal trajectory">
            <a:extLst>
              <a:ext uri="{FF2B5EF4-FFF2-40B4-BE49-F238E27FC236}">
                <a16:creationId xmlns:a16="http://schemas.microsoft.com/office/drawing/2014/main" id="{5B3236EC-BB31-40EB-A4A7-6DC8E1793F2A}"/>
              </a:ext>
            </a:extLst>
          </p:cNvPr>
          <p:cNvSpPr>
            <a:spLocks noGrp="1"/>
          </p:cNvSpPr>
          <p:nvPr/>
        </p:nvSpPr>
        <p:spPr>
          <a:xfrm>
            <a:off x="11249025" y="3943350"/>
            <a:ext cx="904875" cy="523875"/>
          </a:xfrm>
          <a:custGeom>
            <a:avLst/>
            <a:gdLst/>
            <a:ahLst/>
            <a:cxnLst/>
            <a:rect l="0" t="0" r="0" b="0"/>
            <a:pathLst>
              <a:path w="904875" h="523875">
                <a:moveTo>
                  <a:pt x="885825" y="47625"/>
                </a:moveTo>
                <a:cubicBezTo>
                  <a:pt x="628650" y="57150"/>
                  <a:pt x="647700" y="400050"/>
                  <a:pt x="381000" y="390525"/>
                </a:cubicBezTo>
                <a:cubicBezTo>
                  <a:pt x="180975" y="381000"/>
                  <a:pt x="180975" y="257175"/>
                  <a:pt x="38100" y="257175"/>
                </a:cubicBezTo>
              </a:path>
            </a:pathLst>
          </a:custGeom>
          <a:noFill/>
          <a:ln w="30480">
            <a:solidFill>
              <a:srgbClr val="5E6671"/>
            </a:solidFill>
            <a:prstDash val="solid"/>
          </a:ln>
        </p:spPr>
      </p:sp>
      <p:sp>
        <p:nvSpPr>
          <p:cNvPr id="33" name="Diagram element 9">
            <a:extLst>
              <a:ext uri="{FF2B5EF4-FFF2-40B4-BE49-F238E27FC236}">
                <a16:creationId xmlns:a16="http://schemas.microsoft.com/office/drawing/2014/main" id="{804D41BE-2CA9-4A2A-B334-A65D97F1C496}"/>
              </a:ext>
            </a:extLst>
          </p:cNvPr>
          <p:cNvSpPr>
            <a:spLocks noGrp="1"/>
          </p:cNvSpPr>
          <p:nvPr/>
        </p:nvSpPr>
        <p:spPr>
          <a:xfrm rot="16200000">
            <a:off x="11229975" y="4143375"/>
            <a:ext cx="114300" cy="114300"/>
          </a:xfrm>
          <a:prstGeom prst="triangle">
            <a:avLst/>
          </a:prstGeom>
          <a:solidFill>
            <a:srgbClr val="5E6671"/>
          </a:solidFill>
          <a:ln w="0">
            <a:noFill/>
            <a:prstDash val="solid"/>
          </a:ln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2E038E9-5E73-4C68-9856-319C4C4D83D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9732252" y="381000"/>
            <a:ext cx="3176420" cy="138112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4DF5643-2EBC-428A-9097-C8E90DCF167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12620625" y="1553861"/>
            <a:ext cx="371475" cy="445102"/>
          </a:xfrm>
          <a:prstGeom prst="rect">
            <a:avLst/>
          </a:prstGeom>
        </p:spPr>
      </p:pic>
      <p:sp>
        <p:nvSpPr>
          <p:cNvPr id="37" name="Diagram element 11">
            <a:extLst>
              <a:ext uri="{FF2B5EF4-FFF2-40B4-BE49-F238E27FC236}">
                <a16:creationId xmlns:a16="http://schemas.microsoft.com/office/drawing/2014/main" id="{5F698C67-A445-46B9-8775-A484CA2F50F3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600 km altitude</a:t>
            </a:r>
          </a:p>
        </p:txBody>
      </p:sp>
      <p:sp>
        <p:nvSpPr>
          <p:cNvPr id="38" name="Diagram element 12">
            <a:extLst>
              <a:ext uri="{FF2B5EF4-FFF2-40B4-BE49-F238E27FC236}">
                <a16:creationId xmlns:a16="http://schemas.microsoft.com/office/drawing/2014/main" id="{2AEB37B1-8F02-47E9-A607-8AA314632D8A}"/>
              </a:ext>
            </a:extLst>
          </p:cNvPr>
          <p:cNvSpPr>
            <a:spLocks noGrp="1"/>
          </p:cNvSpPr>
          <p:nvPr/>
        </p:nvSpPr>
        <p:spPr>
          <a:xfrm>
            <a:off x="9344025" y="2095500"/>
            <a:ext cx="3095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100 MHz shared, 50 GHz</a:t>
            </a:r>
          </a:p>
        </p:txBody>
      </p:sp>
      <p:sp>
        <p:nvSpPr>
          <p:cNvPr id="39" name="Diagram element 13">
            <a:extLst>
              <a:ext uri="{FF2B5EF4-FFF2-40B4-BE49-F238E27FC236}">
                <a16:creationId xmlns:a16="http://schemas.microsoft.com/office/drawing/2014/main" id="{640C2EBA-E60D-4854-B5F5-9501FC96DFE7}"/>
              </a:ext>
            </a:extLst>
          </p:cNvPr>
          <p:cNvSpPr>
            <a:spLocks noGrp="1"/>
          </p:cNvSpPr>
          <p:nvPr/>
        </p:nvSpPr>
        <p:spPr>
          <a:xfrm>
            <a:off x="2947988" y="6319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0" name="Diagram element 14">
            <a:extLst>
              <a:ext uri="{FF2B5EF4-FFF2-40B4-BE49-F238E27FC236}">
                <a16:creationId xmlns:a16="http://schemas.microsoft.com/office/drawing/2014/main" id="{791197C3-1528-45B4-B9FC-1A08E69DCCC7}"/>
              </a:ext>
            </a:extLst>
          </p:cNvPr>
          <p:cNvSpPr>
            <a:spLocks noGrp="1"/>
          </p:cNvSpPr>
          <p:nvPr/>
        </p:nvSpPr>
        <p:spPr>
          <a:xfrm>
            <a:off x="3109913" y="38338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" name="UD 1 offloads directly to UAV 1">
            <a:extLst>
              <a:ext uri="{FF2B5EF4-FFF2-40B4-BE49-F238E27FC236}">
                <a16:creationId xmlns:a16="http://schemas.microsoft.com/office/drawing/2014/main" id="{35B79296-6906-484C-8D28-8EF67F11C87A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2952751" y="3843338"/>
            <a:ext cx="161925" cy="2476500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2" name="Diagram element 15">
            <a:extLst>
              <a:ext uri="{FF2B5EF4-FFF2-40B4-BE49-F238E27FC236}">
                <a16:creationId xmlns:a16="http://schemas.microsoft.com/office/drawing/2014/main" id="{959AFB88-B849-4C74-A9D7-5F430EF118C1}"/>
              </a:ext>
            </a:extLst>
          </p:cNvPr>
          <p:cNvSpPr>
            <a:spLocks noGrp="1"/>
          </p:cNvSpPr>
          <p:nvPr/>
        </p:nvSpPr>
        <p:spPr>
          <a:xfrm>
            <a:off x="4367213" y="74723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3" name="Diagram element 16">
            <a:extLst>
              <a:ext uri="{FF2B5EF4-FFF2-40B4-BE49-F238E27FC236}">
                <a16:creationId xmlns:a16="http://schemas.microsoft.com/office/drawing/2014/main" id="{70BDAFF4-4885-4EE9-A663-65500CC727AE}"/>
              </a:ext>
            </a:extLst>
          </p:cNvPr>
          <p:cNvSpPr>
            <a:spLocks noGrp="1"/>
          </p:cNvSpPr>
          <p:nvPr/>
        </p:nvSpPr>
        <p:spPr>
          <a:xfrm>
            <a:off x="3538538" y="3881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4" name="UD 2 offloads directly to UAV 1">
            <a:extLst>
              <a:ext uri="{FF2B5EF4-FFF2-40B4-BE49-F238E27FC236}">
                <a16:creationId xmlns:a16="http://schemas.microsoft.com/office/drawing/2014/main" id="{EDD22170-D5B3-4303-A0D5-452AAF992434}"/>
              </a:ext>
            </a:extLst>
          </p:cNvPr>
          <p:cNvCxnSpPr>
            <a:stCxn id="42" idx="0"/>
            <a:endCxn id="43" idx="2"/>
          </p:cNvCxnSpPr>
          <p:nvPr/>
        </p:nvCxnSpPr>
        <p:spPr>
          <a:xfrm flipH="1" flipV="1">
            <a:off x="3543301" y="3890963"/>
            <a:ext cx="828675" cy="3581400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5" name="Diagram element 17">
            <a:extLst>
              <a:ext uri="{FF2B5EF4-FFF2-40B4-BE49-F238E27FC236}">
                <a16:creationId xmlns:a16="http://schemas.microsoft.com/office/drawing/2014/main" id="{8885D330-84C6-446D-9D39-A93B3AAA9C18}"/>
              </a:ext>
            </a:extLst>
          </p:cNvPr>
          <p:cNvSpPr>
            <a:spLocks noGrp="1"/>
          </p:cNvSpPr>
          <p:nvPr/>
        </p:nvSpPr>
        <p:spPr>
          <a:xfrm>
            <a:off x="5795963" y="6491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" name="Diagram element 18">
            <a:extLst>
              <a:ext uri="{FF2B5EF4-FFF2-40B4-BE49-F238E27FC236}">
                <a16:creationId xmlns:a16="http://schemas.microsoft.com/office/drawing/2014/main" id="{5A600AAC-DF0D-4237-84C1-05A7B4AE0682}"/>
              </a:ext>
            </a:extLst>
          </p:cNvPr>
          <p:cNvSpPr>
            <a:spLocks noGrp="1"/>
          </p:cNvSpPr>
          <p:nvPr/>
        </p:nvSpPr>
        <p:spPr>
          <a:xfrm>
            <a:off x="6605588" y="4243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7" name="UD 3 offloads directly to UAV 2">
            <a:extLst>
              <a:ext uri="{FF2B5EF4-FFF2-40B4-BE49-F238E27FC236}">
                <a16:creationId xmlns:a16="http://schemas.microsoft.com/office/drawing/2014/main" id="{33A93F0E-0330-40C4-8C0E-0285741392AF}"/>
              </a:ext>
            </a:extLst>
          </p:cNvPr>
          <p:cNvCxnSpPr>
            <a:stCxn id="45" idx="0"/>
            <a:endCxn id="46" idx="2"/>
          </p:cNvCxnSpPr>
          <p:nvPr/>
        </p:nvCxnSpPr>
        <p:spPr>
          <a:xfrm flipV="1">
            <a:off x="5800726" y="4252913"/>
            <a:ext cx="809625" cy="2238375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8" name="Diagram element 19">
            <a:extLst>
              <a:ext uri="{FF2B5EF4-FFF2-40B4-BE49-F238E27FC236}">
                <a16:creationId xmlns:a16="http://schemas.microsoft.com/office/drawing/2014/main" id="{D7753356-E011-4888-B92D-AC91070331C5}"/>
              </a:ext>
            </a:extLst>
          </p:cNvPr>
          <p:cNvSpPr>
            <a:spLocks noGrp="1"/>
          </p:cNvSpPr>
          <p:nvPr/>
        </p:nvSpPr>
        <p:spPr>
          <a:xfrm>
            <a:off x="7996238" y="72437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9" name="Diagram element 20">
            <a:extLst>
              <a:ext uri="{FF2B5EF4-FFF2-40B4-BE49-F238E27FC236}">
                <a16:creationId xmlns:a16="http://schemas.microsoft.com/office/drawing/2014/main" id="{71B64A35-2A03-47E8-A675-8D49DBFFBE80}"/>
              </a:ext>
            </a:extLst>
          </p:cNvPr>
          <p:cNvSpPr>
            <a:spLocks noGrp="1"/>
          </p:cNvSpPr>
          <p:nvPr/>
        </p:nvSpPr>
        <p:spPr>
          <a:xfrm>
            <a:off x="7186613" y="42338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0" name="UD 4 offloads directly to UAV 2">
            <a:extLst>
              <a:ext uri="{FF2B5EF4-FFF2-40B4-BE49-F238E27FC236}">
                <a16:creationId xmlns:a16="http://schemas.microsoft.com/office/drawing/2014/main" id="{1EA5B41A-2F51-4EEF-ADB4-BC39853C445C}"/>
              </a:ext>
            </a:extLst>
          </p:cNvPr>
          <p:cNvCxnSpPr>
            <a:stCxn id="48" idx="0"/>
            <a:endCxn id="49" idx="2"/>
          </p:cNvCxnSpPr>
          <p:nvPr/>
        </p:nvCxnSpPr>
        <p:spPr>
          <a:xfrm flipH="1" flipV="1">
            <a:off x="7191376" y="4243388"/>
            <a:ext cx="809625" cy="3000375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51" name="Diagram element 21">
            <a:extLst>
              <a:ext uri="{FF2B5EF4-FFF2-40B4-BE49-F238E27FC236}">
                <a16:creationId xmlns:a16="http://schemas.microsoft.com/office/drawing/2014/main" id="{62BF3E05-0B7B-4B9C-8A00-68035FD20D43}"/>
              </a:ext>
            </a:extLst>
          </p:cNvPr>
          <p:cNvSpPr>
            <a:spLocks noGrp="1"/>
          </p:cNvSpPr>
          <p:nvPr/>
        </p:nvSpPr>
        <p:spPr>
          <a:xfrm>
            <a:off x="10939463" y="74533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" name="Diagram element 22">
            <a:extLst>
              <a:ext uri="{FF2B5EF4-FFF2-40B4-BE49-F238E27FC236}">
                <a16:creationId xmlns:a16="http://schemas.microsoft.com/office/drawing/2014/main" id="{827B0027-419A-4B39-878E-DE9C9999E759}"/>
              </a:ext>
            </a:extLst>
          </p:cNvPr>
          <p:cNvSpPr>
            <a:spLocks noGrp="1"/>
          </p:cNvSpPr>
          <p:nvPr/>
        </p:nvSpPr>
        <p:spPr>
          <a:xfrm>
            <a:off x="10529888" y="37004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3" name="UD 5 offloads directly to UAV 3">
            <a:extLst>
              <a:ext uri="{FF2B5EF4-FFF2-40B4-BE49-F238E27FC236}">
                <a16:creationId xmlns:a16="http://schemas.microsoft.com/office/drawing/2014/main" id="{09E86511-FB3D-447E-AA3A-E84FAD912419}"/>
              </a:ext>
            </a:extLst>
          </p:cNvPr>
          <p:cNvCxnSpPr>
            <a:stCxn id="51" idx="0"/>
            <a:endCxn id="52" idx="2"/>
          </p:cNvCxnSpPr>
          <p:nvPr/>
        </p:nvCxnSpPr>
        <p:spPr>
          <a:xfrm flipH="1" flipV="1">
            <a:off x="10534651" y="3709988"/>
            <a:ext cx="409575" cy="3743325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54" name="Diagram element 23">
            <a:extLst>
              <a:ext uri="{FF2B5EF4-FFF2-40B4-BE49-F238E27FC236}">
                <a16:creationId xmlns:a16="http://schemas.microsoft.com/office/drawing/2014/main" id="{4E31446B-588A-43B6-9248-7C6BC9A8B1D7}"/>
              </a:ext>
            </a:extLst>
          </p:cNvPr>
          <p:cNvSpPr>
            <a:spLocks noGrp="1"/>
          </p:cNvSpPr>
          <p:nvPr/>
        </p:nvSpPr>
        <p:spPr>
          <a:xfrm>
            <a:off x="11977688" y="6157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5" name="Diagram element 24">
            <a:extLst>
              <a:ext uri="{FF2B5EF4-FFF2-40B4-BE49-F238E27FC236}">
                <a16:creationId xmlns:a16="http://schemas.microsoft.com/office/drawing/2014/main" id="{9261A167-DC75-4EDC-949E-52EAE928AE28}"/>
              </a:ext>
            </a:extLst>
          </p:cNvPr>
          <p:cNvSpPr>
            <a:spLocks noGrp="1"/>
          </p:cNvSpPr>
          <p:nvPr/>
        </p:nvSpPr>
        <p:spPr>
          <a:xfrm>
            <a:off x="13139738" y="5424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6" name="Direct UD 6 to LEO path, segment 1">
            <a:extLst>
              <a:ext uri="{FF2B5EF4-FFF2-40B4-BE49-F238E27FC236}">
                <a16:creationId xmlns:a16="http://schemas.microsoft.com/office/drawing/2014/main" id="{2165D4B5-7300-4B00-AA67-15CA5ADB71A3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 flipV="1">
            <a:off x="11987213" y="5429251"/>
            <a:ext cx="1152525" cy="733425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</a:ln>
        </p:spPr>
      </p:cxnSp>
      <p:sp>
        <p:nvSpPr>
          <p:cNvPr id="57" name="Diagram element 25">
            <a:extLst>
              <a:ext uri="{FF2B5EF4-FFF2-40B4-BE49-F238E27FC236}">
                <a16:creationId xmlns:a16="http://schemas.microsoft.com/office/drawing/2014/main" id="{5CEC2A0A-8435-42C2-81E3-D413C8866556}"/>
              </a:ext>
            </a:extLst>
          </p:cNvPr>
          <p:cNvSpPr>
            <a:spLocks noGrp="1"/>
          </p:cNvSpPr>
          <p:nvPr/>
        </p:nvSpPr>
        <p:spPr>
          <a:xfrm>
            <a:off x="13139738" y="5424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Diagram element 26">
            <a:extLst>
              <a:ext uri="{FF2B5EF4-FFF2-40B4-BE49-F238E27FC236}">
                <a16:creationId xmlns:a16="http://schemas.microsoft.com/office/drawing/2014/main" id="{4DA27BE9-DF92-4D08-892F-A10454C95C47}"/>
              </a:ext>
            </a:extLst>
          </p:cNvPr>
          <p:cNvSpPr>
            <a:spLocks noGrp="1"/>
          </p:cNvSpPr>
          <p:nvPr/>
        </p:nvSpPr>
        <p:spPr>
          <a:xfrm>
            <a:off x="13139738" y="1957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9" name="Direct UD 6 to LEO path, segment 2">
            <a:extLst>
              <a:ext uri="{FF2B5EF4-FFF2-40B4-BE49-F238E27FC236}">
                <a16:creationId xmlns:a16="http://schemas.microsoft.com/office/drawing/2014/main" id="{D1FD5637-63D8-4BDD-AEE6-6B7F502BECB3}"/>
              </a:ext>
            </a:extLst>
          </p:cNvPr>
          <p:cNvCxnSpPr>
            <a:stCxn id="57" idx="0"/>
            <a:endCxn id="58" idx="2"/>
          </p:cNvCxnSpPr>
          <p:nvPr/>
        </p:nvCxnSpPr>
        <p:spPr>
          <a:xfrm flipV="1">
            <a:off x="13144501" y="1966913"/>
            <a:ext cx="0" cy="3457575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</a:ln>
        </p:spPr>
      </p:cxnSp>
      <p:sp>
        <p:nvSpPr>
          <p:cNvPr id="60" name="Diagram element 27">
            <a:extLst>
              <a:ext uri="{FF2B5EF4-FFF2-40B4-BE49-F238E27FC236}">
                <a16:creationId xmlns:a16="http://schemas.microsoft.com/office/drawing/2014/main" id="{1231E232-4411-421C-8275-C9FD62CD41D7}"/>
              </a:ext>
            </a:extLst>
          </p:cNvPr>
          <p:cNvSpPr>
            <a:spLocks noGrp="1"/>
          </p:cNvSpPr>
          <p:nvPr/>
        </p:nvSpPr>
        <p:spPr>
          <a:xfrm>
            <a:off x="13139738" y="1957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1" name="Diagram element 28">
            <a:extLst>
              <a:ext uri="{FF2B5EF4-FFF2-40B4-BE49-F238E27FC236}">
                <a16:creationId xmlns:a16="http://schemas.microsoft.com/office/drawing/2014/main" id="{F320243A-F978-4FFA-AA6C-1119642EFE40}"/>
              </a:ext>
            </a:extLst>
          </p:cNvPr>
          <p:cNvSpPr>
            <a:spLocks noGrp="1"/>
          </p:cNvSpPr>
          <p:nvPr/>
        </p:nvSpPr>
        <p:spPr>
          <a:xfrm>
            <a:off x="12587288" y="1557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2" name="UD 6 offloads directly to LEO without UAV forwarding">
            <a:extLst>
              <a:ext uri="{FF2B5EF4-FFF2-40B4-BE49-F238E27FC236}">
                <a16:creationId xmlns:a16="http://schemas.microsoft.com/office/drawing/2014/main" id="{C4BEF401-4137-4806-B4F3-570DF108559E}"/>
              </a:ext>
            </a:extLst>
          </p:cNvPr>
          <p:cNvCxnSpPr>
            <a:stCxn id="60" idx="1"/>
            <a:endCxn id="61" idx="3"/>
          </p:cNvCxnSpPr>
          <p:nvPr/>
        </p:nvCxnSpPr>
        <p:spPr>
          <a:xfrm flipH="1" flipV="1">
            <a:off x="12596813" y="1562101"/>
            <a:ext cx="542925" cy="400050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65" name="Mobile UD 1">
            <a:extLst>
              <a:ext uri="{FF2B5EF4-FFF2-40B4-BE49-F238E27FC236}">
                <a16:creationId xmlns:a16="http://schemas.microsoft.com/office/drawing/2014/main" id="{158EE13D-2BDE-4142-A2D5-4401E1231AC5}"/>
              </a:ext>
            </a:extLst>
          </p:cNvPr>
          <p:cNvSpPr>
            <a:spLocks noGrp="1"/>
          </p:cNvSpPr>
          <p:nvPr/>
        </p:nvSpPr>
        <p:spPr>
          <a:xfrm>
            <a:off x="2857500" y="616267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66" name="Diagram element 31">
            <a:extLst>
              <a:ext uri="{FF2B5EF4-FFF2-40B4-BE49-F238E27FC236}">
                <a16:creationId xmlns:a16="http://schemas.microsoft.com/office/drawing/2014/main" id="{F8412639-6066-4DF7-873A-B18E466C432C}"/>
              </a:ext>
            </a:extLst>
          </p:cNvPr>
          <p:cNvSpPr>
            <a:spLocks noGrp="1"/>
          </p:cNvSpPr>
          <p:nvPr/>
        </p:nvSpPr>
        <p:spPr>
          <a:xfrm>
            <a:off x="2890838" y="620553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67" name="Diagram element 32">
            <a:extLst>
              <a:ext uri="{FF2B5EF4-FFF2-40B4-BE49-F238E27FC236}">
                <a16:creationId xmlns:a16="http://schemas.microsoft.com/office/drawing/2014/main" id="{509B5237-7DA1-4F47-80A2-FE38F272A18C}"/>
              </a:ext>
            </a:extLst>
          </p:cNvPr>
          <p:cNvSpPr>
            <a:spLocks noGrp="1"/>
          </p:cNvSpPr>
          <p:nvPr/>
        </p:nvSpPr>
        <p:spPr>
          <a:xfrm>
            <a:off x="2938463" y="643128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Mobile UD 2">
            <a:extLst>
              <a:ext uri="{FF2B5EF4-FFF2-40B4-BE49-F238E27FC236}">
                <a16:creationId xmlns:a16="http://schemas.microsoft.com/office/drawing/2014/main" id="{6E4E0F03-4C35-45F6-8C54-603165CC6A9A}"/>
              </a:ext>
            </a:extLst>
          </p:cNvPr>
          <p:cNvSpPr>
            <a:spLocks noGrp="1"/>
          </p:cNvSpPr>
          <p:nvPr/>
        </p:nvSpPr>
        <p:spPr>
          <a:xfrm>
            <a:off x="4276725" y="731520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70" name="Diagram element 34">
            <a:extLst>
              <a:ext uri="{FF2B5EF4-FFF2-40B4-BE49-F238E27FC236}">
                <a16:creationId xmlns:a16="http://schemas.microsoft.com/office/drawing/2014/main" id="{2000285C-C145-4EEC-A61C-5F572347FA75}"/>
              </a:ext>
            </a:extLst>
          </p:cNvPr>
          <p:cNvSpPr>
            <a:spLocks noGrp="1"/>
          </p:cNvSpPr>
          <p:nvPr/>
        </p:nvSpPr>
        <p:spPr>
          <a:xfrm>
            <a:off x="4310063" y="735806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71" name="Diagram element 35">
            <a:extLst>
              <a:ext uri="{FF2B5EF4-FFF2-40B4-BE49-F238E27FC236}">
                <a16:creationId xmlns:a16="http://schemas.microsoft.com/office/drawing/2014/main" id="{744642F2-C1E7-493D-9703-62C396511F31}"/>
              </a:ext>
            </a:extLst>
          </p:cNvPr>
          <p:cNvSpPr>
            <a:spLocks noGrp="1"/>
          </p:cNvSpPr>
          <p:nvPr/>
        </p:nvSpPr>
        <p:spPr>
          <a:xfrm>
            <a:off x="4357688" y="758380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3" name="Mobile UD 3">
            <a:extLst>
              <a:ext uri="{FF2B5EF4-FFF2-40B4-BE49-F238E27FC236}">
                <a16:creationId xmlns:a16="http://schemas.microsoft.com/office/drawing/2014/main" id="{92251421-8ABD-41F0-8C7A-2527ADD12964}"/>
              </a:ext>
            </a:extLst>
          </p:cNvPr>
          <p:cNvSpPr>
            <a:spLocks noGrp="1"/>
          </p:cNvSpPr>
          <p:nvPr/>
        </p:nvSpPr>
        <p:spPr>
          <a:xfrm>
            <a:off x="5705475" y="633412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74" name="Diagram element 37">
            <a:extLst>
              <a:ext uri="{FF2B5EF4-FFF2-40B4-BE49-F238E27FC236}">
                <a16:creationId xmlns:a16="http://schemas.microsoft.com/office/drawing/2014/main" id="{FA5D2953-DD49-4371-9A6A-2DAC9DA48D50}"/>
              </a:ext>
            </a:extLst>
          </p:cNvPr>
          <p:cNvSpPr>
            <a:spLocks noGrp="1"/>
          </p:cNvSpPr>
          <p:nvPr/>
        </p:nvSpPr>
        <p:spPr>
          <a:xfrm>
            <a:off x="5738813" y="637698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75" name="Diagram element 38">
            <a:extLst>
              <a:ext uri="{FF2B5EF4-FFF2-40B4-BE49-F238E27FC236}">
                <a16:creationId xmlns:a16="http://schemas.microsoft.com/office/drawing/2014/main" id="{E168AE7D-80A7-4623-A06E-D6BEDC192F46}"/>
              </a:ext>
            </a:extLst>
          </p:cNvPr>
          <p:cNvSpPr>
            <a:spLocks noGrp="1"/>
          </p:cNvSpPr>
          <p:nvPr/>
        </p:nvSpPr>
        <p:spPr>
          <a:xfrm>
            <a:off x="5786438" y="660273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Mobile UD 4">
            <a:extLst>
              <a:ext uri="{FF2B5EF4-FFF2-40B4-BE49-F238E27FC236}">
                <a16:creationId xmlns:a16="http://schemas.microsoft.com/office/drawing/2014/main" id="{A5E1ACEB-ED14-4D9B-8587-7CC9297FD915}"/>
              </a:ext>
            </a:extLst>
          </p:cNvPr>
          <p:cNvSpPr>
            <a:spLocks noGrp="1"/>
          </p:cNvSpPr>
          <p:nvPr/>
        </p:nvSpPr>
        <p:spPr>
          <a:xfrm>
            <a:off x="7905750" y="708660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78" name="Diagram element 40">
            <a:extLst>
              <a:ext uri="{FF2B5EF4-FFF2-40B4-BE49-F238E27FC236}">
                <a16:creationId xmlns:a16="http://schemas.microsoft.com/office/drawing/2014/main" id="{D1E46369-1A1A-4A57-A965-A554EC00CE3C}"/>
              </a:ext>
            </a:extLst>
          </p:cNvPr>
          <p:cNvSpPr>
            <a:spLocks noGrp="1"/>
          </p:cNvSpPr>
          <p:nvPr/>
        </p:nvSpPr>
        <p:spPr>
          <a:xfrm>
            <a:off x="7939088" y="712946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79" name="Diagram element 41">
            <a:extLst>
              <a:ext uri="{FF2B5EF4-FFF2-40B4-BE49-F238E27FC236}">
                <a16:creationId xmlns:a16="http://schemas.microsoft.com/office/drawing/2014/main" id="{942E0D40-609C-4D14-A710-E80706F15396}"/>
              </a:ext>
            </a:extLst>
          </p:cNvPr>
          <p:cNvSpPr>
            <a:spLocks noGrp="1"/>
          </p:cNvSpPr>
          <p:nvPr/>
        </p:nvSpPr>
        <p:spPr>
          <a:xfrm>
            <a:off x="7986713" y="735520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1" name="Mobile UD 5">
            <a:extLst>
              <a:ext uri="{FF2B5EF4-FFF2-40B4-BE49-F238E27FC236}">
                <a16:creationId xmlns:a16="http://schemas.microsoft.com/office/drawing/2014/main" id="{4D58E266-7ABE-4933-85F9-90DB9BCD15BF}"/>
              </a:ext>
            </a:extLst>
          </p:cNvPr>
          <p:cNvSpPr>
            <a:spLocks noGrp="1"/>
          </p:cNvSpPr>
          <p:nvPr/>
        </p:nvSpPr>
        <p:spPr>
          <a:xfrm>
            <a:off x="10848975" y="729615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82" name="Diagram element 43">
            <a:extLst>
              <a:ext uri="{FF2B5EF4-FFF2-40B4-BE49-F238E27FC236}">
                <a16:creationId xmlns:a16="http://schemas.microsoft.com/office/drawing/2014/main" id="{13B09D1B-851E-4AA4-AF6E-748B6B5D0ED6}"/>
              </a:ext>
            </a:extLst>
          </p:cNvPr>
          <p:cNvSpPr>
            <a:spLocks noGrp="1"/>
          </p:cNvSpPr>
          <p:nvPr/>
        </p:nvSpPr>
        <p:spPr>
          <a:xfrm>
            <a:off x="10882313" y="733901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83" name="Diagram element 44">
            <a:extLst>
              <a:ext uri="{FF2B5EF4-FFF2-40B4-BE49-F238E27FC236}">
                <a16:creationId xmlns:a16="http://schemas.microsoft.com/office/drawing/2014/main" id="{5D5213D8-CDBC-4EE7-B1FE-CFFDE395A95B}"/>
              </a:ext>
            </a:extLst>
          </p:cNvPr>
          <p:cNvSpPr>
            <a:spLocks noGrp="1"/>
          </p:cNvSpPr>
          <p:nvPr/>
        </p:nvSpPr>
        <p:spPr>
          <a:xfrm>
            <a:off x="10929938" y="756475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5" name="Mobile UD 6">
            <a:extLst>
              <a:ext uri="{FF2B5EF4-FFF2-40B4-BE49-F238E27FC236}">
                <a16:creationId xmlns:a16="http://schemas.microsoft.com/office/drawing/2014/main" id="{4CBE8A03-5DEC-4D28-8BA6-AED9B1AADD94}"/>
              </a:ext>
            </a:extLst>
          </p:cNvPr>
          <p:cNvSpPr>
            <a:spLocks noGrp="1"/>
          </p:cNvSpPr>
          <p:nvPr/>
        </p:nvSpPr>
        <p:spPr>
          <a:xfrm>
            <a:off x="11887200" y="600075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86" name="Diagram element 46">
            <a:extLst>
              <a:ext uri="{FF2B5EF4-FFF2-40B4-BE49-F238E27FC236}">
                <a16:creationId xmlns:a16="http://schemas.microsoft.com/office/drawing/2014/main" id="{C891CF63-5028-4BF3-A0AA-1A43DE3399C6}"/>
              </a:ext>
            </a:extLst>
          </p:cNvPr>
          <p:cNvSpPr>
            <a:spLocks noGrp="1"/>
          </p:cNvSpPr>
          <p:nvPr/>
        </p:nvSpPr>
        <p:spPr>
          <a:xfrm>
            <a:off x="11920538" y="604361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87" name="Diagram element 47">
            <a:extLst>
              <a:ext uri="{FF2B5EF4-FFF2-40B4-BE49-F238E27FC236}">
                <a16:creationId xmlns:a16="http://schemas.microsoft.com/office/drawing/2014/main" id="{1D499054-1229-466E-AA72-69599480A1FB}"/>
              </a:ext>
            </a:extLst>
          </p:cNvPr>
          <p:cNvSpPr>
            <a:spLocks noGrp="1"/>
          </p:cNvSpPr>
          <p:nvPr/>
        </p:nvSpPr>
        <p:spPr>
          <a:xfrm>
            <a:off x="11968163" y="626935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" name="Mobile UD 7">
            <a:extLst>
              <a:ext uri="{FF2B5EF4-FFF2-40B4-BE49-F238E27FC236}">
                <a16:creationId xmlns:a16="http://schemas.microsoft.com/office/drawing/2014/main" id="{9183C2CF-E4D7-4C1E-8E6D-94B5DA8143C6}"/>
              </a:ext>
            </a:extLst>
          </p:cNvPr>
          <p:cNvSpPr>
            <a:spLocks noGrp="1"/>
          </p:cNvSpPr>
          <p:nvPr/>
        </p:nvSpPr>
        <p:spPr>
          <a:xfrm>
            <a:off x="5010150" y="850582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90" name="Diagram element 49">
            <a:extLst>
              <a:ext uri="{FF2B5EF4-FFF2-40B4-BE49-F238E27FC236}">
                <a16:creationId xmlns:a16="http://schemas.microsoft.com/office/drawing/2014/main" id="{DB6CBA11-8E5D-42B9-9E2D-8C19EBB2EB66}"/>
              </a:ext>
            </a:extLst>
          </p:cNvPr>
          <p:cNvSpPr>
            <a:spLocks noGrp="1"/>
          </p:cNvSpPr>
          <p:nvPr/>
        </p:nvSpPr>
        <p:spPr>
          <a:xfrm>
            <a:off x="5043488" y="854868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91" name="Diagram element 50">
            <a:extLst>
              <a:ext uri="{FF2B5EF4-FFF2-40B4-BE49-F238E27FC236}">
                <a16:creationId xmlns:a16="http://schemas.microsoft.com/office/drawing/2014/main" id="{670020FF-7611-4562-B724-6703DB165571}"/>
              </a:ext>
            </a:extLst>
          </p:cNvPr>
          <p:cNvSpPr>
            <a:spLocks noGrp="1"/>
          </p:cNvSpPr>
          <p:nvPr/>
        </p:nvSpPr>
        <p:spPr>
          <a:xfrm>
            <a:off x="5091113" y="877443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3" name="Mobile UD 20">
            <a:extLst>
              <a:ext uri="{FF2B5EF4-FFF2-40B4-BE49-F238E27FC236}">
                <a16:creationId xmlns:a16="http://schemas.microsoft.com/office/drawing/2014/main" id="{36CF7296-7438-4CCA-96F5-B9F0BD9F1195}"/>
              </a:ext>
            </a:extLst>
          </p:cNvPr>
          <p:cNvSpPr>
            <a:spLocks noGrp="1"/>
          </p:cNvSpPr>
          <p:nvPr/>
        </p:nvSpPr>
        <p:spPr>
          <a:xfrm>
            <a:off x="9201150" y="863917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94" name="Diagram element 52">
            <a:extLst>
              <a:ext uri="{FF2B5EF4-FFF2-40B4-BE49-F238E27FC236}">
                <a16:creationId xmlns:a16="http://schemas.microsoft.com/office/drawing/2014/main" id="{13585968-F4A3-448C-88A7-7F8436FE7040}"/>
              </a:ext>
            </a:extLst>
          </p:cNvPr>
          <p:cNvSpPr>
            <a:spLocks noGrp="1"/>
          </p:cNvSpPr>
          <p:nvPr/>
        </p:nvSpPr>
        <p:spPr>
          <a:xfrm>
            <a:off x="9234488" y="868203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95" name="Diagram element 53">
            <a:extLst>
              <a:ext uri="{FF2B5EF4-FFF2-40B4-BE49-F238E27FC236}">
                <a16:creationId xmlns:a16="http://schemas.microsoft.com/office/drawing/2014/main" id="{E0CD8EAD-1178-4E27-989C-1692A6321AA3}"/>
              </a:ext>
            </a:extLst>
          </p:cNvPr>
          <p:cNvSpPr>
            <a:spLocks noGrp="1"/>
          </p:cNvSpPr>
          <p:nvPr/>
        </p:nvSpPr>
        <p:spPr>
          <a:xfrm>
            <a:off x="9282113" y="890778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7" name="Local computation loop">
            <a:extLst>
              <a:ext uri="{FF2B5EF4-FFF2-40B4-BE49-F238E27FC236}">
                <a16:creationId xmlns:a16="http://schemas.microsoft.com/office/drawing/2014/main" id="{76BAB3AB-2F6B-45B7-92CB-4A2EE615DC82}"/>
              </a:ext>
            </a:extLst>
          </p:cNvPr>
          <p:cNvSpPr>
            <a:spLocks noGrp="1"/>
          </p:cNvSpPr>
          <p:nvPr/>
        </p:nvSpPr>
        <p:spPr>
          <a:xfrm>
            <a:off x="4667250" y="8334375"/>
            <a:ext cx="590550" cy="523875"/>
          </a:xfrm>
          <a:custGeom>
            <a:avLst/>
            <a:gdLst/>
            <a:ahLst/>
            <a:cxnLst/>
            <a:rect l="0" t="0" r="0" b="0"/>
            <a:pathLst>
              <a:path w="590550" h="523875">
                <a:moveTo>
                  <a:pt x="457200" y="85725"/>
                </a:moveTo>
                <a:cubicBezTo>
                  <a:pt x="171450" y="-76200"/>
                  <a:pt x="-19050" y="95250"/>
                  <a:pt x="47625" y="314325"/>
                </a:cubicBezTo>
                <a:cubicBezTo>
                  <a:pt x="133350" y="571500"/>
                  <a:pt x="485775" y="523875"/>
                  <a:pt x="514350" y="285750"/>
                </a:cubicBezTo>
              </a:path>
            </a:pathLst>
          </a:custGeom>
          <a:noFill/>
          <a:ln w="25718">
            <a:solidFill>
              <a:srgbClr val="AD6216"/>
            </a:solidFill>
            <a:prstDash val="solid"/>
          </a:ln>
        </p:spPr>
      </p:sp>
      <p:sp>
        <p:nvSpPr>
          <p:cNvPr id="98" name="Diagram element 55">
            <a:extLst>
              <a:ext uri="{FF2B5EF4-FFF2-40B4-BE49-F238E27FC236}">
                <a16:creationId xmlns:a16="http://schemas.microsoft.com/office/drawing/2014/main" id="{0858A4CE-8BA6-40B2-9729-45631E5EA3B1}"/>
              </a:ext>
            </a:extLst>
          </p:cNvPr>
          <p:cNvSpPr>
            <a:spLocks noGrp="1"/>
          </p:cNvSpPr>
          <p:nvPr/>
        </p:nvSpPr>
        <p:spPr>
          <a:xfrm rot="120000">
            <a:off x="5133975" y="8572500"/>
            <a:ext cx="95250" cy="95250"/>
          </a:xfrm>
          <a:prstGeom prst="triangle">
            <a:avLst/>
          </a:prstGeom>
          <a:solidFill>
            <a:srgbClr val="AD6216"/>
          </a:solidFill>
          <a:ln w="0">
            <a:noFill/>
            <a:prstDash val="solid"/>
          </a:ln>
        </p:spPr>
      </p:sp>
      <p:sp>
        <p:nvSpPr>
          <p:cNvPr id="99" name="Local computation loop">
            <a:extLst>
              <a:ext uri="{FF2B5EF4-FFF2-40B4-BE49-F238E27FC236}">
                <a16:creationId xmlns:a16="http://schemas.microsoft.com/office/drawing/2014/main" id="{812FD117-D655-42ED-AA51-8836FFAA20C8}"/>
              </a:ext>
            </a:extLst>
          </p:cNvPr>
          <p:cNvSpPr>
            <a:spLocks noGrp="1"/>
          </p:cNvSpPr>
          <p:nvPr/>
        </p:nvSpPr>
        <p:spPr>
          <a:xfrm>
            <a:off x="8915400" y="8448675"/>
            <a:ext cx="590550" cy="523875"/>
          </a:xfrm>
          <a:custGeom>
            <a:avLst/>
            <a:gdLst/>
            <a:ahLst/>
            <a:cxnLst/>
            <a:rect l="0" t="0" r="0" b="0"/>
            <a:pathLst>
              <a:path w="590550" h="523875">
                <a:moveTo>
                  <a:pt x="457200" y="85725"/>
                </a:moveTo>
                <a:cubicBezTo>
                  <a:pt x="171450" y="-76200"/>
                  <a:pt x="-19050" y="95250"/>
                  <a:pt x="47625" y="314325"/>
                </a:cubicBezTo>
                <a:cubicBezTo>
                  <a:pt x="133350" y="571500"/>
                  <a:pt x="485775" y="523875"/>
                  <a:pt x="514350" y="285750"/>
                </a:cubicBezTo>
              </a:path>
            </a:pathLst>
          </a:custGeom>
          <a:noFill/>
          <a:ln w="25718">
            <a:solidFill>
              <a:srgbClr val="AD6216"/>
            </a:solidFill>
            <a:prstDash val="solid"/>
          </a:ln>
        </p:spPr>
      </p:sp>
      <p:sp>
        <p:nvSpPr>
          <p:cNvPr id="100" name="Diagram element 56">
            <a:extLst>
              <a:ext uri="{FF2B5EF4-FFF2-40B4-BE49-F238E27FC236}">
                <a16:creationId xmlns:a16="http://schemas.microsoft.com/office/drawing/2014/main" id="{6991F79B-7993-4A23-9840-814F431E8D51}"/>
              </a:ext>
            </a:extLst>
          </p:cNvPr>
          <p:cNvSpPr>
            <a:spLocks noGrp="1"/>
          </p:cNvSpPr>
          <p:nvPr/>
        </p:nvSpPr>
        <p:spPr>
          <a:xfrm rot="120000">
            <a:off x="9382125" y="8686800"/>
            <a:ext cx="95250" cy="95250"/>
          </a:xfrm>
          <a:prstGeom prst="triangle">
            <a:avLst/>
          </a:prstGeom>
          <a:solidFill>
            <a:srgbClr val="AD6216"/>
          </a:solidFill>
          <a:ln w="0">
            <a:noFill/>
            <a:prstDash val="solid"/>
          </a:ln>
        </p:spPr>
      </p:sp>
      <p:sp>
        <p:nvSpPr>
          <p:cNvPr id="102" name="Diagram element 58">
            <a:extLst>
              <a:ext uri="{FF2B5EF4-FFF2-40B4-BE49-F238E27FC236}">
                <a16:creationId xmlns:a16="http://schemas.microsoft.com/office/drawing/2014/main" id="{44996121-1BE8-40DF-B087-49CC7FA3AE9B}"/>
              </a:ext>
            </a:extLst>
          </p:cNvPr>
          <p:cNvSpPr>
            <a:spLocks noGrp="1"/>
          </p:cNvSpPr>
          <p:nvPr/>
        </p:nvSpPr>
        <p:spPr>
          <a:xfrm>
            <a:off x="4538663" y="8434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3" name="Diagram element 59">
            <a:extLst>
              <a:ext uri="{FF2B5EF4-FFF2-40B4-BE49-F238E27FC236}">
                <a16:creationId xmlns:a16="http://schemas.microsoft.com/office/drawing/2014/main" id="{73ACF207-7554-40A4-8988-91C37ED0F50F}"/>
              </a:ext>
            </a:extLst>
          </p:cNvPr>
          <p:cNvSpPr>
            <a:spLocks noGrp="1"/>
          </p:cNvSpPr>
          <p:nvPr/>
        </p:nvSpPr>
        <p:spPr>
          <a:xfrm>
            <a:off x="4738688" y="85391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181EE016-3406-471E-940D-6F9254E678B6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>
            <a:off x="4548188" y="8439151"/>
            <a:ext cx="190500" cy="104775"/>
          </a:xfrm>
          <a:prstGeom prst="straightConnector1">
            <a:avLst/>
          </a:prstGeom>
          <a:ln w="14288">
            <a:solidFill>
              <a:srgbClr val="AD6216"/>
            </a:solidFill>
            <a:prstDash val="solid"/>
          </a:ln>
        </p:spPr>
      </p:cxnSp>
      <p:sp>
        <p:nvSpPr>
          <p:cNvPr id="105" name="Diagram element 60">
            <a:extLst>
              <a:ext uri="{FF2B5EF4-FFF2-40B4-BE49-F238E27FC236}">
                <a16:creationId xmlns:a16="http://schemas.microsoft.com/office/drawing/2014/main" id="{A409158F-BBA9-4F62-8879-FADF917A9F92}"/>
              </a:ext>
            </a:extLst>
          </p:cNvPr>
          <p:cNvSpPr>
            <a:spLocks noGrp="1"/>
          </p:cNvSpPr>
          <p:nvPr/>
        </p:nvSpPr>
        <p:spPr>
          <a:xfrm>
            <a:off x="300038" y="338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6" name="Diagram element 61">
            <a:extLst>
              <a:ext uri="{FF2B5EF4-FFF2-40B4-BE49-F238E27FC236}">
                <a16:creationId xmlns:a16="http://schemas.microsoft.com/office/drawing/2014/main" id="{C6EA3905-4C63-4E84-AD83-2ACE6DDFF86F}"/>
              </a:ext>
            </a:extLst>
          </p:cNvPr>
          <p:cNvSpPr>
            <a:spLocks noGrp="1"/>
          </p:cNvSpPr>
          <p:nvPr/>
        </p:nvSpPr>
        <p:spPr>
          <a:xfrm>
            <a:off x="890588" y="338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2EE7A49-45B0-4DE6-ABE6-23268D678D06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>
            <a:off x="309563" y="342901"/>
            <a:ext cx="581025" cy="0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108" name="Diagram element 62">
            <a:extLst>
              <a:ext uri="{FF2B5EF4-FFF2-40B4-BE49-F238E27FC236}">
                <a16:creationId xmlns:a16="http://schemas.microsoft.com/office/drawing/2014/main" id="{F5230C4A-E3D3-4708-AE42-87EC5373230F}"/>
              </a:ext>
            </a:extLst>
          </p:cNvPr>
          <p:cNvSpPr>
            <a:spLocks noGrp="1"/>
          </p:cNvSpPr>
          <p:nvPr/>
        </p:nvSpPr>
        <p:spPr>
          <a:xfrm>
            <a:off x="1057275" y="1809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UD–UAV offloading</a:t>
            </a:r>
          </a:p>
        </p:txBody>
      </p:sp>
      <p:sp>
        <p:nvSpPr>
          <p:cNvPr id="109" name="Diagram element 63">
            <a:extLst>
              <a:ext uri="{FF2B5EF4-FFF2-40B4-BE49-F238E27FC236}">
                <a16:creationId xmlns:a16="http://schemas.microsoft.com/office/drawing/2014/main" id="{890FF037-299F-484A-9B3A-E5D066BDCE97}"/>
              </a:ext>
            </a:extLst>
          </p:cNvPr>
          <p:cNvSpPr>
            <a:spLocks noGrp="1"/>
          </p:cNvSpPr>
          <p:nvPr/>
        </p:nvSpPr>
        <p:spPr>
          <a:xfrm>
            <a:off x="300038" y="7381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0" name="Diagram element 64">
            <a:extLst>
              <a:ext uri="{FF2B5EF4-FFF2-40B4-BE49-F238E27FC236}">
                <a16:creationId xmlns:a16="http://schemas.microsoft.com/office/drawing/2014/main" id="{B5F5241D-58DA-4E56-9463-E491C7FE2107}"/>
              </a:ext>
            </a:extLst>
          </p:cNvPr>
          <p:cNvSpPr>
            <a:spLocks noGrp="1"/>
          </p:cNvSpPr>
          <p:nvPr/>
        </p:nvSpPr>
        <p:spPr>
          <a:xfrm>
            <a:off x="890588" y="7381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FD479AB7-EBED-4CE1-B6E6-96881433ED24}"/>
              </a:ext>
            </a:extLst>
          </p:cNvPr>
          <p:cNvCxnSpPr>
            <a:stCxn id="109" idx="3"/>
            <a:endCxn id="110" idx="1"/>
          </p:cNvCxnSpPr>
          <p:nvPr/>
        </p:nvCxnSpPr>
        <p:spPr>
          <a:xfrm>
            <a:off x="309563" y="742951"/>
            <a:ext cx="581025" cy="0"/>
          </a:xfrm>
          <a:prstGeom prst="straightConnector1">
            <a:avLst/>
          </a:prstGeom>
          <a:ln w="28575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112" name="Diagram element 65">
            <a:extLst>
              <a:ext uri="{FF2B5EF4-FFF2-40B4-BE49-F238E27FC236}">
                <a16:creationId xmlns:a16="http://schemas.microsoft.com/office/drawing/2014/main" id="{5881882B-0D32-46D5-9928-2D43079E99D6}"/>
              </a:ext>
            </a:extLst>
          </p:cNvPr>
          <p:cNvSpPr>
            <a:spLocks noGrp="1"/>
          </p:cNvSpPr>
          <p:nvPr/>
        </p:nvSpPr>
        <p:spPr>
          <a:xfrm>
            <a:off x="1057275" y="58102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Direct UD–LEO offloading</a:t>
            </a:r>
          </a:p>
        </p:txBody>
      </p:sp>
      <p:sp>
        <p:nvSpPr>
          <p:cNvPr id="113" name="Diagram element 66">
            <a:extLst>
              <a:ext uri="{FF2B5EF4-FFF2-40B4-BE49-F238E27FC236}">
                <a16:creationId xmlns:a16="http://schemas.microsoft.com/office/drawing/2014/main" id="{1626D839-D799-4EF7-BEFA-58AA77D4E9E0}"/>
              </a:ext>
            </a:extLst>
          </p:cNvPr>
          <p:cNvSpPr>
            <a:spLocks noGrp="1"/>
          </p:cNvSpPr>
          <p:nvPr/>
        </p:nvSpPr>
        <p:spPr>
          <a:xfrm>
            <a:off x="300038" y="11382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Diagram element 67">
            <a:extLst>
              <a:ext uri="{FF2B5EF4-FFF2-40B4-BE49-F238E27FC236}">
                <a16:creationId xmlns:a16="http://schemas.microsoft.com/office/drawing/2014/main" id="{5266F8D2-48DB-4AA7-8323-BE78CF5A2626}"/>
              </a:ext>
            </a:extLst>
          </p:cNvPr>
          <p:cNvSpPr>
            <a:spLocks noGrp="1"/>
          </p:cNvSpPr>
          <p:nvPr/>
        </p:nvSpPr>
        <p:spPr>
          <a:xfrm>
            <a:off x="890588" y="11382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1BA830DF-D43C-4592-8CE4-BDAB4AA3AFC5}"/>
              </a:ext>
            </a:extLst>
          </p:cNvPr>
          <p:cNvCxnSpPr>
            <a:stCxn id="113" idx="3"/>
            <a:endCxn id="114" idx="1"/>
          </p:cNvCxnSpPr>
          <p:nvPr/>
        </p:nvCxnSpPr>
        <p:spPr>
          <a:xfrm>
            <a:off x="309563" y="1143001"/>
            <a:ext cx="581025" cy="0"/>
          </a:xfrm>
          <a:prstGeom prst="straightConnector1">
            <a:avLst/>
          </a:prstGeom>
          <a:ln w="25718">
            <a:solidFill>
              <a:srgbClr val="AD6216"/>
            </a:solidFill>
            <a:prstDash val="solid"/>
            <a:tailEnd type="triangle" w="med" len="med"/>
          </a:ln>
        </p:spPr>
      </p:cxnSp>
      <p:sp>
        <p:nvSpPr>
          <p:cNvPr id="116" name="Diagram element 68">
            <a:extLst>
              <a:ext uri="{FF2B5EF4-FFF2-40B4-BE49-F238E27FC236}">
                <a16:creationId xmlns:a16="http://schemas.microsoft.com/office/drawing/2014/main" id="{5832995A-9AFD-4011-A39B-58AE378377B3}"/>
              </a:ext>
            </a:extLst>
          </p:cNvPr>
          <p:cNvSpPr>
            <a:spLocks noGrp="1"/>
          </p:cNvSpPr>
          <p:nvPr/>
        </p:nvSpPr>
        <p:spPr>
          <a:xfrm>
            <a:off x="1057275" y="9810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Local computing</a:t>
            </a:r>
          </a:p>
        </p:txBody>
      </p:sp>
      <p:sp>
        <p:nvSpPr>
          <p:cNvPr id="117" name="Diagram element 69">
            <a:extLst>
              <a:ext uri="{FF2B5EF4-FFF2-40B4-BE49-F238E27FC236}">
                <a16:creationId xmlns:a16="http://schemas.microsoft.com/office/drawing/2014/main" id="{646D1AF9-8624-47EF-B84B-F31FECCAEE72}"/>
              </a:ext>
            </a:extLst>
          </p:cNvPr>
          <p:cNvSpPr>
            <a:spLocks noGrp="1"/>
          </p:cNvSpPr>
          <p:nvPr/>
        </p:nvSpPr>
        <p:spPr>
          <a:xfrm>
            <a:off x="300038" y="1538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8" name="Diagram element 70">
            <a:extLst>
              <a:ext uri="{FF2B5EF4-FFF2-40B4-BE49-F238E27FC236}">
                <a16:creationId xmlns:a16="http://schemas.microsoft.com/office/drawing/2014/main" id="{382440C3-B882-4A3D-A72A-62D561295D3C}"/>
              </a:ext>
            </a:extLst>
          </p:cNvPr>
          <p:cNvSpPr>
            <a:spLocks noGrp="1"/>
          </p:cNvSpPr>
          <p:nvPr/>
        </p:nvSpPr>
        <p:spPr>
          <a:xfrm>
            <a:off x="890588" y="1538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7979BFEA-B6C9-482F-84E2-FC1D5C3BBEEC}"/>
              </a:ext>
            </a:extLst>
          </p:cNvPr>
          <p:cNvCxnSpPr>
            <a:stCxn id="117" idx="3"/>
            <a:endCxn id="118" idx="1"/>
          </p:cNvCxnSpPr>
          <p:nvPr/>
        </p:nvCxnSpPr>
        <p:spPr>
          <a:xfrm>
            <a:off x="309563" y="1543051"/>
            <a:ext cx="581025" cy="0"/>
          </a:xfrm>
          <a:prstGeom prst="straightConnector1">
            <a:avLst/>
          </a:prstGeom>
          <a:ln w="28575">
            <a:solidFill>
              <a:srgbClr val="5E6671"/>
            </a:solidFill>
            <a:prstDash val="solid"/>
            <a:tailEnd type="triangle" w="med" len="med"/>
          </a:ln>
        </p:spPr>
      </p:cxnSp>
      <p:sp>
        <p:nvSpPr>
          <p:cNvPr id="120" name="Diagram element 71">
            <a:extLst>
              <a:ext uri="{FF2B5EF4-FFF2-40B4-BE49-F238E27FC236}">
                <a16:creationId xmlns:a16="http://schemas.microsoft.com/office/drawing/2014/main" id="{22E97A9B-43D8-437A-A735-7EE2DC38D3DF}"/>
              </a:ext>
            </a:extLst>
          </p:cNvPr>
          <p:cNvSpPr>
            <a:spLocks noGrp="1"/>
          </p:cNvSpPr>
          <p:nvPr/>
        </p:nvSpPr>
        <p:spPr>
          <a:xfrm>
            <a:off x="1057275" y="13811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trajectory</a:t>
            </a:r>
          </a:p>
        </p:txBody>
      </p:sp>
      <p:sp>
        <p:nvSpPr>
          <p:cNvPr id="121" name="Diagram element 72">
            <a:extLst>
              <a:ext uri="{FF2B5EF4-FFF2-40B4-BE49-F238E27FC236}">
                <a16:creationId xmlns:a16="http://schemas.microsoft.com/office/drawing/2014/main" id="{56BB5384-A0A5-4EF4-98BB-853C8FDCA085}"/>
              </a:ext>
            </a:extLst>
          </p:cNvPr>
          <p:cNvSpPr>
            <a:spLocks noGrp="1"/>
          </p:cNvSpPr>
          <p:nvPr/>
        </p:nvSpPr>
        <p:spPr>
          <a:xfrm>
            <a:off x="300038" y="1938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2" name="Diagram element 73">
            <a:extLst>
              <a:ext uri="{FF2B5EF4-FFF2-40B4-BE49-F238E27FC236}">
                <a16:creationId xmlns:a16="http://schemas.microsoft.com/office/drawing/2014/main" id="{81C48F91-891F-4F3F-BC20-66297F5E406C}"/>
              </a:ext>
            </a:extLst>
          </p:cNvPr>
          <p:cNvSpPr>
            <a:spLocks noGrp="1"/>
          </p:cNvSpPr>
          <p:nvPr/>
        </p:nvSpPr>
        <p:spPr>
          <a:xfrm>
            <a:off x="890588" y="1938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8B8F9F84-09C6-4E6F-A70D-7617EC61F09F}"/>
              </a:ext>
            </a:extLst>
          </p:cNvPr>
          <p:cNvCxnSpPr>
            <a:stCxn id="121" idx="3"/>
            <a:endCxn id="122" idx="1"/>
          </p:cNvCxnSpPr>
          <p:nvPr/>
        </p:nvCxnSpPr>
        <p:spPr>
          <a:xfrm>
            <a:off x="309563" y="1943101"/>
            <a:ext cx="581025" cy="0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124" name="Diagram element 74">
            <a:extLst>
              <a:ext uri="{FF2B5EF4-FFF2-40B4-BE49-F238E27FC236}">
                <a16:creationId xmlns:a16="http://schemas.microsoft.com/office/drawing/2014/main" id="{FB00FED9-A6E7-4BC9-9EED-038050422C50}"/>
              </a:ext>
            </a:extLst>
          </p:cNvPr>
          <p:cNvSpPr>
            <a:spLocks noGrp="1"/>
          </p:cNvSpPr>
          <p:nvPr/>
        </p:nvSpPr>
        <p:spPr>
          <a:xfrm>
            <a:off x="1057275" y="17811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State / control signaling</a:t>
            </a:r>
          </a:p>
        </p:txBody>
      </p:sp>
      <p:pic>
        <p:nvPicPr>
          <p:cNvPr id="125" name="图片 124">
            <a:extLst>
              <a:ext uri="{FF2B5EF4-FFF2-40B4-BE49-F238E27FC236}">
                <a16:creationId xmlns:a16="http://schemas.microsoft.com/office/drawing/2014/main" id="{6D40A80D-0054-4C94-BDB7-B7B589D531E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390525" y="2200575"/>
            <a:ext cx="333375" cy="399451"/>
          </a:xfrm>
          <a:prstGeom prst="rect">
            <a:avLst/>
          </a:prstGeom>
        </p:spPr>
      </p:pic>
      <p:sp>
        <p:nvSpPr>
          <p:cNvPr id="126" name="Diagram element 75">
            <a:extLst>
              <a:ext uri="{FF2B5EF4-FFF2-40B4-BE49-F238E27FC236}">
                <a16:creationId xmlns:a16="http://schemas.microsoft.com/office/drawing/2014/main" id="{B632158E-D557-4DA3-9E4E-0E72DDB3EFF4}"/>
              </a:ext>
            </a:extLst>
          </p:cNvPr>
          <p:cNvSpPr>
            <a:spLocks noGrp="1"/>
          </p:cNvSpPr>
          <p:nvPr/>
        </p:nvSpPr>
        <p:spPr>
          <a:xfrm>
            <a:off x="1057275" y="2209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Edge server</a:t>
            </a:r>
          </a:p>
        </p:txBody>
      </p:sp>
      <p:sp>
        <p:nvSpPr>
          <p:cNvPr id="135" name="Diagram element 83">
            <a:extLst>
              <a:ext uri="{FF2B5EF4-FFF2-40B4-BE49-F238E27FC236}">
                <a16:creationId xmlns:a16="http://schemas.microsoft.com/office/drawing/2014/main" id="{D980226F-F48F-4E5F-9DCF-F98E41A168CF}"/>
              </a:ext>
            </a:extLst>
          </p:cNvPr>
          <p:cNvSpPr>
            <a:spLocks noGrp="1"/>
          </p:cNvSpPr>
          <p:nvPr/>
        </p:nvSpPr>
        <p:spPr>
          <a:xfrm>
            <a:off x="4471988" y="2509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6" name="Diagram element 84">
            <a:extLst>
              <a:ext uri="{FF2B5EF4-FFF2-40B4-BE49-F238E27FC236}">
                <a16:creationId xmlns:a16="http://schemas.microsoft.com/office/drawing/2014/main" id="{A6D8A50F-884B-444E-ACB7-9A9C5F3642B6}"/>
              </a:ext>
            </a:extLst>
          </p:cNvPr>
          <p:cNvSpPr>
            <a:spLocks noGrp="1"/>
          </p:cNvSpPr>
          <p:nvPr/>
        </p:nvSpPr>
        <p:spPr>
          <a:xfrm>
            <a:off x="4433888" y="34147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7" name="Ideal controller to aerial layer signaling">
            <a:extLst>
              <a:ext uri="{FF2B5EF4-FFF2-40B4-BE49-F238E27FC236}">
                <a16:creationId xmlns:a16="http://schemas.microsoft.com/office/drawing/2014/main" id="{8B1DFFE3-F983-407F-8411-3C3C38F497C5}"/>
              </a:ext>
            </a:extLst>
          </p:cNvPr>
          <p:cNvCxnSpPr>
            <a:stCxn id="135" idx="2"/>
            <a:endCxn id="136" idx="0"/>
          </p:cNvCxnSpPr>
          <p:nvPr/>
        </p:nvCxnSpPr>
        <p:spPr>
          <a:xfrm flipH="1">
            <a:off x="4438651" y="2519363"/>
            <a:ext cx="38100" cy="895350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138" name="Diagram element 85">
            <a:extLst>
              <a:ext uri="{FF2B5EF4-FFF2-40B4-BE49-F238E27FC236}">
                <a16:creationId xmlns:a16="http://schemas.microsoft.com/office/drawing/2014/main" id="{C14EC78F-8163-4FA2-8016-C84AE8D4B960}"/>
              </a:ext>
            </a:extLst>
          </p:cNvPr>
          <p:cNvSpPr>
            <a:spLocks noGrp="1"/>
          </p:cNvSpPr>
          <p:nvPr/>
        </p:nvSpPr>
        <p:spPr>
          <a:xfrm>
            <a:off x="8853488" y="22050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9" name="Diagram element 86">
            <a:extLst>
              <a:ext uri="{FF2B5EF4-FFF2-40B4-BE49-F238E27FC236}">
                <a16:creationId xmlns:a16="http://schemas.microsoft.com/office/drawing/2014/main" id="{8ED5F5AB-8B4C-4683-8750-2BC4D41341EF}"/>
              </a:ext>
            </a:extLst>
          </p:cNvPr>
          <p:cNvSpPr>
            <a:spLocks noGrp="1"/>
          </p:cNvSpPr>
          <p:nvPr/>
        </p:nvSpPr>
        <p:spPr>
          <a:xfrm>
            <a:off x="9710738" y="16430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0" name="Ideal controller to satellite signaling">
            <a:extLst>
              <a:ext uri="{FF2B5EF4-FFF2-40B4-BE49-F238E27FC236}">
                <a16:creationId xmlns:a16="http://schemas.microsoft.com/office/drawing/2014/main" id="{6E2E48B8-9E4C-4993-980C-DBB9D55DE09E}"/>
              </a:ext>
            </a:extLst>
          </p:cNvPr>
          <p:cNvCxnSpPr>
            <a:stCxn id="138" idx="3"/>
            <a:endCxn id="139" idx="1"/>
          </p:cNvCxnSpPr>
          <p:nvPr/>
        </p:nvCxnSpPr>
        <p:spPr>
          <a:xfrm flipV="1">
            <a:off x="8863013" y="1647826"/>
            <a:ext cx="847725" cy="561975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142" name="Diagram element 88">
            <a:extLst>
              <a:ext uri="{FF2B5EF4-FFF2-40B4-BE49-F238E27FC236}">
                <a16:creationId xmlns:a16="http://schemas.microsoft.com/office/drawing/2014/main" id="{7F90C7F0-2B84-4E21-93E3-5CED7EC57C30}"/>
              </a:ext>
            </a:extLst>
          </p:cNvPr>
          <p:cNvSpPr>
            <a:spLocks noGrp="1"/>
          </p:cNvSpPr>
          <p:nvPr/>
        </p:nvSpPr>
        <p:spPr>
          <a:xfrm>
            <a:off x="952500" y="10067925"/>
            <a:ext cx="1181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Each task executes at exactly one destination: local, one UAV, or the LEO satellite</a:t>
            </a:r>
          </a:p>
        </p:txBody>
      </p:sp>
      <p:sp>
        <p:nvSpPr>
          <p:cNvPr id="63" name="Diagram element 29">
            <a:extLst>
              <a:ext uri="{FF2B5EF4-FFF2-40B4-BE49-F238E27FC236}">
                <a16:creationId xmlns:a16="http://schemas.microsoft.com/office/drawing/2014/main" id="{AD1BB2D5-81EB-44F8-9C2B-CC98C793225B}"/>
              </a:ext>
            </a:extLst>
          </p:cNvPr>
          <p:cNvSpPr>
            <a:spLocks noGrp="1"/>
          </p:cNvSpPr>
          <p:nvPr/>
        </p:nvSpPr>
        <p:spPr>
          <a:xfrm>
            <a:off x="11525250" y="2762250"/>
            <a:ext cx="1514475" cy="2952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rPr>
              <a:t>Direct UD–LEO</a:t>
            </a:r>
          </a:p>
        </p:txBody>
      </p:sp>
      <p:sp>
        <p:nvSpPr>
          <p:cNvPr id="64" name="Diagram element 30">
            <a:extLst>
              <a:ext uri="{FF2B5EF4-FFF2-40B4-BE49-F238E27FC236}">
                <a16:creationId xmlns:a16="http://schemas.microsoft.com/office/drawing/2014/main" id="{D7F797C6-89A9-4F5F-8306-17A3B18BCF6D}"/>
              </a:ext>
            </a:extLst>
          </p:cNvPr>
          <p:cNvSpPr>
            <a:spLocks noGrp="1"/>
          </p:cNvSpPr>
          <p:nvPr/>
        </p:nvSpPr>
        <p:spPr>
          <a:xfrm>
            <a:off x="11658600" y="3067050"/>
            <a:ext cx="1266825" cy="2762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rPr>
              <a:t>offloading</a:t>
            </a:r>
          </a:p>
        </p:txBody>
      </p:sp>
      <p:sp>
        <p:nvSpPr>
          <p:cNvPr id="68" name="Diagram element 33">
            <a:extLst>
              <a:ext uri="{FF2B5EF4-FFF2-40B4-BE49-F238E27FC236}">
                <a16:creationId xmlns:a16="http://schemas.microsoft.com/office/drawing/2014/main" id="{8E58F6E3-8744-4295-9FE0-0FADD6BCE3D0}"/>
              </a:ext>
            </a:extLst>
          </p:cNvPr>
          <p:cNvSpPr>
            <a:spLocks noGrp="1"/>
          </p:cNvSpPr>
          <p:nvPr/>
        </p:nvSpPr>
        <p:spPr>
          <a:xfrm>
            <a:off x="2600325" y="652462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1</a:t>
            </a:r>
          </a:p>
        </p:txBody>
      </p:sp>
      <p:sp>
        <p:nvSpPr>
          <p:cNvPr id="72" name="Diagram element 36">
            <a:extLst>
              <a:ext uri="{FF2B5EF4-FFF2-40B4-BE49-F238E27FC236}">
                <a16:creationId xmlns:a16="http://schemas.microsoft.com/office/drawing/2014/main" id="{86483FD3-2C9F-42AE-A35A-3E0EDCBD5E26}"/>
              </a:ext>
            </a:extLst>
          </p:cNvPr>
          <p:cNvSpPr>
            <a:spLocks noGrp="1"/>
          </p:cNvSpPr>
          <p:nvPr/>
        </p:nvSpPr>
        <p:spPr>
          <a:xfrm>
            <a:off x="4019550" y="767715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2</a:t>
            </a:r>
          </a:p>
        </p:txBody>
      </p:sp>
      <p:sp>
        <p:nvSpPr>
          <p:cNvPr id="76" name="Diagram element 39">
            <a:extLst>
              <a:ext uri="{FF2B5EF4-FFF2-40B4-BE49-F238E27FC236}">
                <a16:creationId xmlns:a16="http://schemas.microsoft.com/office/drawing/2014/main" id="{C96182D5-7267-48DF-8563-E1828D67F765}"/>
              </a:ext>
            </a:extLst>
          </p:cNvPr>
          <p:cNvSpPr>
            <a:spLocks noGrp="1"/>
          </p:cNvSpPr>
          <p:nvPr/>
        </p:nvSpPr>
        <p:spPr>
          <a:xfrm>
            <a:off x="5448300" y="669607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</a:t>
            </a:r>
          </a:p>
        </p:txBody>
      </p:sp>
      <p:sp>
        <p:nvSpPr>
          <p:cNvPr id="80" name="Diagram element 42">
            <a:extLst>
              <a:ext uri="{FF2B5EF4-FFF2-40B4-BE49-F238E27FC236}">
                <a16:creationId xmlns:a16="http://schemas.microsoft.com/office/drawing/2014/main" id="{3F708199-63D2-4F66-839E-12D30A89535B}"/>
              </a:ext>
            </a:extLst>
          </p:cNvPr>
          <p:cNvSpPr>
            <a:spLocks noGrp="1"/>
          </p:cNvSpPr>
          <p:nvPr/>
        </p:nvSpPr>
        <p:spPr>
          <a:xfrm>
            <a:off x="7648575" y="744855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4</a:t>
            </a:r>
          </a:p>
        </p:txBody>
      </p:sp>
      <p:sp>
        <p:nvSpPr>
          <p:cNvPr id="84" name="Diagram element 45">
            <a:extLst>
              <a:ext uri="{FF2B5EF4-FFF2-40B4-BE49-F238E27FC236}">
                <a16:creationId xmlns:a16="http://schemas.microsoft.com/office/drawing/2014/main" id="{1464FB57-63CD-4DB8-8839-415FABEC1A55}"/>
              </a:ext>
            </a:extLst>
          </p:cNvPr>
          <p:cNvSpPr>
            <a:spLocks noGrp="1"/>
          </p:cNvSpPr>
          <p:nvPr/>
        </p:nvSpPr>
        <p:spPr>
          <a:xfrm>
            <a:off x="10591800" y="765810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5</a:t>
            </a:r>
          </a:p>
        </p:txBody>
      </p:sp>
      <p:sp>
        <p:nvSpPr>
          <p:cNvPr id="88" name="Diagram element 48">
            <a:extLst>
              <a:ext uri="{FF2B5EF4-FFF2-40B4-BE49-F238E27FC236}">
                <a16:creationId xmlns:a16="http://schemas.microsoft.com/office/drawing/2014/main" id="{D1BC71FB-68E6-4CDB-9618-4831733099A4}"/>
              </a:ext>
            </a:extLst>
          </p:cNvPr>
          <p:cNvSpPr>
            <a:spLocks noGrp="1"/>
          </p:cNvSpPr>
          <p:nvPr/>
        </p:nvSpPr>
        <p:spPr>
          <a:xfrm>
            <a:off x="11630025" y="636270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6</a:t>
            </a:r>
          </a:p>
        </p:txBody>
      </p:sp>
      <p:sp>
        <p:nvSpPr>
          <p:cNvPr id="92" name="Diagram element 51">
            <a:extLst>
              <a:ext uri="{FF2B5EF4-FFF2-40B4-BE49-F238E27FC236}">
                <a16:creationId xmlns:a16="http://schemas.microsoft.com/office/drawing/2014/main" id="{0F47FD18-F06A-4A41-8FA6-D66567D3ECD4}"/>
              </a:ext>
            </a:extLst>
          </p:cNvPr>
          <p:cNvSpPr>
            <a:spLocks noGrp="1"/>
          </p:cNvSpPr>
          <p:nvPr/>
        </p:nvSpPr>
        <p:spPr>
          <a:xfrm>
            <a:off x="4752975" y="886777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7</a:t>
            </a:r>
          </a:p>
        </p:txBody>
      </p:sp>
      <p:sp>
        <p:nvSpPr>
          <p:cNvPr id="96" name="Diagram element 54">
            <a:extLst>
              <a:ext uri="{FF2B5EF4-FFF2-40B4-BE49-F238E27FC236}">
                <a16:creationId xmlns:a16="http://schemas.microsoft.com/office/drawing/2014/main" id="{39D3E5FA-BBFA-4CF9-B371-81A1689EA6EB}"/>
              </a:ext>
            </a:extLst>
          </p:cNvPr>
          <p:cNvSpPr>
            <a:spLocks noGrp="1"/>
          </p:cNvSpPr>
          <p:nvPr/>
        </p:nvSpPr>
        <p:spPr>
          <a:xfrm>
            <a:off x="8943975" y="900112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20</a:t>
            </a:r>
          </a:p>
        </p:txBody>
      </p:sp>
      <p:sp>
        <p:nvSpPr>
          <p:cNvPr id="101" name="Diagram element 57">
            <a:extLst>
              <a:ext uri="{FF2B5EF4-FFF2-40B4-BE49-F238E27FC236}">
                <a16:creationId xmlns:a16="http://schemas.microsoft.com/office/drawing/2014/main" id="{C542C3CE-19BE-4B2D-95D5-040BC04D0BAE}"/>
              </a:ext>
            </a:extLst>
          </p:cNvPr>
          <p:cNvSpPr>
            <a:spLocks noGrp="1"/>
          </p:cNvSpPr>
          <p:nvPr/>
        </p:nvSpPr>
        <p:spPr>
          <a:xfrm>
            <a:off x="2733675" y="8315325"/>
            <a:ext cx="1876425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rPr>
              <a:t>Local computing</a:t>
            </a:r>
          </a:p>
        </p:txBody>
      </p:sp>
      <p:sp>
        <p:nvSpPr>
          <p:cNvPr id="141" name="Diagram element 87">
            <a:extLst>
              <a:ext uri="{FF2B5EF4-FFF2-40B4-BE49-F238E27FC236}">
                <a16:creationId xmlns:a16="http://schemas.microsoft.com/office/drawing/2014/main" id="{0FFFA215-C11B-4C89-91C7-4E3ABE9E5A51}"/>
              </a:ext>
            </a:extLst>
          </p:cNvPr>
          <p:cNvSpPr>
            <a:spLocks noGrp="1"/>
          </p:cNvSpPr>
          <p:nvPr/>
        </p:nvSpPr>
        <p:spPr>
          <a:xfrm>
            <a:off x="1619250" y="9705975"/>
            <a:ext cx="10477500" cy="342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Post-disaster rescue area: 20 mobile UDs with local computing</a:t>
            </a:r>
          </a:p>
        </p:txBody>
      </p:sp>
      <p:pic>
        <p:nvPicPr>
          <p:cNvPr id="145" name="图片 144">
            <a:extLst>
              <a:ext uri="{FF2B5EF4-FFF2-40B4-BE49-F238E27FC236}">
                <a16:creationId xmlns:a16="http://schemas.microsoft.com/office/drawing/2014/main" id="{35FF83FD-5EDA-F21A-0432-FB23AC9108F9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57650" y="5555917"/>
            <a:ext cx="869313" cy="739742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8A201976-9237-1D40-F423-F8861D2E8A1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132" y="8141360"/>
            <a:ext cx="821664" cy="8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82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6673-469D-60D8-CC80-4D79008B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图片 142">
            <a:extLst>
              <a:ext uri="{FF2B5EF4-FFF2-40B4-BE49-F238E27FC236}">
                <a16:creationId xmlns:a16="http://schemas.microsoft.com/office/drawing/2014/main" id="{00ED3F08-1138-6086-0EFB-3EF93D8703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1" t="12221" r="2093" b="3401"/>
          <a:stretch/>
        </p:blipFill>
        <p:spPr>
          <a:xfrm>
            <a:off x="419100" y="3514725"/>
            <a:ext cx="12877800" cy="64389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7ED942A-33EB-5492-B779-09BDC6375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04953" y="6257925"/>
            <a:ext cx="1010093" cy="8572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019032F-A0C1-F309-E189-91701168F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5518" y="7391400"/>
            <a:ext cx="1231715" cy="8191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26C6E06-FA6A-E399-E354-43123D99F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724775" y="7773964"/>
            <a:ext cx="590550" cy="5112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B6A7A7-394E-950A-5EAD-216F9E5B9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695450" y="6667500"/>
            <a:ext cx="742950" cy="4953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C21FDD-4FA7-02CF-BD87-A00E51B1B3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603081" y="8343900"/>
            <a:ext cx="1185863" cy="790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61B804-BD59-4738-815C-1A92478756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382250" y="5746192"/>
            <a:ext cx="819150" cy="499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59E8F2-591F-CE47-8D5A-D7B66E9229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571750" y="5962650"/>
            <a:ext cx="400050" cy="6000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0B57DC-87B5-CDB1-2466-77D502F614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058522" y="7210425"/>
            <a:ext cx="407831" cy="6096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2972BE1-B644-4F8B-1AF0-0034EB5A4A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410200" y="6362700"/>
            <a:ext cx="400050" cy="6000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6685EB6-42CA-1932-21A9-03D2C886F3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601924" y="6924675"/>
            <a:ext cx="445728" cy="6667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F0879A0-4E52-1AB5-51D9-727C2ABFCF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0572750" y="7259385"/>
            <a:ext cx="447675" cy="67360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617D049-767A-F830-7F95-298F140933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1258550" y="5821783"/>
            <a:ext cx="409575" cy="56748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2B7016-8972-952A-862B-C859B2F8221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4629932" y="8362950"/>
            <a:ext cx="417536" cy="6286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6F6B779-CC17-46E9-6195-01F64654ABC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8753678" y="8505825"/>
            <a:ext cx="399645" cy="6477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82CD895-4242-EB02-12EA-420EA8248CC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10490" t="9948" r="9441" b="15707"/>
          <a:stretch/>
        </p:blipFill>
        <p:spPr>
          <a:xfrm>
            <a:off x="2200275" y="3052762"/>
            <a:ext cx="2276475" cy="121443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4C457A9-3354-4FC6-4798-64E04116E28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0526" t="9816" r="9357" b="15951"/>
          <a:stretch/>
        </p:blipFill>
        <p:spPr>
          <a:xfrm>
            <a:off x="5715000" y="3343275"/>
            <a:ext cx="2181225" cy="10287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E82A8A2-FA85-C7CF-77A0-30C79955755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353550" y="2734725"/>
            <a:ext cx="2228850" cy="10647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180C71A-5B0D-EB1A-5C5C-623D8D7671C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4229100" y="3486492"/>
            <a:ext cx="381000" cy="4565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11E3E1B-EDFD-95D7-E82A-B33821E193B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7705725" y="3896067"/>
            <a:ext cx="381000" cy="45651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A1F7DB5-E607-6192-5D61-FDAAFB0E20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1334750" y="3334092"/>
            <a:ext cx="381000" cy="456515"/>
          </a:xfrm>
          <a:prstGeom prst="rect">
            <a:avLst/>
          </a:prstGeom>
        </p:spPr>
      </p:pic>
      <p:sp>
        <p:nvSpPr>
          <p:cNvPr id="22" name="Diagram element 1">
            <a:extLst>
              <a:ext uri="{FF2B5EF4-FFF2-40B4-BE49-F238E27FC236}">
                <a16:creationId xmlns:a16="http://schemas.microsoft.com/office/drawing/2014/main" id="{65C392ED-C221-FFA1-5927-B2A92CD74B84}"/>
              </a:ext>
            </a:extLst>
          </p:cNvPr>
          <p:cNvSpPr>
            <a:spLocks noGrp="1"/>
          </p:cNvSpPr>
          <p:nvPr/>
        </p:nvSpPr>
        <p:spPr>
          <a:xfrm>
            <a:off x="247650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1</a:t>
            </a:r>
          </a:p>
        </p:txBody>
      </p:sp>
      <p:sp>
        <p:nvSpPr>
          <p:cNvPr id="23" name="Diagram element 2">
            <a:extLst>
              <a:ext uri="{FF2B5EF4-FFF2-40B4-BE49-F238E27FC236}">
                <a16:creationId xmlns:a16="http://schemas.microsoft.com/office/drawing/2014/main" id="{9E356EBC-C5E1-67A3-9252-17812AE71289}"/>
              </a:ext>
            </a:extLst>
          </p:cNvPr>
          <p:cNvSpPr>
            <a:spLocks noGrp="1"/>
          </p:cNvSpPr>
          <p:nvPr/>
        </p:nvSpPr>
        <p:spPr>
          <a:xfrm>
            <a:off x="6019800" y="30099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2</a:t>
            </a:r>
          </a:p>
        </p:txBody>
      </p:sp>
      <p:sp>
        <p:nvSpPr>
          <p:cNvPr id="24" name="Diagram element 3">
            <a:extLst>
              <a:ext uri="{FF2B5EF4-FFF2-40B4-BE49-F238E27FC236}">
                <a16:creationId xmlns:a16="http://schemas.microsoft.com/office/drawing/2014/main" id="{C6A9CABB-6595-0098-0C16-991A7E88B56C}"/>
              </a:ext>
            </a:extLst>
          </p:cNvPr>
          <p:cNvSpPr>
            <a:spLocks noGrp="1"/>
          </p:cNvSpPr>
          <p:nvPr/>
        </p:nvSpPr>
        <p:spPr>
          <a:xfrm>
            <a:off x="962025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3</a:t>
            </a:r>
          </a:p>
        </p:txBody>
      </p:sp>
      <p:sp>
        <p:nvSpPr>
          <p:cNvPr id="28" name="UAV horizontal trajectory">
            <a:extLst>
              <a:ext uri="{FF2B5EF4-FFF2-40B4-BE49-F238E27FC236}">
                <a16:creationId xmlns:a16="http://schemas.microsoft.com/office/drawing/2014/main" id="{C29A46F3-8A9A-847E-CB00-0EC510AFC31C}"/>
              </a:ext>
            </a:extLst>
          </p:cNvPr>
          <p:cNvSpPr>
            <a:spLocks noGrp="1"/>
          </p:cNvSpPr>
          <p:nvPr/>
        </p:nvSpPr>
        <p:spPr>
          <a:xfrm>
            <a:off x="1628775" y="3486150"/>
            <a:ext cx="904875" cy="523875"/>
          </a:xfrm>
          <a:custGeom>
            <a:avLst/>
            <a:gdLst/>
            <a:ahLst/>
            <a:cxnLst/>
            <a:rect l="0" t="0" r="0" b="0"/>
            <a:pathLst>
              <a:path w="904875" h="523875">
                <a:moveTo>
                  <a:pt x="19050" y="428625"/>
                </a:moveTo>
                <a:cubicBezTo>
                  <a:pt x="247650" y="419100"/>
                  <a:pt x="228600" y="95250"/>
                  <a:pt x="504825" y="114300"/>
                </a:cubicBezTo>
                <a:cubicBezTo>
                  <a:pt x="714375" y="142875"/>
                  <a:pt x="723900" y="276225"/>
                  <a:pt x="866775" y="266700"/>
                </a:cubicBezTo>
              </a:path>
            </a:pathLst>
          </a:custGeom>
          <a:noFill/>
          <a:ln w="30480">
            <a:solidFill>
              <a:srgbClr val="5E6671"/>
            </a:solidFill>
            <a:prstDash val="solid"/>
          </a:ln>
        </p:spPr>
      </p:sp>
      <p:sp>
        <p:nvSpPr>
          <p:cNvPr id="29" name="Diagram element 7">
            <a:extLst>
              <a:ext uri="{FF2B5EF4-FFF2-40B4-BE49-F238E27FC236}">
                <a16:creationId xmlns:a16="http://schemas.microsoft.com/office/drawing/2014/main" id="{9E49F257-0A5A-9AEA-8C26-1292C7C22ADB}"/>
              </a:ext>
            </a:extLst>
          </p:cNvPr>
          <p:cNvSpPr>
            <a:spLocks noGrp="1"/>
          </p:cNvSpPr>
          <p:nvPr/>
        </p:nvSpPr>
        <p:spPr>
          <a:xfrm rot="5400000">
            <a:off x="2438400" y="3695700"/>
            <a:ext cx="114300" cy="114300"/>
          </a:xfrm>
          <a:prstGeom prst="triangle">
            <a:avLst/>
          </a:prstGeom>
          <a:solidFill>
            <a:srgbClr val="5E6671"/>
          </a:solidFill>
          <a:ln w="0">
            <a:noFill/>
            <a:prstDash val="solid"/>
          </a:ln>
        </p:spPr>
      </p:sp>
      <p:sp>
        <p:nvSpPr>
          <p:cNvPr id="30" name="UAV horizontal trajectory">
            <a:extLst>
              <a:ext uri="{FF2B5EF4-FFF2-40B4-BE49-F238E27FC236}">
                <a16:creationId xmlns:a16="http://schemas.microsoft.com/office/drawing/2014/main" id="{2D891095-AF79-5D24-058F-3C30ED552CBE}"/>
              </a:ext>
            </a:extLst>
          </p:cNvPr>
          <p:cNvSpPr>
            <a:spLocks noGrp="1"/>
          </p:cNvSpPr>
          <p:nvPr/>
        </p:nvSpPr>
        <p:spPr>
          <a:xfrm>
            <a:off x="5067300" y="3924300"/>
            <a:ext cx="904875" cy="523875"/>
          </a:xfrm>
          <a:custGeom>
            <a:avLst/>
            <a:gdLst/>
            <a:ahLst/>
            <a:cxnLst/>
            <a:rect l="0" t="0" r="0" b="0"/>
            <a:pathLst>
              <a:path w="904875" h="523875">
                <a:moveTo>
                  <a:pt x="19050" y="428625"/>
                </a:moveTo>
                <a:cubicBezTo>
                  <a:pt x="247650" y="419100"/>
                  <a:pt x="228600" y="95250"/>
                  <a:pt x="504825" y="114300"/>
                </a:cubicBezTo>
                <a:cubicBezTo>
                  <a:pt x="714375" y="142875"/>
                  <a:pt x="723900" y="276225"/>
                  <a:pt x="866775" y="266700"/>
                </a:cubicBezTo>
              </a:path>
            </a:pathLst>
          </a:custGeom>
          <a:noFill/>
          <a:ln w="30480">
            <a:solidFill>
              <a:srgbClr val="5E6671"/>
            </a:solidFill>
            <a:prstDash val="solid"/>
          </a:ln>
        </p:spPr>
      </p:sp>
      <p:sp>
        <p:nvSpPr>
          <p:cNvPr id="31" name="Diagram element 8">
            <a:extLst>
              <a:ext uri="{FF2B5EF4-FFF2-40B4-BE49-F238E27FC236}">
                <a16:creationId xmlns:a16="http://schemas.microsoft.com/office/drawing/2014/main" id="{F48A6A91-A669-0302-9DBC-68B047B58FA1}"/>
              </a:ext>
            </a:extLst>
          </p:cNvPr>
          <p:cNvSpPr>
            <a:spLocks noGrp="1"/>
          </p:cNvSpPr>
          <p:nvPr/>
        </p:nvSpPr>
        <p:spPr>
          <a:xfrm rot="5400000">
            <a:off x="5876925" y="4133850"/>
            <a:ext cx="114300" cy="114300"/>
          </a:xfrm>
          <a:prstGeom prst="triangle">
            <a:avLst/>
          </a:prstGeom>
          <a:solidFill>
            <a:srgbClr val="5E6671"/>
          </a:solidFill>
          <a:ln w="0">
            <a:noFill/>
            <a:prstDash val="solid"/>
          </a:ln>
        </p:spPr>
      </p:sp>
      <p:sp>
        <p:nvSpPr>
          <p:cNvPr id="32" name="UAV horizontal trajectory">
            <a:extLst>
              <a:ext uri="{FF2B5EF4-FFF2-40B4-BE49-F238E27FC236}">
                <a16:creationId xmlns:a16="http://schemas.microsoft.com/office/drawing/2014/main" id="{77D64AB9-B79C-FA14-381D-5A1BE3CD16C5}"/>
              </a:ext>
            </a:extLst>
          </p:cNvPr>
          <p:cNvSpPr>
            <a:spLocks noGrp="1"/>
          </p:cNvSpPr>
          <p:nvPr/>
        </p:nvSpPr>
        <p:spPr>
          <a:xfrm>
            <a:off x="11249025" y="3943350"/>
            <a:ext cx="904875" cy="523875"/>
          </a:xfrm>
          <a:custGeom>
            <a:avLst/>
            <a:gdLst/>
            <a:ahLst/>
            <a:cxnLst/>
            <a:rect l="0" t="0" r="0" b="0"/>
            <a:pathLst>
              <a:path w="904875" h="523875">
                <a:moveTo>
                  <a:pt x="885825" y="47625"/>
                </a:moveTo>
                <a:cubicBezTo>
                  <a:pt x="628650" y="57150"/>
                  <a:pt x="647700" y="400050"/>
                  <a:pt x="381000" y="390525"/>
                </a:cubicBezTo>
                <a:cubicBezTo>
                  <a:pt x="180975" y="381000"/>
                  <a:pt x="180975" y="257175"/>
                  <a:pt x="38100" y="257175"/>
                </a:cubicBezTo>
              </a:path>
            </a:pathLst>
          </a:custGeom>
          <a:noFill/>
          <a:ln w="30480">
            <a:solidFill>
              <a:srgbClr val="5E6671"/>
            </a:solidFill>
            <a:prstDash val="solid"/>
          </a:ln>
        </p:spPr>
      </p:sp>
      <p:sp>
        <p:nvSpPr>
          <p:cNvPr id="33" name="Diagram element 9">
            <a:extLst>
              <a:ext uri="{FF2B5EF4-FFF2-40B4-BE49-F238E27FC236}">
                <a16:creationId xmlns:a16="http://schemas.microsoft.com/office/drawing/2014/main" id="{2BFF4709-DB90-0CE9-F5A5-C1BA22E174DE}"/>
              </a:ext>
            </a:extLst>
          </p:cNvPr>
          <p:cNvSpPr>
            <a:spLocks noGrp="1"/>
          </p:cNvSpPr>
          <p:nvPr/>
        </p:nvSpPr>
        <p:spPr>
          <a:xfrm rot="16200000">
            <a:off x="11229975" y="4143375"/>
            <a:ext cx="114300" cy="114300"/>
          </a:xfrm>
          <a:prstGeom prst="triangle">
            <a:avLst/>
          </a:prstGeom>
          <a:solidFill>
            <a:srgbClr val="5E6671"/>
          </a:solidFill>
          <a:ln w="0">
            <a:noFill/>
            <a:prstDash val="solid"/>
          </a:ln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8A5D8B0-0B45-978E-781F-852F3B77F38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9732252" y="381000"/>
            <a:ext cx="3176420" cy="138112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1453F05-00EC-D53F-7DA3-9D5E3E78619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620625" y="1553861"/>
            <a:ext cx="371475" cy="445102"/>
          </a:xfrm>
          <a:prstGeom prst="rect">
            <a:avLst/>
          </a:prstGeom>
        </p:spPr>
      </p:pic>
      <p:sp>
        <p:nvSpPr>
          <p:cNvPr id="36" name="Diagram element 10">
            <a:extLst>
              <a:ext uri="{FF2B5EF4-FFF2-40B4-BE49-F238E27FC236}">
                <a16:creationId xmlns:a16="http://schemas.microsoft.com/office/drawing/2014/main" id="{395BB2BA-3C53-1828-A6E1-5E149E90BC2A}"/>
              </a:ext>
            </a:extLst>
          </p:cNvPr>
          <p:cNvSpPr>
            <a:spLocks noGrp="1"/>
          </p:cNvSpPr>
          <p:nvPr/>
        </p:nvSpPr>
        <p:spPr>
          <a:xfrm>
            <a:off x="8905875" y="381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LEO satellite with edge computing</a:t>
            </a:r>
          </a:p>
        </p:txBody>
      </p:sp>
      <p:sp>
        <p:nvSpPr>
          <p:cNvPr id="37" name="Diagram element 11">
            <a:extLst>
              <a:ext uri="{FF2B5EF4-FFF2-40B4-BE49-F238E27FC236}">
                <a16:creationId xmlns:a16="http://schemas.microsoft.com/office/drawing/2014/main" id="{6E91194E-5CCE-57E4-EAFD-7FC9F5E409B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600 km altitude</a:t>
            </a:r>
          </a:p>
        </p:txBody>
      </p:sp>
      <p:sp>
        <p:nvSpPr>
          <p:cNvPr id="38" name="Diagram element 12">
            <a:extLst>
              <a:ext uri="{FF2B5EF4-FFF2-40B4-BE49-F238E27FC236}">
                <a16:creationId xmlns:a16="http://schemas.microsoft.com/office/drawing/2014/main" id="{82DB07C1-D7AB-9C99-BFE5-7105756E6D00}"/>
              </a:ext>
            </a:extLst>
          </p:cNvPr>
          <p:cNvSpPr>
            <a:spLocks noGrp="1"/>
          </p:cNvSpPr>
          <p:nvPr/>
        </p:nvSpPr>
        <p:spPr>
          <a:xfrm>
            <a:off x="9344025" y="2095500"/>
            <a:ext cx="3095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100 MHz shared, 50 GHz</a:t>
            </a:r>
          </a:p>
        </p:txBody>
      </p:sp>
      <p:sp>
        <p:nvSpPr>
          <p:cNvPr id="39" name="Diagram element 13">
            <a:extLst>
              <a:ext uri="{FF2B5EF4-FFF2-40B4-BE49-F238E27FC236}">
                <a16:creationId xmlns:a16="http://schemas.microsoft.com/office/drawing/2014/main" id="{2B6B82B8-1299-7425-078B-D59C916346CA}"/>
              </a:ext>
            </a:extLst>
          </p:cNvPr>
          <p:cNvSpPr>
            <a:spLocks noGrp="1"/>
          </p:cNvSpPr>
          <p:nvPr/>
        </p:nvSpPr>
        <p:spPr>
          <a:xfrm>
            <a:off x="2947988" y="6319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0" name="Diagram element 14">
            <a:extLst>
              <a:ext uri="{FF2B5EF4-FFF2-40B4-BE49-F238E27FC236}">
                <a16:creationId xmlns:a16="http://schemas.microsoft.com/office/drawing/2014/main" id="{3A22D440-1519-EF12-F0AE-6EEA575A641F}"/>
              </a:ext>
            </a:extLst>
          </p:cNvPr>
          <p:cNvSpPr>
            <a:spLocks noGrp="1"/>
          </p:cNvSpPr>
          <p:nvPr/>
        </p:nvSpPr>
        <p:spPr>
          <a:xfrm>
            <a:off x="3109913" y="38338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" name="UD 1 offloads directly to UAV 1">
            <a:extLst>
              <a:ext uri="{FF2B5EF4-FFF2-40B4-BE49-F238E27FC236}">
                <a16:creationId xmlns:a16="http://schemas.microsoft.com/office/drawing/2014/main" id="{7BA1A218-D2CF-EB5B-9551-EC7BAF82E169}"/>
              </a:ext>
            </a:extLst>
          </p:cNvPr>
          <p:cNvCxnSpPr>
            <a:stCxn id="39" idx="0"/>
            <a:endCxn id="40" idx="2"/>
          </p:cNvCxnSpPr>
          <p:nvPr/>
        </p:nvCxnSpPr>
        <p:spPr>
          <a:xfrm flipV="1">
            <a:off x="2952751" y="3843338"/>
            <a:ext cx="161925" cy="2476500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2" name="Diagram element 15">
            <a:extLst>
              <a:ext uri="{FF2B5EF4-FFF2-40B4-BE49-F238E27FC236}">
                <a16:creationId xmlns:a16="http://schemas.microsoft.com/office/drawing/2014/main" id="{13D4DC9C-ACCB-CB83-7011-73558D98891B}"/>
              </a:ext>
            </a:extLst>
          </p:cNvPr>
          <p:cNvSpPr>
            <a:spLocks noGrp="1"/>
          </p:cNvSpPr>
          <p:nvPr/>
        </p:nvSpPr>
        <p:spPr>
          <a:xfrm>
            <a:off x="4367213" y="74723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3" name="Diagram element 16">
            <a:extLst>
              <a:ext uri="{FF2B5EF4-FFF2-40B4-BE49-F238E27FC236}">
                <a16:creationId xmlns:a16="http://schemas.microsoft.com/office/drawing/2014/main" id="{3A1BDAB8-5DA1-D964-6B34-8752DCABE08A}"/>
              </a:ext>
            </a:extLst>
          </p:cNvPr>
          <p:cNvSpPr>
            <a:spLocks noGrp="1"/>
          </p:cNvSpPr>
          <p:nvPr/>
        </p:nvSpPr>
        <p:spPr>
          <a:xfrm>
            <a:off x="3538538" y="38814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4" name="UD 2 offloads directly to UAV 1">
            <a:extLst>
              <a:ext uri="{FF2B5EF4-FFF2-40B4-BE49-F238E27FC236}">
                <a16:creationId xmlns:a16="http://schemas.microsoft.com/office/drawing/2014/main" id="{477EF471-C11A-F98A-9C09-77907399CE3C}"/>
              </a:ext>
            </a:extLst>
          </p:cNvPr>
          <p:cNvCxnSpPr>
            <a:stCxn id="42" idx="0"/>
            <a:endCxn id="43" idx="2"/>
          </p:cNvCxnSpPr>
          <p:nvPr/>
        </p:nvCxnSpPr>
        <p:spPr>
          <a:xfrm flipH="1" flipV="1">
            <a:off x="3543301" y="3890963"/>
            <a:ext cx="828675" cy="3581400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5" name="Diagram element 17">
            <a:extLst>
              <a:ext uri="{FF2B5EF4-FFF2-40B4-BE49-F238E27FC236}">
                <a16:creationId xmlns:a16="http://schemas.microsoft.com/office/drawing/2014/main" id="{E2742231-168C-9BB6-5261-5330B03A14ED}"/>
              </a:ext>
            </a:extLst>
          </p:cNvPr>
          <p:cNvSpPr>
            <a:spLocks noGrp="1"/>
          </p:cNvSpPr>
          <p:nvPr/>
        </p:nvSpPr>
        <p:spPr>
          <a:xfrm>
            <a:off x="5795963" y="6491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6" name="Diagram element 18">
            <a:extLst>
              <a:ext uri="{FF2B5EF4-FFF2-40B4-BE49-F238E27FC236}">
                <a16:creationId xmlns:a16="http://schemas.microsoft.com/office/drawing/2014/main" id="{C3BEC39C-9418-AACF-3DDD-E559993EBC36}"/>
              </a:ext>
            </a:extLst>
          </p:cNvPr>
          <p:cNvSpPr>
            <a:spLocks noGrp="1"/>
          </p:cNvSpPr>
          <p:nvPr/>
        </p:nvSpPr>
        <p:spPr>
          <a:xfrm>
            <a:off x="6605588" y="4243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7" name="UD 3 offloads directly to UAV 2">
            <a:extLst>
              <a:ext uri="{FF2B5EF4-FFF2-40B4-BE49-F238E27FC236}">
                <a16:creationId xmlns:a16="http://schemas.microsoft.com/office/drawing/2014/main" id="{53F9B4D4-DA96-65FC-BE2C-6C46705AB28F}"/>
              </a:ext>
            </a:extLst>
          </p:cNvPr>
          <p:cNvCxnSpPr>
            <a:stCxn id="45" idx="0"/>
            <a:endCxn id="46" idx="2"/>
          </p:cNvCxnSpPr>
          <p:nvPr/>
        </p:nvCxnSpPr>
        <p:spPr>
          <a:xfrm flipV="1">
            <a:off x="5800726" y="4252913"/>
            <a:ext cx="809625" cy="2238375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8" name="Diagram element 19">
            <a:extLst>
              <a:ext uri="{FF2B5EF4-FFF2-40B4-BE49-F238E27FC236}">
                <a16:creationId xmlns:a16="http://schemas.microsoft.com/office/drawing/2014/main" id="{4ABB5B7C-CEF5-8FDD-7679-B01A55729401}"/>
              </a:ext>
            </a:extLst>
          </p:cNvPr>
          <p:cNvSpPr>
            <a:spLocks noGrp="1"/>
          </p:cNvSpPr>
          <p:nvPr/>
        </p:nvSpPr>
        <p:spPr>
          <a:xfrm>
            <a:off x="7996238" y="72437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9" name="Diagram element 20">
            <a:extLst>
              <a:ext uri="{FF2B5EF4-FFF2-40B4-BE49-F238E27FC236}">
                <a16:creationId xmlns:a16="http://schemas.microsoft.com/office/drawing/2014/main" id="{EA530E45-B261-72BE-766B-E811048A015D}"/>
              </a:ext>
            </a:extLst>
          </p:cNvPr>
          <p:cNvSpPr>
            <a:spLocks noGrp="1"/>
          </p:cNvSpPr>
          <p:nvPr/>
        </p:nvSpPr>
        <p:spPr>
          <a:xfrm>
            <a:off x="7186613" y="42338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0" name="UD 4 offloads directly to UAV 2">
            <a:extLst>
              <a:ext uri="{FF2B5EF4-FFF2-40B4-BE49-F238E27FC236}">
                <a16:creationId xmlns:a16="http://schemas.microsoft.com/office/drawing/2014/main" id="{083C46B0-AE5A-52BD-664B-9AFEDDE4C14D}"/>
              </a:ext>
            </a:extLst>
          </p:cNvPr>
          <p:cNvCxnSpPr>
            <a:stCxn id="48" idx="0"/>
            <a:endCxn id="49" idx="2"/>
          </p:cNvCxnSpPr>
          <p:nvPr/>
        </p:nvCxnSpPr>
        <p:spPr>
          <a:xfrm flipH="1" flipV="1">
            <a:off x="7191376" y="4243388"/>
            <a:ext cx="809625" cy="3000375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51" name="Diagram element 21">
            <a:extLst>
              <a:ext uri="{FF2B5EF4-FFF2-40B4-BE49-F238E27FC236}">
                <a16:creationId xmlns:a16="http://schemas.microsoft.com/office/drawing/2014/main" id="{C29D63FA-09D5-067F-9CB9-C1BF8054CE4F}"/>
              </a:ext>
            </a:extLst>
          </p:cNvPr>
          <p:cNvSpPr>
            <a:spLocks noGrp="1"/>
          </p:cNvSpPr>
          <p:nvPr/>
        </p:nvSpPr>
        <p:spPr>
          <a:xfrm>
            <a:off x="10939463" y="74533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" name="Diagram element 22">
            <a:extLst>
              <a:ext uri="{FF2B5EF4-FFF2-40B4-BE49-F238E27FC236}">
                <a16:creationId xmlns:a16="http://schemas.microsoft.com/office/drawing/2014/main" id="{4C7232CF-6E9F-B431-883A-C1529367FB4D}"/>
              </a:ext>
            </a:extLst>
          </p:cNvPr>
          <p:cNvSpPr>
            <a:spLocks noGrp="1"/>
          </p:cNvSpPr>
          <p:nvPr/>
        </p:nvSpPr>
        <p:spPr>
          <a:xfrm>
            <a:off x="10529888" y="37004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3" name="UD 5 offloads directly to UAV 3">
            <a:extLst>
              <a:ext uri="{FF2B5EF4-FFF2-40B4-BE49-F238E27FC236}">
                <a16:creationId xmlns:a16="http://schemas.microsoft.com/office/drawing/2014/main" id="{BF1CBD8E-23C2-1150-2BF1-CD5B8C61A70B}"/>
              </a:ext>
            </a:extLst>
          </p:cNvPr>
          <p:cNvCxnSpPr>
            <a:stCxn id="51" idx="0"/>
            <a:endCxn id="52" idx="2"/>
          </p:cNvCxnSpPr>
          <p:nvPr/>
        </p:nvCxnSpPr>
        <p:spPr>
          <a:xfrm flipH="1" flipV="1">
            <a:off x="10534651" y="3709988"/>
            <a:ext cx="409575" cy="3743325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54" name="Diagram element 23">
            <a:extLst>
              <a:ext uri="{FF2B5EF4-FFF2-40B4-BE49-F238E27FC236}">
                <a16:creationId xmlns:a16="http://schemas.microsoft.com/office/drawing/2014/main" id="{A2BFADDC-05C3-6768-93F4-3650C3E4EA88}"/>
              </a:ext>
            </a:extLst>
          </p:cNvPr>
          <p:cNvSpPr>
            <a:spLocks noGrp="1"/>
          </p:cNvSpPr>
          <p:nvPr/>
        </p:nvSpPr>
        <p:spPr>
          <a:xfrm>
            <a:off x="11977688" y="61579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5" name="Diagram element 24">
            <a:extLst>
              <a:ext uri="{FF2B5EF4-FFF2-40B4-BE49-F238E27FC236}">
                <a16:creationId xmlns:a16="http://schemas.microsoft.com/office/drawing/2014/main" id="{2D5359CC-F7C8-C9AD-FFBD-04BFBAE9CAEC}"/>
              </a:ext>
            </a:extLst>
          </p:cNvPr>
          <p:cNvSpPr>
            <a:spLocks noGrp="1"/>
          </p:cNvSpPr>
          <p:nvPr/>
        </p:nvSpPr>
        <p:spPr>
          <a:xfrm>
            <a:off x="13139738" y="5424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6" name="Direct UD 6 to LEO path, segment 1">
            <a:extLst>
              <a:ext uri="{FF2B5EF4-FFF2-40B4-BE49-F238E27FC236}">
                <a16:creationId xmlns:a16="http://schemas.microsoft.com/office/drawing/2014/main" id="{53144A39-24E3-8908-967C-43955BEECA3C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 flipV="1">
            <a:off x="11987213" y="5429251"/>
            <a:ext cx="1152525" cy="733425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</a:ln>
        </p:spPr>
      </p:cxnSp>
      <p:sp>
        <p:nvSpPr>
          <p:cNvPr id="57" name="Diagram element 25">
            <a:extLst>
              <a:ext uri="{FF2B5EF4-FFF2-40B4-BE49-F238E27FC236}">
                <a16:creationId xmlns:a16="http://schemas.microsoft.com/office/drawing/2014/main" id="{F3631340-F76E-629A-6A5D-E23B8A8BD898}"/>
              </a:ext>
            </a:extLst>
          </p:cNvPr>
          <p:cNvSpPr>
            <a:spLocks noGrp="1"/>
          </p:cNvSpPr>
          <p:nvPr/>
        </p:nvSpPr>
        <p:spPr>
          <a:xfrm>
            <a:off x="13139738" y="5424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Diagram element 26">
            <a:extLst>
              <a:ext uri="{FF2B5EF4-FFF2-40B4-BE49-F238E27FC236}">
                <a16:creationId xmlns:a16="http://schemas.microsoft.com/office/drawing/2014/main" id="{A212C47F-D85B-BD60-89D2-A26F0DAE72E1}"/>
              </a:ext>
            </a:extLst>
          </p:cNvPr>
          <p:cNvSpPr>
            <a:spLocks noGrp="1"/>
          </p:cNvSpPr>
          <p:nvPr/>
        </p:nvSpPr>
        <p:spPr>
          <a:xfrm>
            <a:off x="13139738" y="1957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9" name="Direct UD 6 to LEO path, segment 2">
            <a:extLst>
              <a:ext uri="{FF2B5EF4-FFF2-40B4-BE49-F238E27FC236}">
                <a16:creationId xmlns:a16="http://schemas.microsoft.com/office/drawing/2014/main" id="{713980E9-9981-3667-C2CC-83C352635B21}"/>
              </a:ext>
            </a:extLst>
          </p:cNvPr>
          <p:cNvCxnSpPr>
            <a:stCxn id="57" idx="0"/>
            <a:endCxn id="58" idx="2"/>
          </p:cNvCxnSpPr>
          <p:nvPr/>
        </p:nvCxnSpPr>
        <p:spPr>
          <a:xfrm flipV="1">
            <a:off x="13144501" y="1966913"/>
            <a:ext cx="0" cy="3457575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</a:ln>
        </p:spPr>
      </p:cxnSp>
      <p:sp>
        <p:nvSpPr>
          <p:cNvPr id="60" name="Diagram element 27">
            <a:extLst>
              <a:ext uri="{FF2B5EF4-FFF2-40B4-BE49-F238E27FC236}">
                <a16:creationId xmlns:a16="http://schemas.microsoft.com/office/drawing/2014/main" id="{B30FEA41-5D1C-9E47-0DBF-ABE7E35A279C}"/>
              </a:ext>
            </a:extLst>
          </p:cNvPr>
          <p:cNvSpPr>
            <a:spLocks noGrp="1"/>
          </p:cNvSpPr>
          <p:nvPr/>
        </p:nvSpPr>
        <p:spPr>
          <a:xfrm>
            <a:off x="13139738" y="1957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1" name="Diagram element 28">
            <a:extLst>
              <a:ext uri="{FF2B5EF4-FFF2-40B4-BE49-F238E27FC236}">
                <a16:creationId xmlns:a16="http://schemas.microsoft.com/office/drawing/2014/main" id="{2C77DF95-65C0-9346-149A-5EA50F11B8D4}"/>
              </a:ext>
            </a:extLst>
          </p:cNvPr>
          <p:cNvSpPr>
            <a:spLocks noGrp="1"/>
          </p:cNvSpPr>
          <p:nvPr/>
        </p:nvSpPr>
        <p:spPr>
          <a:xfrm>
            <a:off x="12587288" y="1557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2" name="UD 6 offloads directly to LEO without UAV forwarding">
            <a:extLst>
              <a:ext uri="{FF2B5EF4-FFF2-40B4-BE49-F238E27FC236}">
                <a16:creationId xmlns:a16="http://schemas.microsoft.com/office/drawing/2014/main" id="{AA7D1969-4134-39DC-8972-F224D8A94DBC}"/>
              </a:ext>
            </a:extLst>
          </p:cNvPr>
          <p:cNvCxnSpPr>
            <a:stCxn id="60" idx="1"/>
            <a:endCxn id="61" idx="3"/>
          </p:cNvCxnSpPr>
          <p:nvPr/>
        </p:nvCxnSpPr>
        <p:spPr>
          <a:xfrm flipH="1" flipV="1">
            <a:off x="12596813" y="1562101"/>
            <a:ext cx="542925" cy="400050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65" name="Mobile UD 1">
            <a:extLst>
              <a:ext uri="{FF2B5EF4-FFF2-40B4-BE49-F238E27FC236}">
                <a16:creationId xmlns:a16="http://schemas.microsoft.com/office/drawing/2014/main" id="{E64D9084-E3D9-6429-5ABD-ED991F08B791}"/>
              </a:ext>
            </a:extLst>
          </p:cNvPr>
          <p:cNvSpPr>
            <a:spLocks noGrp="1"/>
          </p:cNvSpPr>
          <p:nvPr/>
        </p:nvSpPr>
        <p:spPr>
          <a:xfrm>
            <a:off x="2857500" y="616267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66" name="Diagram element 31">
            <a:extLst>
              <a:ext uri="{FF2B5EF4-FFF2-40B4-BE49-F238E27FC236}">
                <a16:creationId xmlns:a16="http://schemas.microsoft.com/office/drawing/2014/main" id="{6F227231-B38C-A771-D51F-702360E6B073}"/>
              </a:ext>
            </a:extLst>
          </p:cNvPr>
          <p:cNvSpPr>
            <a:spLocks noGrp="1"/>
          </p:cNvSpPr>
          <p:nvPr/>
        </p:nvSpPr>
        <p:spPr>
          <a:xfrm>
            <a:off x="2890838" y="620553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67" name="Diagram element 32">
            <a:extLst>
              <a:ext uri="{FF2B5EF4-FFF2-40B4-BE49-F238E27FC236}">
                <a16:creationId xmlns:a16="http://schemas.microsoft.com/office/drawing/2014/main" id="{7A7DE64F-BA78-3075-9237-4A9B8F4B8170}"/>
              </a:ext>
            </a:extLst>
          </p:cNvPr>
          <p:cNvSpPr>
            <a:spLocks noGrp="1"/>
          </p:cNvSpPr>
          <p:nvPr/>
        </p:nvSpPr>
        <p:spPr>
          <a:xfrm>
            <a:off x="2938463" y="643128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Mobile UD 2">
            <a:extLst>
              <a:ext uri="{FF2B5EF4-FFF2-40B4-BE49-F238E27FC236}">
                <a16:creationId xmlns:a16="http://schemas.microsoft.com/office/drawing/2014/main" id="{C5C213C3-3286-EBAE-AF4E-A7AD82768BDE}"/>
              </a:ext>
            </a:extLst>
          </p:cNvPr>
          <p:cNvSpPr>
            <a:spLocks noGrp="1"/>
          </p:cNvSpPr>
          <p:nvPr/>
        </p:nvSpPr>
        <p:spPr>
          <a:xfrm>
            <a:off x="4276725" y="731520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70" name="Diagram element 34">
            <a:extLst>
              <a:ext uri="{FF2B5EF4-FFF2-40B4-BE49-F238E27FC236}">
                <a16:creationId xmlns:a16="http://schemas.microsoft.com/office/drawing/2014/main" id="{87F09F36-704D-3731-47B2-60CD6657C12D}"/>
              </a:ext>
            </a:extLst>
          </p:cNvPr>
          <p:cNvSpPr>
            <a:spLocks noGrp="1"/>
          </p:cNvSpPr>
          <p:nvPr/>
        </p:nvSpPr>
        <p:spPr>
          <a:xfrm>
            <a:off x="4310063" y="735806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71" name="Diagram element 35">
            <a:extLst>
              <a:ext uri="{FF2B5EF4-FFF2-40B4-BE49-F238E27FC236}">
                <a16:creationId xmlns:a16="http://schemas.microsoft.com/office/drawing/2014/main" id="{EB3A493F-6D5C-15FB-A710-D9CE83C8B35F}"/>
              </a:ext>
            </a:extLst>
          </p:cNvPr>
          <p:cNvSpPr>
            <a:spLocks noGrp="1"/>
          </p:cNvSpPr>
          <p:nvPr/>
        </p:nvSpPr>
        <p:spPr>
          <a:xfrm>
            <a:off x="4357688" y="758380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3" name="Mobile UD 3">
            <a:extLst>
              <a:ext uri="{FF2B5EF4-FFF2-40B4-BE49-F238E27FC236}">
                <a16:creationId xmlns:a16="http://schemas.microsoft.com/office/drawing/2014/main" id="{FA9DE6E2-10A7-685B-270B-D14317B252AD}"/>
              </a:ext>
            </a:extLst>
          </p:cNvPr>
          <p:cNvSpPr>
            <a:spLocks noGrp="1"/>
          </p:cNvSpPr>
          <p:nvPr/>
        </p:nvSpPr>
        <p:spPr>
          <a:xfrm>
            <a:off x="5705475" y="633412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74" name="Diagram element 37">
            <a:extLst>
              <a:ext uri="{FF2B5EF4-FFF2-40B4-BE49-F238E27FC236}">
                <a16:creationId xmlns:a16="http://schemas.microsoft.com/office/drawing/2014/main" id="{ADBA7B96-6B6E-E3A5-AD32-B2BF44403916}"/>
              </a:ext>
            </a:extLst>
          </p:cNvPr>
          <p:cNvSpPr>
            <a:spLocks noGrp="1"/>
          </p:cNvSpPr>
          <p:nvPr/>
        </p:nvSpPr>
        <p:spPr>
          <a:xfrm>
            <a:off x="5738813" y="637698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75" name="Diagram element 38">
            <a:extLst>
              <a:ext uri="{FF2B5EF4-FFF2-40B4-BE49-F238E27FC236}">
                <a16:creationId xmlns:a16="http://schemas.microsoft.com/office/drawing/2014/main" id="{9F9E584B-A7E1-34BF-B023-B97112973683}"/>
              </a:ext>
            </a:extLst>
          </p:cNvPr>
          <p:cNvSpPr>
            <a:spLocks noGrp="1"/>
          </p:cNvSpPr>
          <p:nvPr/>
        </p:nvSpPr>
        <p:spPr>
          <a:xfrm>
            <a:off x="5786438" y="660273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Mobile UD 4">
            <a:extLst>
              <a:ext uri="{FF2B5EF4-FFF2-40B4-BE49-F238E27FC236}">
                <a16:creationId xmlns:a16="http://schemas.microsoft.com/office/drawing/2014/main" id="{FE3D5224-841A-C22F-540E-3DC44DD0711F}"/>
              </a:ext>
            </a:extLst>
          </p:cNvPr>
          <p:cNvSpPr>
            <a:spLocks noGrp="1"/>
          </p:cNvSpPr>
          <p:nvPr/>
        </p:nvSpPr>
        <p:spPr>
          <a:xfrm>
            <a:off x="7905750" y="708660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78" name="Diagram element 40">
            <a:extLst>
              <a:ext uri="{FF2B5EF4-FFF2-40B4-BE49-F238E27FC236}">
                <a16:creationId xmlns:a16="http://schemas.microsoft.com/office/drawing/2014/main" id="{DE490604-900F-6411-6E6D-DF42D38202AD}"/>
              </a:ext>
            </a:extLst>
          </p:cNvPr>
          <p:cNvSpPr>
            <a:spLocks noGrp="1"/>
          </p:cNvSpPr>
          <p:nvPr/>
        </p:nvSpPr>
        <p:spPr>
          <a:xfrm>
            <a:off x="7939088" y="712946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79" name="Diagram element 41">
            <a:extLst>
              <a:ext uri="{FF2B5EF4-FFF2-40B4-BE49-F238E27FC236}">
                <a16:creationId xmlns:a16="http://schemas.microsoft.com/office/drawing/2014/main" id="{42C702F6-1DDF-A2FA-E1B2-AEC219086C73}"/>
              </a:ext>
            </a:extLst>
          </p:cNvPr>
          <p:cNvSpPr>
            <a:spLocks noGrp="1"/>
          </p:cNvSpPr>
          <p:nvPr/>
        </p:nvSpPr>
        <p:spPr>
          <a:xfrm>
            <a:off x="7986713" y="735520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1" name="Mobile UD 5">
            <a:extLst>
              <a:ext uri="{FF2B5EF4-FFF2-40B4-BE49-F238E27FC236}">
                <a16:creationId xmlns:a16="http://schemas.microsoft.com/office/drawing/2014/main" id="{6926E06B-E66B-6CF9-2AAE-180E0509E68D}"/>
              </a:ext>
            </a:extLst>
          </p:cNvPr>
          <p:cNvSpPr>
            <a:spLocks noGrp="1"/>
          </p:cNvSpPr>
          <p:nvPr/>
        </p:nvSpPr>
        <p:spPr>
          <a:xfrm>
            <a:off x="10848975" y="729615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82" name="Diagram element 43">
            <a:extLst>
              <a:ext uri="{FF2B5EF4-FFF2-40B4-BE49-F238E27FC236}">
                <a16:creationId xmlns:a16="http://schemas.microsoft.com/office/drawing/2014/main" id="{58BB2205-0FE9-C373-E3C5-6752BFD0BA06}"/>
              </a:ext>
            </a:extLst>
          </p:cNvPr>
          <p:cNvSpPr>
            <a:spLocks noGrp="1"/>
          </p:cNvSpPr>
          <p:nvPr/>
        </p:nvSpPr>
        <p:spPr>
          <a:xfrm>
            <a:off x="10882313" y="733901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83" name="Diagram element 44">
            <a:extLst>
              <a:ext uri="{FF2B5EF4-FFF2-40B4-BE49-F238E27FC236}">
                <a16:creationId xmlns:a16="http://schemas.microsoft.com/office/drawing/2014/main" id="{6C9E280E-D53D-F1D2-129A-1A97663523BE}"/>
              </a:ext>
            </a:extLst>
          </p:cNvPr>
          <p:cNvSpPr>
            <a:spLocks noGrp="1"/>
          </p:cNvSpPr>
          <p:nvPr/>
        </p:nvSpPr>
        <p:spPr>
          <a:xfrm>
            <a:off x="10929938" y="756475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5" name="Mobile UD 6">
            <a:extLst>
              <a:ext uri="{FF2B5EF4-FFF2-40B4-BE49-F238E27FC236}">
                <a16:creationId xmlns:a16="http://schemas.microsoft.com/office/drawing/2014/main" id="{9DAED359-C2D7-6F58-6D8F-BCA463D2DCF7}"/>
              </a:ext>
            </a:extLst>
          </p:cNvPr>
          <p:cNvSpPr>
            <a:spLocks noGrp="1"/>
          </p:cNvSpPr>
          <p:nvPr/>
        </p:nvSpPr>
        <p:spPr>
          <a:xfrm>
            <a:off x="11887200" y="6000750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86" name="Diagram element 46">
            <a:extLst>
              <a:ext uri="{FF2B5EF4-FFF2-40B4-BE49-F238E27FC236}">
                <a16:creationId xmlns:a16="http://schemas.microsoft.com/office/drawing/2014/main" id="{2CF7E0A0-E286-7AEF-95E4-B78B6BD8922B}"/>
              </a:ext>
            </a:extLst>
          </p:cNvPr>
          <p:cNvSpPr>
            <a:spLocks noGrp="1"/>
          </p:cNvSpPr>
          <p:nvPr/>
        </p:nvSpPr>
        <p:spPr>
          <a:xfrm>
            <a:off x="11920538" y="6043613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87" name="Diagram element 47">
            <a:extLst>
              <a:ext uri="{FF2B5EF4-FFF2-40B4-BE49-F238E27FC236}">
                <a16:creationId xmlns:a16="http://schemas.microsoft.com/office/drawing/2014/main" id="{E7BE7193-54B1-C78E-5F72-2B8BE89D715A}"/>
              </a:ext>
            </a:extLst>
          </p:cNvPr>
          <p:cNvSpPr>
            <a:spLocks noGrp="1"/>
          </p:cNvSpPr>
          <p:nvPr/>
        </p:nvSpPr>
        <p:spPr>
          <a:xfrm>
            <a:off x="11968163" y="6269355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" name="Mobile UD 7">
            <a:extLst>
              <a:ext uri="{FF2B5EF4-FFF2-40B4-BE49-F238E27FC236}">
                <a16:creationId xmlns:a16="http://schemas.microsoft.com/office/drawing/2014/main" id="{3112F040-07DF-476E-F102-0CD70114AC52}"/>
              </a:ext>
            </a:extLst>
          </p:cNvPr>
          <p:cNvSpPr>
            <a:spLocks noGrp="1"/>
          </p:cNvSpPr>
          <p:nvPr/>
        </p:nvSpPr>
        <p:spPr>
          <a:xfrm>
            <a:off x="5010150" y="850582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90" name="Diagram element 49">
            <a:extLst>
              <a:ext uri="{FF2B5EF4-FFF2-40B4-BE49-F238E27FC236}">
                <a16:creationId xmlns:a16="http://schemas.microsoft.com/office/drawing/2014/main" id="{2AD6BF6D-7C4E-0730-FF97-6FEF1E0B57BE}"/>
              </a:ext>
            </a:extLst>
          </p:cNvPr>
          <p:cNvSpPr>
            <a:spLocks noGrp="1"/>
          </p:cNvSpPr>
          <p:nvPr/>
        </p:nvSpPr>
        <p:spPr>
          <a:xfrm>
            <a:off x="5043488" y="854868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91" name="Diagram element 50">
            <a:extLst>
              <a:ext uri="{FF2B5EF4-FFF2-40B4-BE49-F238E27FC236}">
                <a16:creationId xmlns:a16="http://schemas.microsoft.com/office/drawing/2014/main" id="{E57A40F5-48B3-DB71-C8B8-5C21803907DB}"/>
              </a:ext>
            </a:extLst>
          </p:cNvPr>
          <p:cNvSpPr>
            <a:spLocks noGrp="1"/>
          </p:cNvSpPr>
          <p:nvPr/>
        </p:nvSpPr>
        <p:spPr>
          <a:xfrm>
            <a:off x="5091113" y="877443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3" name="Mobile UD 20">
            <a:extLst>
              <a:ext uri="{FF2B5EF4-FFF2-40B4-BE49-F238E27FC236}">
                <a16:creationId xmlns:a16="http://schemas.microsoft.com/office/drawing/2014/main" id="{9C5CE6E2-B62C-6E42-2740-2072BB49AF9B}"/>
              </a:ext>
            </a:extLst>
          </p:cNvPr>
          <p:cNvSpPr>
            <a:spLocks noGrp="1"/>
          </p:cNvSpPr>
          <p:nvPr/>
        </p:nvSpPr>
        <p:spPr>
          <a:xfrm>
            <a:off x="9201150" y="8639175"/>
            <a:ext cx="190500" cy="323850"/>
          </a:xfrm>
          <a:prstGeom prst="roundRect">
            <a:avLst>
              <a:gd name="adj" fmla="val 15000"/>
            </a:avLst>
          </a:prstGeom>
          <a:solidFill>
            <a:srgbClr val="32495C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94" name="Diagram element 52">
            <a:extLst>
              <a:ext uri="{FF2B5EF4-FFF2-40B4-BE49-F238E27FC236}">
                <a16:creationId xmlns:a16="http://schemas.microsoft.com/office/drawing/2014/main" id="{BFA09086-3C91-2A46-EF41-401DC3064C4D}"/>
              </a:ext>
            </a:extLst>
          </p:cNvPr>
          <p:cNvSpPr>
            <a:spLocks noGrp="1"/>
          </p:cNvSpPr>
          <p:nvPr/>
        </p:nvSpPr>
        <p:spPr>
          <a:xfrm>
            <a:off x="9234488" y="8682038"/>
            <a:ext cx="123825" cy="209550"/>
          </a:xfrm>
          <a:prstGeom prst="rect">
            <a:avLst/>
          </a:prstGeom>
          <a:solidFill>
            <a:srgbClr val="E7F3F8"/>
          </a:solidFill>
          <a:ln w="0">
            <a:noFill/>
            <a:prstDash val="solid"/>
          </a:ln>
        </p:spPr>
      </p:sp>
      <p:sp>
        <p:nvSpPr>
          <p:cNvPr id="95" name="Diagram element 53">
            <a:extLst>
              <a:ext uri="{FF2B5EF4-FFF2-40B4-BE49-F238E27FC236}">
                <a16:creationId xmlns:a16="http://schemas.microsoft.com/office/drawing/2014/main" id="{4BC31193-306A-52BD-7328-D27015CACBE5}"/>
              </a:ext>
            </a:extLst>
          </p:cNvPr>
          <p:cNvSpPr>
            <a:spLocks noGrp="1"/>
          </p:cNvSpPr>
          <p:nvPr/>
        </p:nvSpPr>
        <p:spPr>
          <a:xfrm>
            <a:off x="9282113" y="8907780"/>
            <a:ext cx="28575" cy="2857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7" name="Local computation loop">
            <a:extLst>
              <a:ext uri="{FF2B5EF4-FFF2-40B4-BE49-F238E27FC236}">
                <a16:creationId xmlns:a16="http://schemas.microsoft.com/office/drawing/2014/main" id="{F2F73CA9-CC68-E68A-4961-F85D64218568}"/>
              </a:ext>
            </a:extLst>
          </p:cNvPr>
          <p:cNvSpPr>
            <a:spLocks noGrp="1"/>
          </p:cNvSpPr>
          <p:nvPr/>
        </p:nvSpPr>
        <p:spPr>
          <a:xfrm>
            <a:off x="4667250" y="8334375"/>
            <a:ext cx="590550" cy="523875"/>
          </a:xfrm>
          <a:custGeom>
            <a:avLst/>
            <a:gdLst/>
            <a:ahLst/>
            <a:cxnLst/>
            <a:rect l="0" t="0" r="0" b="0"/>
            <a:pathLst>
              <a:path w="590550" h="523875">
                <a:moveTo>
                  <a:pt x="457200" y="85725"/>
                </a:moveTo>
                <a:cubicBezTo>
                  <a:pt x="171450" y="-76200"/>
                  <a:pt x="-19050" y="95250"/>
                  <a:pt x="47625" y="314325"/>
                </a:cubicBezTo>
                <a:cubicBezTo>
                  <a:pt x="133350" y="571500"/>
                  <a:pt x="485775" y="523875"/>
                  <a:pt x="514350" y="285750"/>
                </a:cubicBezTo>
              </a:path>
            </a:pathLst>
          </a:custGeom>
          <a:noFill/>
          <a:ln w="25718">
            <a:solidFill>
              <a:srgbClr val="AD6216"/>
            </a:solidFill>
            <a:prstDash val="solid"/>
          </a:ln>
        </p:spPr>
      </p:sp>
      <p:sp>
        <p:nvSpPr>
          <p:cNvPr id="98" name="Diagram element 55">
            <a:extLst>
              <a:ext uri="{FF2B5EF4-FFF2-40B4-BE49-F238E27FC236}">
                <a16:creationId xmlns:a16="http://schemas.microsoft.com/office/drawing/2014/main" id="{4D6FD7DD-0A1F-32C1-0903-24BC1AAC5A5C}"/>
              </a:ext>
            </a:extLst>
          </p:cNvPr>
          <p:cNvSpPr>
            <a:spLocks noGrp="1"/>
          </p:cNvSpPr>
          <p:nvPr/>
        </p:nvSpPr>
        <p:spPr>
          <a:xfrm rot="120000">
            <a:off x="5133975" y="8572500"/>
            <a:ext cx="95250" cy="95250"/>
          </a:xfrm>
          <a:prstGeom prst="triangle">
            <a:avLst/>
          </a:prstGeom>
          <a:solidFill>
            <a:srgbClr val="AD6216"/>
          </a:solidFill>
          <a:ln w="0">
            <a:noFill/>
            <a:prstDash val="solid"/>
          </a:ln>
        </p:spPr>
      </p:sp>
      <p:sp>
        <p:nvSpPr>
          <p:cNvPr id="99" name="Local computation loop">
            <a:extLst>
              <a:ext uri="{FF2B5EF4-FFF2-40B4-BE49-F238E27FC236}">
                <a16:creationId xmlns:a16="http://schemas.microsoft.com/office/drawing/2014/main" id="{50020F80-A7A0-5AC3-4FA9-87157183E8A1}"/>
              </a:ext>
            </a:extLst>
          </p:cNvPr>
          <p:cNvSpPr>
            <a:spLocks noGrp="1"/>
          </p:cNvSpPr>
          <p:nvPr/>
        </p:nvSpPr>
        <p:spPr>
          <a:xfrm>
            <a:off x="8915400" y="8448675"/>
            <a:ext cx="590550" cy="523875"/>
          </a:xfrm>
          <a:custGeom>
            <a:avLst/>
            <a:gdLst/>
            <a:ahLst/>
            <a:cxnLst/>
            <a:rect l="0" t="0" r="0" b="0"/>
            <a:pathLst>
              <a:path w="590550" h="523875">
                <a:moveTo>
                  <a:pt x="457200" y="85725"/>
                </a:moveTo>
                <a:cubicBezTo>
                  <a:pt x="171450" y="-76200"/>
                  <a:pt x="-19050" y="95250"/>
                  <a:pt x="47625" y="314325"/>
                </a:cubicBezTo>
                <a:cubicBezTo>
                  <a:pt x="133350" y="571500"/>
                  <a:pt x="485775" y="523875"/>
                  <a:pt x="514350" y="285750"/>
                </a:cubicBezTo>
              </a:path>
            </a:pathLst>
          </a:custGeom>
          <a:noFill/>
          <a:ln w="25718">
            <a:solidFill>
              <a:srgbClr val="AD6216"/>
            </a:solidFill>
            <a:prstDash val="solid"/>
          </a:ln>
        </p:spPr>
      </p:sp>
      <p:sp>
        <p:nvSpPr>
          <p:cNvPr id="100" name="Diagram element 56">
            <a:extLst>
              <a:ext uri="{FF2B5EF4-FFF2-40B4-BE49-F238E27FC236}">
                <a16:creationId xmlns:a16="http://schemas.microsoft.com/office/drawing/2014/main" id="{C11F0456-44A3-91DB-7F6A-29940A1229DE}"/>
              </a:ext>
            </a:extLst>
          </p:cNvPr>
          <p:cNvSpPr>
            <a:spLocks noGrp="1"/>
          </p:cNvSpPr>
          <p:nvPr/>
        </p:nvSpPr>
        <p:spPr>
          <a:xfrm rot="120000">
            <a:off x="9382125" y="8686800"/>
            <a:ext cx="95250" cy="95250"/>
          </a:xfrm>
          <a:prstGeom prst="triangle">
            <a:avLst/>
          </a:prstGeom>
          <a:solidFill>
            <a:srgbClr val="AD6216"/>
          </a:solidFill>
          <a:ln w="0">
            <a:noFill/>
            <a:prstDash val="solid"/>
          </a:ln>
        </p:spPr>
      </p:sp>
      <p:sp>
        <p:nvSpPr>
          <p:cNvPr id="102" name="Diagram element 58">
            <a:extLst>
              <a:ext uri="{FF2B5EF4-FFF2-40B4-BE49-F238E27FC236}">
                <a16:creationId xmlns:a16="http://schemas.microsoft.com/office/drawing/2014/main" id="{8D599838-32C0-3331-9503-6D0A096B4115}"/>
              </a:ext>
            </a:extLst>
          </p:cNvPr>
          <p:cNvSpPr>
            <a:spLocks noGrp="1"/>
          </p:cNvSpPr>
          <p:nvPr/>
        </p:nvSpPr>
        <p:spPr>
          <a:xfrm>
            <a:off x="4538663" y="84343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3" name="Diagram element 59">
            <a:extLst>
              <a:ext uri="{FF2B5EF4-FFF2-40B4-BE49-F238E27FC236}">
                <a16:creationId xmlns:a16="http://schemas.microsoft.com/office/drawing/2014/main" id="{39662A8B-98C6-4CBA-0985-7CC179202478}"/>
              </a:ext>
            </a:extLst>
          </p:cNvPr>
          <p:cNvSpPr>
            <a:spLocks noGrp="1"/>
          </p:cNvSpPr>
          <p:nvPr/>
        </p:nvSpPr>
        <p:spPr>
          <a:xfrm>
            <a:off x="4738688" y="85391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3BD503E-4963-17CC-BFF1-5FF222328984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>
            <a:off x="4548188" y="8439151"/>
            <a:ext cx="190500" cy="104775"/>
          </a:xfrm>
          <a:prstGeom prst="straightConnector1">
            <a:avLst/>
          </a:prstGeom>
          <a:ln w="14288">
            <a:solidFill>
              <a:srgbClr val="AD6216"/>
            </a:solidFill>
            <a:prstDash val="solid"/>
          </a:ln>
        </p:spPr>
      </p:cxnSp>
      <p:sp>
        <p:nvSpPr>
          <p:cNvPr id="105" name="Diagram element 60">
            <a:extLst>
              <a:ext uri="{FF2B5EF4-FFF2-40B4-BE49-F238E27FC236}">
                <a16:creationId xmlns:a16="http://schemas.microsoft.com/office/drawing/2014/main" id="{E7BC6CD7-7B32-BFFE-2331-C66E1D849AA2}"/>
              </a:ext>
            </a:extLst>
          </p:cNvPr>
          <p:cNvSpPr>
            <a:spLocks noGrp="1"/>
          </p:cNvSpPr>
          <p:nvPr/>
        </p:nvSpPr>
        <p:spPr>
          <a:xfrm>
            <a:off x="300038" y="338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6" name="Diagram element 61">
            <a:extLst>
              <a:ext uri="{FF2B5EF4-FFF2-40B4-BE49-F238E27FC236}">
                <a16:creationId xmlns:a16="http://schemas.microsoft.com/office/drawing/2014/main" id="{90B50532-8944-0CEE-D7D8-D5FBFC7CB986}"/>
              </a:ext>
            </a:extLst>
          </p:cNvPr>
          <p:cNvSpPr>
            <a:spLocks noGrp="1"/>
          </p:cNvSpPr>
          <p:nvPr/>
        </p:nvSpPr>
        <p:spPr>
          <a:xfrm>
            <a:off x="890588" y="3381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D35308EA-CEC4-2125-A3F0-B78A90189F63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>
            <a:off x="309563" y="342901"/>
            <a:ext cx="581025" cy="0"/>
          </a:xfrm>
          <a:prstGeom prst="straightConnector1">
            <a:avLst/>
          </a:prstGeom>
          <a:ln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108" name="Diagram element 62">
            <a:extLst>
              <a:ext uri="{FF2B5EF4-FFF2-40B4-BE49-F238E27FC236}">
                <a16:creationId xmlns:a16="http://schemas.microsoft.com/office/drawing/2014/main" id="{4D543461-FFEC-54CE-CB22-74F73A98DECE}"/>
              </a:ext>
            </a:extLst>
          </p:cNvPr>
          <p:cNvSpPr>
            <a:spLocks noGrp="1"/>
          </p:cNvSpPr>
          <p:nvPr/>
        </p:nvSpPr>
        <p:spPr>
          <a:xfrm>
            <a:off x="1057275" y="1809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UD–UAV offloading</a:t>
            </a:r>
          </a:p>
        </p:txBody>
      </p:sp>
      <p:sp>
        <p:nvSpPr>
          <p:cNvPr id="109" name="Diagram element 63">
            <a:extLst>
              <a:ext uri="{FF2B5EF4-FFF2-40B4-BE49-F238E27FC236}">
                <a16:creationId xmlns:a16="http://schemas.microsoft.com/office/drawing/2014/main" id="{201153E7-B435-C84A-0A16-AE40210F54C4}"/>
              </a:ext>
            </a:extLst>
          </p:cNvPr>
          <p:cNvSpPr>
            <a:spLocks noGrp="1"/>
          </p:cNvSpPr>
          <p:nvPr/>
        </p:nvSpPr>
        <p:spPr>
          <a:xfrm>
            <a:off x="300038" y="7381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0" name="Diagram element 64">
            <a:extLst>
              <a:ext uri="{FF2B5EF4-FFF2-40B4-BE49-F238E27FC236}">
                <a16:creationId xmlns:a16="http://schemas.microsoft.com/office/drawing/2014/main" id="{EF4B1EE9-9601-4000-3DA8-CEA1B2BDEF2F}"/>
              </a:ext>
            </a:extLst>
          </p:cNvPr>
          <p:cNvSpPr>
            <a:spLocks noGrp="1"/>
          </p:cNvSpPr>
          <p:nvPr/>
        </p:nvSpPr>
        <p:spPr>
          <a:xfrm>
            <a:off x="890588" y="7381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F0D75764-B744-925E-647A-CC7DAF0D7E60}"/>
              </a:ext>
            </a:extLst>
          </p:cNvPr>
          <p:cNvCxnSpPr>
            <a:stCxn id="109" idx="3"/>
            <a:endCxn id="110" idx="1"/>
          </p:cNvCxnSpPr>
          <p:nvPr/>
        </p:nvCxnSpPr>
        <p:spPr>
          <a:xfrm>
            <a:off x="309563" y="742951"/>
            <a:ext cx="581025" cy="0"/>
          </a:xfrm>
          <a:prstGeom prst="straightConnector1">
            <a:avLst/>
          </a:prstGeom>
          <a:ln w="28575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112" name="Diagram element 65">
            <a:extLst>
              <a:ext uri="{FF2B5EF4-FFF2-40B4-BE49-F238E27FC236}">
                <a16:creationId xmlns:a16="http://schemas.microsoft.com/office/drawing/2014/main" id="{7D754328-634F-C8B8-51DF-6747A3231C57}"/>
              </a:ext>
            </a:extLst>
          </p:cNvPr>
          <p:cNvSpPr>
            <a:spLocks noGrp="1"/>
          </p:cNvSpPr>
          <p:nvPr/>
        </p:nvSpPr>
        <p:spPr>
          <a:xfrm>
            <a:off x="1057275" y="58102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Direct UD–LEO offloading</a:t>
            </a:r>
          </a:p>
        </p:txBody>
      </p:sp>
      <p:sp>
        <p:nvSpPr>
          <p:cNvPr id="113" name="Diagram element 66">
            <a:extLst>
              <a:ext uri="{FF2B5EF4-FFF2-40B4-BE49-F238E27FC236}">
                <a16:creationId xmlns:a16="http://schemas.microsoft.com/office/drawing/2014/main" id="{9340EAEF-4AC9-4707-91F3-024D59DC0D56}"/>
              </a:ext>
            </a:extLst>
          </p:cNvPr>
          <p:cNvSpPr>
            <a:spLocks noGrp="1"/>
          </p:cNvSpPr>
          <p:nvPr/>
        </p:nvSpPr>
        <p:spPr>
          <a:xfrm>
            <a:off x="300038" y="11382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Diagram element 67">
            <a:extLst>
              <a:ext uri="{FF2B5EF4-FFF2-40B4-BE49-F238E27FC236}">
                <a16:creationId xmlns:a16="http://schemas.microsoft.com/office/drawing/2014/main" id="{B0FDCD23-991A-9703-365F-545DAFE23871}"/>
              </a:ext>
            </a:extLst>
          </p:cNvPr>
          <p:cNvSpPr>
            <a:spLocks noGrp="1"/>
          </p:cNvSpPr>
          <p:nvPr/>
        </p:nvSpPr>
        <p:spPr>
          <a:xfrm>
            <a:off x="890588" y="11382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8F25073C-DD3F-E992-6C42-37E002939240}"/>
              </a:ext>
            </a:extLst>
          </p:cNvPr>
          <p:cNvCxnSpPr>
            <a:stCxn id="113" idx="3"/>
            <a:endCxn id="114" idx="1"/>
          </p:cNvCxnSpPr>
          <p:nvPr/>
        </p:nvCxnSpPr>
        <p:spPr>
          <a:xfrm>
            <a:off x="309563" y="1143001"/>
            <a:ext cx="581025" cy="0"/>
          </a:xfrm>
          <a:prstGeom prst="straightConnector1">
            <a:avLst/>
          </a:prstGeom>
          <a:ln w="25718">
            <a:solidFill>
              <a:srgbClr val="AD6216"/>
            </a:solidFill>
            <a:prstDash val="solid"/>
            <a:tailEnd type="triangle" w="med" len="med"/>
          </a:ln>
        </p:spPr>
      </p:cxnSp>
      <p:sp>
        <p:nvSpPr>
          <p:cNvPr id="116" name="Diagram element 68">
            <a:extLst>
              <a:ext uri="{FF2B5EF4-FFF2-40B4-BE49-F238E27FC236}">
                <a16:creationId xmlns:a16="http://schemas.microsoft.com/office/drawing/2014/main" id="{A2F3DD02-CEE5-08F5-0748-FD2E84B87F10}"/>
              </a:ext>
            </a:extLst>
          </p:cNvPr>
          <p:cNvSpPr>
            <a:spLocks noGrp="1"/>
          </p:cNvSpPr>
          <p:nvPr/>
        </p:nvSpPr>
        <p:spPr>
          <a:xfrm>
            <a:off x="1057275" y="9810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Local computing</a:t>
            </a:r>
          </a:p>
        </p:txBody>
      </p:sp>
      <p:sp>
        <p:nvSpPr>
          <p:cNvPr id="117" name="Diagram element 69">
            <a:extLst>
              <a:ext uri="{FF2B5EF4-FFF2-40B4-BE49-F238E27FC236}">
                <a16:creationId xmlns:a16="http://schemas.microsoft.com/office/drawing/2014/main" id="{D87925C5-6F68-B7DB-6BFF-E35A31B55D80}"/>
              </a:ext>
            </a:extLst>
          </p:cNvPr>
          <p:cNvSpPr>
            <a:spLocks noGrp="1"/>
          </p:cNvSpPr>
          <p:nvPr/>
        </p:nvSpPr>
        <p:spPr>
          <a:xfrm>
            <a:off x="300038" y="1538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8" name="Diagram element 70">
            <a:extLst>
              <a:ext uri="{FF2B5EF4-FFF2-40B4-BE49-F238E27FC236}">
                <a16:creationId xmlns:a16="http://schemas.microsoft.com/office/drawing/2014/main" id="{8BDFC5BD-9604-8F54-E1DE-A496EE4A49D9}"/>
              </a:ext>
            </a:extLst>
          </p:cNvPr>
          <p:cNvSpPr>
            <a:spLocks noGrp="1"/>
          </p:cNvSpPr>
          <p:nvPr/>
        </p:nvSpPr>
        <p:spPr>
          <a:xfrm>
            <a:off x="890588" y="1538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DE052172-8822-9FB2-BBED-B5B59734EF85}"/>
              </a:ext>
            </a:extLst>
          </p:cNvPr>
          <p:cNvCxnSpPr>
            <a:stCxn id="117" idx="3"/>
            <a:endCxn id="118" idx="1"/>
          </p:cNvCxnSpPr>
          <p:nvPr/>
        </p:nvCxnSpPr>
        <p:spPr>
          <a:xfrm>
            <a:off x="309563" y="1543051"/>
            <a:ext cx="581025" cy="0"/>
          </a:xfrm>
          <a:prstGeom prst="straightConnector1">
            <a:avLst/>
          </a:prstGeom>
          <a:ln w="28575">
            <a:solidFill>
              <a:srgbClr val="5E6671"/>
            </a:solidFill>
            <a:prstDash val="solid"/>
            <a:tailEnd type="triangle" w="med" len="med"/>
          </a:ln>
        </p:spPr>
      </p:cxnSp>
      <p:sp>
        <p:nvSpPr>
          <p:cNvPr id="120" name="Diagram element 71">
            <a:extLst>
              <a:ext uri="{FF2B5EF4-FFF2-40B4-BE49-F238E27FC236}">
                <a16:creationId xmlns:a16="http://schemas.microsoft.com/office/drawing/2014/main" id="{9B661C60-F5CC-8BE9-7D77-25E3E9CBB5D3}"/>
              </a:ext>
            </a:extLst>
          </p:cNvPr>
          <p:cNvSpPr>
            <a:spLocks noGrp="1"/>
          </p:cNvSpPr>
          <p:nvPr/>
        </p:nvSpPr>
        <p:spPr>
          <a:xfrm>
            <a:off x="1057275" y="13811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trajectory</a:t>
            </a:r>
          </a:p>
        </p:txBody>
      </p:sp>
      <p:sp>
        <p:nvSpPr>
          <p:cNvPr id="121" name="Diagram element 72">
            <a:extLst>
              <a:ext uri="{FF2B5EF4-FFF2-40B4-BE49-F238E27FC236}">
                <a16:creationId xmlns:a16="http://schemas.microsoft.com/office/drawing/2014/main" id="{0EF23F05-3314-D8B9-FA4B-BAC35A306486}"/>
              </a:ext>
            </a:extLst>
          </p:cNvPr>
          <p:cNvSpPr>
            <a:spLocks noGrp="1"/>
          </p:cNvSpPr>
          <p:nvPr/>
        </p:nvSpPr>
        <p:spPr>
          <a:xfrm>
            <a:off x="300038" y="1938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2" name="Diagram element 73">
            <a:extLst>
              <a:ext uri="{FF2B5EF4-FFF2-40B4-BE49-F238E27FC236}">
                <a16:creationId xmlns:a16="http://schemas.microsoft.com/office/drawing/2014/main" id="{9BAB034A-29D0-1FEB-63CD-60559A373FE2}"/>
              </a:ext>
            </a:extLst>
          </p:cNvPr>
          <p:cNvSpPr>
            <a:spLocks noGrp="1"/>
          </p:cNvSpPr>
          <p:nvPr/>
        </p:nvSpPr>
        <p:spPr>
          <a:xfrm>
            <a:off x="890588" y="1938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4F68A805-7F1E-2CC2-E50F-07A6144C5E02}"/>
              </a:ext>
            </a:extLst>
          </p:cNvPr>
          <p:cNvCxnSpPr>
            <a:stCxn id="121" idx="3"/>
            <a:endCxn id="122" idx="1"/>
          </p:cNvCxnSpPr>
          <p:nvPr/>
        </p:nvCxnSpPr>
        <p:spPr>
          <a:xfrm>
            <a:off x="309563" y="1943101"/>
            <a:ext cx="581025" cy="0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124" name="Diagram element 74">
            <a:extLst>
              <a:ext uri="{FF2B5EF4-FFF2-40B4-BE49-F238E27FC236}">
                <a16:creationId xmlns:a16="http://schemas.microsoft.com/office/drawing/2014/main" id="{5BFA3091-C866-954C-14F4-DBECC5C8CE3C}"/>
              </a:ext>
            </a:extLst>
          </p:cNvPr>
          <p:cNvSpPr>
            <a:spLocks noGrp="1"/>
          </p:cNvSpPr>
          <p:nvPr/>
        </p:nvSpPr>
        <p:spPr>
          <a:xfrm>
            <a:off x="1057275" y="17811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State / control signaling</a:t>
            </a:r>
          </a:p>
        </p:txBody>
      </p:sp>
      <p:pic>
        <p:nvPicPr>
          <p:cNvPr id="125" name="图片 124">
            <a:extLst>
              <a:ext uri="{FF2B5EF4-FFF2-40B4-BE49-F238E27FC236}">
                <a16:creationId xmlns:a16="http://schemas.microsoft.com/office/drawing/2014/main" id="{9F0F478D-2828-7334-9A7C-6AECC86B56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390525" y="2200575"/>
            <a:ext cx="333375" cy="399451"/>
          </a:xfrm>
          <a:prstGeom prst="rect">
            <a:avLst/>
          </a:prstGeom>
        </p:spPr>
      </p:pic>
      <p:sp>
        <p:nvSpPr>
          <p:cNvPr id="126" name="Diagram element 75">
            <a:extLst>
              <a:ext uri="{FF2B5EF4-FFF2-40B4-BE49-F238E27FC236}">
                <a16:creationId xmlns:a16="http://schemas.microsoft.com/office/drawing/2014/main" id="{F8B942CB-A033-1C97-7B8B-D6858065C87E}"/>
              </a:ext>
            </a:extLst>
          </p:cNvPr>
          <p:cNvSpPr>
            <a:spLocks noGrp="1"/>
          </p:cNvSpPr>
          <p:nvPr/>
        </p:nvSpPr>
        <p:spPr>
          <a:xfrm>
            <a:off x="1057275" y="2209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Edge server</a:t>
            </a:r>
          </a:p>
        </p:txBody>
      </p:sp>
      <p:sp>
        <p:nvSpPr>
          <p:cNvPr id="127" name="Diagram element 76">
            <a:extLst>
              <a:ext uri="{FF2B5EF4-FFF2-40B4-BE49-F238E27FC236}">
                <a16:creationId xmlns:a16="http://schemas.microsoft.com/office/drawing/2014/main" id="{97379385-4465-79C5-F854-E264960DB6F1}"/>
              </a:ext>
            </a:extLst>
          </p:cNvPr>
          <p:cNvSpPr>
            <a:spLocks noGrp="1"/>
          </p:cNvSpPr>
          <p:nvPr/>
        </p:nvSpPr>
        <p:spPr>
          <a:xfrm>
            <a:off x="4495800" y="228600"/>
            <a:ext cx="43529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Deadline-based task priority</a:t>
            </a:r>
          </a:p>
        </p:txBody>
      </p:sp>
      <p:sp>
        <p:nvSpPr>
          <p:cNvPr id="128" name="Diagram element 77">
            <a:extLst>
              <a:ext uri="{FF2B5EF4-FFF2-40B4-BE49-F238E27FC236}">
                <a16:creationId xmlns:a16="http://schemas.microsoft.com/office/drawing/2014/main" id="{C99B7A86-0A46-6375-DEAA-F7CC38D2AAEF}"/>
              </a:ext>
            </a:extLst>
          </p:cNvPr>
          <p:cNvSpPr>
            <a:spLocks noGrp="1"/>
          </p:cNvSpPr>
          <p:nvPr/>
        </p:nvSpPr>
        <p:spPr>
          <a:xfrm>
            <a:off x="4495800" y="647700"/>
            <a:ext cx="3857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Task {D, C, τ}</a:t>
            </a:r>
          </a:p>
        </p:txBody>
      </p:sp>
      <p:sp>
        <p:nvSpPr>
          <p:cNvPr id="129" name="Diagram element 78">
            <a:extLst>
              <a:ext uri="{FF2B5EF4-FFF2-40B4-BE49-F238E27FC236}">
                <a16:creationId xmlns:a16="http://schemas.microsoft.com/office/drawing/2014/main" id="{FAF85AB8-1336-0B08-5371-AB4116CF9E47}"/>
              </a:ext>
            </a:extLst>
          </p:cNvPr>
          <p:cNvSpPr>
            <a:spLocks noGrp="1"/>
          </p:cNvSpPr>
          <p:nvPr/>
        </p:nvSpPr>
        <p:spPr>
          <a:xfrm>
            <a:off x="4495800" y="1028700"/>
            <a:ext cx="3857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rPr>
              <a:t>Priority ω = 1/τ</a:t>
            </a:r>
          </a:p>
        </p:txBody>
      </p:sp>
      <p:sp>
        <p:nvSpPr>
          <p:cNvPr id="130" name="Diagram element 79">
            <a:extLst>
              <a:ext uri="{FF2B5EF4-FFF2-40B4-BE49-F238E27FC236}">
                <a16:creationId xmlns:a16="http://schemas.microsoft.com/office/drawing/2014/main" id="{7B15D293-B894-B812-5B8E-919945C3D165}"/>
              </a:ext>
            </a:extLst>
          </p:cNvPr>
          <p:cNvSpPr>
            <a:spLocks noGrp="1"/>
          </p:cNvSpPr>
          <p:nvPr/>
        </p:nvSpPr>
        <p:spPr>
          <a:xfrm>
            <a:off x="4495800" y="1428750"/>
            <a:ext cx="422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Shorter deadline, higher priority</a:t>
            </a:r>
          </a:p>
        </p:txBody>
      </p:sp>
      <p:sp>
        <p:nvSpPr>
          <p:cNvPr id="131" name="Logical centralized decision maker">
            <a:extLst>
              <a:ext uri="{FF2B5EF4-FFF2-40B4-BE49-F238E27FC236}">
                <a16:creationId xmlns:a16="http://schemas.microsoft.com/office/drawing/2014/main" id="{45D0AC56-6937-CE35-E28C-C3E175451503}"/>
              </a:ext>
            </a:extLst>
          </p:cNvPr>
          <p:cNvSpPr>
            <a:spLocks noGrp="1"/>
          </p:cNvSpPr>
          <p:nvPr/>
        </p:nvSpPr>
        <p:spPr>
          <a:xfrm>
            <a:off x="4476750" y="1981200"/>
            <a:ext cx="4381500" cy="952500"/>
          </a:xfrm>
          <a:prstGeom prst="rect">
            <a:avLst/>
          </a:prstGeom>
          <a:solidFill>
            <a:srgbClr val="FFFFFF"/>
          </a:solidFill>
          <a:ln w="15240">
            <a:solidFill>
              <a:srgbClr val="89949F"/>
            </a:solidFill>
            <a:prstDash val="dash"/>
          </a:ln>
        </p:spPr>
      </p:sp>
      <p:sp>
        <p:nvSpPr>
          <p:cNvPr id="132" name="Diagram element 80">
            <a:extLst>
              <a:ext uri="{FF2B5EF4-FFF2-40B4-BE49-F238E27FC236}">
                <a16:creationId xmlns:a16="http://schemas.microsoft.com/office/drawing/2014/main" id="{CCA8B098-8E93-9852-109E-42E64AD12737}"/>
              </a:ext>
            </a:extLst>
          </p:cNvPr>
          <p:cNvSpPr>
            <a:spLocks noGrp="1"/>
          </p:cNvSpPr>
          <p:nvPr/>
        </p:nvSpPr>
        <p:spPr>
          <a:xfrm>
            <a:off x="4600575" y="2057400"/>
            <a:ext cx="413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rPr>
              <a:t>Logical centralized decision maker</a:t>
            </a:r>
          </a:p>
        </p:txBody>
      </p:sp>
      <p:sp>
        <p:nvSpPr>
          <p:cNvPr id="133" name="Diagram element 81">
            <a:extLst>
              <a:ext uri="{FF2B5EF4-FFF2-40B4-BE49-F238E27FC236}">
                <a16:creationId xmlns:a16="http://schemas.microsoft.com/office/drawing/2014/main" id="{8DA1C8AF-FE01-F2E5-D40F-F9818BB60D73}"/>
              </a:ext>
            </a:extLst>
          </p:cNvPr>
          <p:cNvSpPr>
            <a:spLocks noGrp="1"/>
          </p:cNvSpPr>
          <p:nvPr/>
        </p:nvSpPr>
        <p:spPr>
          <a:xfrm>
            <a:off x="4600575" y="2381250"/>
            <a:ext cx="413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rPr>
              <a:t>Offloading and bandwidth / CPU allocation</a:t>
            </a:r>
          </a:p>
        </p:txBody>
      </p:sp>
      <p:sp>
        <p:nvSpPr>
          <p:cNvPr id="134" name="Diagram element 82">
            <a:extLst>
              <a:ext uri="{FF2B5EF4-FFF2-40B4-BE49-F238E27FC236}">
                <a16:creationId xmlns:a16="http://schemas.microsoft.com/office/drawing/2014/main" id="{F8821607-205A-CAE4-FD84-E713EDCE0C54}"/>
              </a:ext>
            </a:extLst>
          </p:cNvPr>
          <p:cNvSpPr>
            <a:spLocks noGrp="1"/>
          </p:cNvSpPr>
          <p:nvPr/>
        </p:nvSpPr>
        <p:spPr>
          <a:xfrm>
            <a:off x="4600575" y="2638425"/>
            <a:ext cx="413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rPr>
              <a:t>UAV trajectory control</a:t>
            </a:r>
          </a:p>
        </p:txBody>
      </p:sp>
      <p:sp>
        <p:nvSpPr>
          <p:cNvPr id="135" name="Diagram element 83">
            <a:extLst>
              <a:ext uri="{FF2B5EF4-FFF2-40B4-BE49-F238E27FC236}">
                <a16:creationId xmlns:a16="http://schemas.microsoft.com/office/drawing/2014/main" id="{E9938516-4C8C-2565-0A64-6B861C240205}"/>
              </a:ext>
            </a:extLst>
          </p:cNvPr>
          <p:cNvSpPr>
            <a:spLocks noGrp="1"/>
          </p:cNvSpPr>
          <p:nvPr/>
        </p:nvSpPr>
        <p:spPr>
          <a:xfrm>
            <a:off x="4471988" y="2509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6" name="Diagram element 84">
            <a:extLst>
              <a:ext uri="{FF2B5EF4-FFF2-40B4-BE49-F238E27FC236}">
                <a16:creationId xmlns:a16="http://schemas.microsoft.com/office/drawing/2014/main" id="{4296C135-C8B5-5750-7D19-D1290B1F1B0B}"/>
              </a:ext>
            </a:extLst>
          </p:cNvPr>
          <p:cNvSpPr>
            <a:spLocks noGrp="1"/>
          </p:cNvSpPr>
          <p:nvPr/>
        </p:nvSpPr>
        <p:spPr>
          <a:xfrm>
            <a:off x="4433888" y="34147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7" name="Ideal controller to aerial layer signaling">
            <a:extLst>
              <a:ext uri="{FF2B5EF4-FFF2-40B4-BE49-F238E27FC236}">
                <a16:creationId xmlns:a16="http://schemas.microsoft.com/office/drawing/2014/main" id="{91ED19F5-9A38-11F1-18FB-E69250B99A1D}"/>
              </a:ext>
            </a:extLst>
          </p:cNvPr>
          <p:cNvCxnSpPr>
            <a:stCxn id="135" idx="2"/>
            <a:endCxn id="136" idx="0"/>
          </p:cNvCxnSpPr>
          <p:nvPr/>
        </p:nvCxnSpPr>
        <p:spPr>
          <a:xfrm flipH="1">
            <a:off x="4438651" y="2519363"/>
            <a:ext cx="38100" cy="895350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138" name="Diagram element 85">
            <a:extLst>
              <a:ext uri="{FF2B5EF4-FFF2-40B4-BE49-F238E27FC236}">
                <a16:creationId xmlns:a16="http://schemas.microsoft.com/office/drawing/2014/main" id="{B8D3DEFD-D8D2-E881-0E52-6C8EB2B2B454}"/>
              </a:ext>
            </a:extLst>
          </p:cNvPr>
          <p:cNvSpPr>
            <a:spLocks noGrp="1"/>
          </p:cNvSpPr>
          <p:nvPr/>
        </p:nvSpPr>
        <p:spPr>
          <a:xfrm>
            <a:off x="8853488" y="22050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9" name="Diagram element 86">
            <a:extLst>
              <a:ext uri="{FF2B5EF4-FFF2-40B4-BE49-F238E27FC236}">
                <a16:creationId xmlns:a16="http://schemas.microsoft.com/office/drawing/2014/main" id="{3F950078-9233-CFEA-202F-63ABB09B7CA8}"/>
              </a:ext>
            </a:extLst>
          </p:cNvPr>
          <p:cNvSpPr>
            <a:spLocks noGrp="1"/>
          </p:cNvSpPr>
          <p:nvPr/>
        </p:nvSpPr>
        <p:spPr>
          <a:xfrm>
            <a:off x="9710738" y="16430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0" name="Ideal controller to satellite signaling">
            <a:extLst>
              <a:ext uri="{FF2B5EF4-FFF2-40B4-BE49-F238E27FC236}">
                <a16:creationId xmlns:a16="http://schemas.microsoft.com/office/drawing/2014/main" id="{29487C7C-1A4A-3779-C178-6E13F9ED8C90}"/>
              </a:ext>
            </a:extLst>
          </p:cNvPr>
          <p:cNvCxnSpPr>
            <a:stCxn id="138" idx="3"/>
            <a:endCxn id="139" idx="1"/>
          </p:cNvCxnSpPr>
          <p:nvPr/>
        </p:nvCxnSpPr>
        <p:spPr>
          <a:xfrm flipV="1">
            <a:off x="8863013" y="1647826"/>
            <a:ext cx="847725" cy="561975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142" name="Diagram element 88">
            <a:extLst>
              <a:ext uri="{FF2B5EF4-FFF2-40B4-BE49-F238E27FC236}">
                <a16:creationId xmlns:a16="http://schemas.microsoft.com/office/drawing/2014/main" id="{95C12F3B-3504-3918-B3B9-A05B0EBFB3F9}"/>
              </a:ext>
            </a:extLst>
          </p:cNvPr>
          <p:cNvSpPr>
            <a:spLocks noGrp="1"/>
          </p:cNvSpPr>
          <p:nvPr/>
        </p:nvSpPr>
        <p:spPr>
          <a:xfrm>
            <a:off x="952500" y="10067925"/>
            <a:ext cx="1181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Each task executes at exactly one destination: local, one UAV, or the LEO satellite</a:t>
            </a:r>
          </a:p>
        </p:txBody>
      </p:sp>
      <p:sp>
        <p:nvSpPr>
          <p:cNvPr id="26" name="Diagram element 5">
            <a:extLst>
              <a:ext uri="{FF2B5EF4-FFF2-40B4-BE49-F238E27FC236}">
                <a16:creationId xmlns:a16="http://schemas.microsoft.com/office/drawing/2014/main" id="{94171A68-E4C7-48B7-A496-3D1DE680A97A}"/>
              </a:ext>
            </a:extLst>
          </p:cNvPr>
          <p:cNvSpPr>
            <a:spLocks noGrp="1"/>
          </p:cNvSpPr>
          <p:nvPr/>
        </p:nvSpPr>
        <p:spPr>
          <a:xfrm>
            <a:off x="5572125" y="4467225"/>
            <a:ext cx="2638425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 MHz, 10 GHz</a:t>
            </a:r>
          </a:p>
        </p:txBody>
      </p:sp>
      <p:sp>
        <p:nvSpPr>
          <p:cNvPr id="27" name="Diagram element 6">
            <a:extLst>
              <a:ext uri="{FF2B5EF4-FFF2-40B4-BE49-F238E27FC236}">
                <a16:creationId xmlns:a16="http://schemas.microsoft.com/office/drawing/2014/main" id="{CD48CFBE-017B-B1A9-B5C0-2507AC19A9D5}"/>
              </a:ext>
            </a:extLst>
          </p:cNvPr>
          <p:cNvSpPr>
            <a:spLocks noGrp="1"/>
          </p:cNvSpPr>
          <p:nvPr/>
        </p:nvSpPr>
        <p:spPr>
          <a:xfrm>
            <a:off x="9248775" y="3905250"/>
            <a:ext cx="2600325" cy="30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 MHz, 10 GHz</a:t>
            </a:r>
          </a:p>
        </p:txBody>
      </p:sp>
      <p:sp>
        <p:nvSpPr>
          <p:cNvPr id="63" name="Diagram element 29">
            <a:extLst>
              <a:ext uri="{FF2B5EF4-FFF2-40B4-BE49-F238E27FC236}">
                <a16:creationId xmlns:a16="http://schemas.microsoft.com/office/drawing/2014/main" id="{03C1E08A-8869-5287-D8B2-D9D09E2F902D}"/>
              </a:ext>
            </a:extLst>
          </p:cNvPr>
          <p:cNvSpPr>
            <a:spLocks noGrp="1"/>
          </p:cNvSpPr>
          <p:nvPr/>
        </p:nvSpPr>
        <p:spPr>
          <a:xfrm>
            <a:off x="11525250" y="2762250"/>
            <a:ext cx="1514475" cy="2952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rPr>
              <a:t>Direct UD–LEO</a:t>
            </a:r>
          </a:p>
        </p:txBody>
      </p:sp>
      <p:sp>
        <p:nvSpPr>
          <p:cNvPr id="64" name="Diagram element 30">
            <a:extLst>
              <a:ext uri="{FF2B5EF4-FFF2-40B4-BE49-F238E27FC236}">
                <a16:creationId xmlns:a16="http://schemas.microsoft.com/office/drawing/2014/main" id="{20756FD9-4243-CAA0-67DD-B227FC65CA6D}"/>
              </a:ext>
            </a:extLst>
          </p:cNvPr>
          <p:cNvSpPr>
            <a:spLocks noGrp="1"/>
          </p:cNvSpPr>
          <p:nvPr/>
        </p:nvSpPr>
        <p:spPr>
          <a:xfrm>
            <a:off x="11658600" y="3067050"/>
            <a:ext cx="1266825" cy="2762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rPr>
              <a:t>offloading</a:t>
            </a:r>
          </a:p>
        </p:txBody>
      </p:sp>
      <p:sp>
        <p:nvSpPr>
          <p:cNvPr id="68" name="Diagram element 33">
            <a:extLst>
              <a:ext uri="{FF2B5EF4-FFF2-40B4-BE49-F238E27FC236}">
                <a16:creationId xmlns:a16="http://schemas.microsoft.com/office/drawing/2014/main" id="{10902ED8-6EA6-7E44-B49C-89D73B9974EC}"/>
              </a:ext>
            </a:extLst>
          </p:cNvPr>
          <p:cNvSpPr>
            <a:spLocks noGrp="1"/>
          </p:cNvSpPr>
          <p:nvPr/>
        </p:nvSpPr>
        <p:spPr>
          <a:xfrm>
            <a:off x="2600325" y="652462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1</a:t>
            </a:r>
          </a:p>
        </p:txBody>
      </p:sp>
      <p:sp>
        <p:nvSpPr>
          <p:cNvPr id="72" name="Diagram element 36">
            <a:extLst>
              <a:ext uri="{FF2B5EF4-FFF2-40B4-BE49-F238E27FC236}">
                <a16:creationId xmlns:a16="http://schemas.microsoft.com/office/drawing/2014/main" id="{A8A3D12B-2F02-23BF-A1B8-4F60546FBB6F}"/>
              </a:ext>
            </a:extLst>
          </p:cNvPr>
          <p:cNvSpPr>
            <a:spLocks noGrp="1"/>
          </p:cNvSpPr>
          <p:nvPr/>
        </p:nvSpPr>
        <p:spPr>
          <a:xfrm>
            <a:off x="4019550" y="767715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2</a:t>
            </a:r>
          </a:p>
        </p:txBody>
      </p:sp>
      <p:sp>
        <p:nvSpPr>
          <p:cNvPr id="76" name="Diagram element 39">
            <a:extLst>
              <a:ext uri="{FF2B5EF4-FFF2-40B4-BE49-F238E27FC236}">
                <a16:creationId xmlns:a16="http://schemas.microsoft.com/office/drawing/2014/main" id="{EB08F466-EF58-F608-28B5-915C4BA1885D}"/>
              </a:ext>
            </a:extLst>
          </p:cNvPr>
          <p:cNvSpPr>
            <a:spLocks noGrp="1"/>
          </p:cNvSpPr>
          <p:nvPr/>
        </p:nvSpPr>
        <p:spPr>
          <a:xfrm>
            <a:off x="5448300" y="669607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3</a:t>
            </a:r>
          </a:p>
        </p:txBody>
      </p:sp>
      <p:sp>
        <p:nvSpPr>
          <p:cNvPr id="80" name="Diagram element 42">
            <a:extLst>
              <a:ext uri="{FF2B5EF4-FFF2-40B4-BE49-F238E27FC236}">
                <a16:creationId xmlns:a16="http://schemas.microsoft.com/office/drawing/2014/main" id="{95C0C5B6-66AB-DFA7-9ACB-8E8231355D8B}"/>
              </a:ext>
            </a:extLst>
          </p:cNvPr>
          <p:cNvSpPr>
            <a:spLocks noGrp="1"/>
          </p:cNvSpPr>
          <p:nvPr/>
        </p:nvSpPr>
        <p:spPr>
          <a:xfrm>
            <a:off x="7648575" y="744855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4</a:t>
            </a:r>
          </a:p>
        </p:txBody>
      </p:sp>
      <p:sp>
        <p:nvSpPr>
          <p:cNvPr id="84" name="Diagram element 45">
            <a:extLst>
              <a:ext uri="{FF2B5EF4-FFF2-40B4-BE49-F238E27FC236}">
                <a16:creationId xmlns:a16="http://schemas.microsoft.com/office/drawing/2014/main" id="{ABA23504-45C6-7386-151D-4803469CBB3E}"/>
              </a:ext>
            </a:extLst>
          </p:cNvPr>
          <p:cNvSpPr>
            <a:spLocks noGrp="1"/>
          </p:cNvSpPr>
          <p:nvPr/>
        </p:nvSpPr>
        <p:spPr>
          <a:xfrm>
            <a:off x="10591800" y="765810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5</a:t>
            </a:r>
          </a:p>
        </p:txBody>
      </p:sp>
      <p:sp>
        <p:nvSpPr>
          <p:cNvPr id="88" name="Diagram element 48">
            <a:extLst>
              <a:ext uri="{FF2B5EF4-FFF2-40B4-BE49-F238E27FC236}">
                <a16:creationId xmlns:a16="http://schemas.microsoft.com/office/drawing/2014/main" id="{5BCFB085-1DBD-1FF5-71A4-CD8FAB0CB710}"/>
              </a:ext>
            </a:extLst>
          </p:cNvPr>
          <p:cNvSpPr>
            <a:spLocks noGrp="1"/>
          </p:cNvSpPr>
          <p:nvPr/>
        </p:nvSpPr>
        <p:spPr>
          <a:xfrm>
            <a:off x="11630025" y="6362700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6</a:t>
            </a:r>
          </a:p>
        </p:txBody>
      </p:sp>
      <p:sp>
        <p:nvSpPr>
          <p:cNvPr id="92" name="Diagram element 51">
            <a:extLst>
              <a:ext uri="{FF2B5EF4-FFF2-40B4-BE49-F238E27FC236}">
                <a16:creationId xmlns:a16="http://schemas.microsoft.com/office/drawing/2014/main" id="{8317DD24-253D-CCFD-83F5-AD5732403C8D}"/>
              </a:ext>
            </a:extLst>
          </p:cNvPr>
          <p:cNvSpPr>
            <a:spLocks noGrp="1"/>
          </p:cNvSpPr>
          <p:nvPr/>
        </p:nvSpPr>
        <p:spPr>
          <a:xfrm>
            <a:off x="4752975" y="886777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7</a:t>
            </a:r>
          </a:p>
        </p:txBody>
      </p:sp>
      <p:sp>
        <p:nvSpPr>
          <p:cNvPr id="96" name="Diagram element 54">
            <a:extLst>
              <a:ext uri="{FF2B5EF4-FFF2-40B4-BE49-F238E27FC236}">
                <a16:creationId xmlns:a16="http://schemas.microsoft.com/office/drawing/2014/main" id="{47F52323-CC23-DB8C-1800-3AB56B126325}"/>
              </a:ext>
            </a:extLst>
          </p:cNvPr>
          <p:cNvSpPr>
            <a:spLocks noGrp="1"/>
          </p:cNvSpPr>
          <p:nvPr/>
        </p:nvSpPr>
        <p:spPr>
          <a:xfrm>
            <a:off x="8943975" y="9001125"/>
            <a:ext cx="704850" cy="2571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20</a:t>
            </a:r>
          </a:p>
        </p:txBody>
      </p:sp>
      <p:sp>
        <p:nvSpPr>
          <p:cNvPr id="101" name="Diagram element 57">
            <a:extLst>
              <a:ext uri="{FF2B5EF4-FFF2-40B4-BE49-F238E27FC236}">
                <a16:creationId xmlns:a16="http://schemas.microsoft.com/office/drawing/2014/main" id="{91378E46-35AD-FB90-F7D5-02FBD847E391}"/>
              </a:ext>
            </a:extLst>
          </p:cNvPr>
          <p:cNvSpPr>
            <a:spLocks noGrp="1"/>
          </p:cNvSpPr>
          <p:nvPr/>
        </p:nvSpPr>
        <p:spPr>
          <a:xfrm>
            <a:off x="2733675" y="8315325"/>
            <a:ext cx="1876425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rPr>
              <a:t>Local computing</a:t>
            </a:r>
          </a:p>
        </p:txBody>
      </p:sp>
      <p:sp>
        <p:nvSpPr>
          <p:cNvPr id="141" name="Diagram element 87">
            <a:extLst>
              <a:ext uri="{FF2B5EF4-FFF2-40B4-BE49-F238E27FC236}">
                <a16:creationId xmlns:a16="http://schemas.microsoft.com/office/drawing/2014/main" id="{CA939FFE-4894-948E-C3E0-B61B8BE804EF}"/>
              </a:ext>
            </a:extLst>
          </p:cNvPr>
          <p:cNvSpPr>
            <a:spLocks noGrp="1"/>
          </p:cNvSpPr>
          <p:nvPr/>
        </p:nvSpPr>
        <p:spPr>
          <a:xfrm>
            <a:off x="1619250" y="9705975"/>
            <a:ext cx="10477500" cy="342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Post-disaster rescue area: 20 mobile UDs with local computing</a:t>
            </a:r>
          </a:p>
        </p:txBody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760C418E-1EF6-D4D1-1910-DE68E277451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391397" y="2230720"/>
            <a:ext cx="333375" cy="39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3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914D-4D14-51C9-01D7-286350CD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AFB1D3E0-7757-80B1-7911-770ED336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7" y="4481450"/>
            <a:ext cx="12968370" cy="55824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ACB543-BDB0-90A6-3DBE-DF254108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619" y="6256641"/>
            <a:ext cx="539554" cy="3597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A94A008-D86B-EF4A-9B98-4166063E3D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777" y="8033093"/>
            <a:ext cx="616008" cy="6160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BC4122E-A814-D179-8F4A-0E8076FF01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198" y="8563801"/>
            <a:ext cx="1320489" cy="8803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F527496-FBC2-8AA5-4491-BCAB49A695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241" y="6008838"/>
            <a:ext cx="414980" cy="27665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A58E0C0-E1B9-03DB-8DBB-4BCD213ADAA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01" y="7661205"/>
            <a:ext cx="673560" cy="44904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D6241F5-3E7E-4EA5-A3B6-175586E190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69" y="7206612"/>
            <a:ext cx="513474" cy="34231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FCC5F7F-F321-85C8-4C64-706F2D1FAF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793" y="8134458"/>
            <a:ext cx="869812" cy="57987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C3A2365-FA60-997C-77E1-8FF1C30BB9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438" y="7841842"/>
            <a:ext cx="1177725" cy="78514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DC2FF1C-1AAB-37F7-C468-7E19BBF059E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215" y="7841842"/>
            <a:ext cx="614038" cy="92105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A4813EB-AFE9-AA88-900A-47C4C0BEC38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79" y="6093488"/>
            <a:ext cx="457340" cy="68601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3043881-B2AE-421D-E6B0-1289F1C2DC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48564" y="6420311"/>
            <a:ext cx="869313" cy="73974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BA9A1A9-E2E1-BC64-C2DB-CB7BB17D050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14284" y="6592302"/>
            <a:ext cx="856187" cy="521727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B0640D5E-32F8-9822-1C7B-897611F9534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879" y="7611070"/>
            <a:ext cx="501105" cy="63611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6C62EBEE-BC75-3DFA-6F4A-F02787F2D12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3817" y="7369654"/>
            <a:ext cx="381328" cy="33386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8440954-39FB-88FC-BB09-3B15566494F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188" y="8134459"/>
            <a:ext cx="692263" cy="1038392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042226F0-FED1-2AE9-E153-4147A1053D0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07197" y="6865580"/>
            <a:ext cx="1043911" cy="636119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04CBC0E-C1BB-D26C-6ADA-CD52BE879C4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38309" y="7440108"/>
            <a:ext cx="1076431" cy="614699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3C4CEFDF-ABAE-C28D-15D7-56555E166011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45586" y="6657433"/>
            <a:ext cx="473251" cy="656414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3A5E9E9C-3B97-24F0-315B-68989A3FC64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7432" y="8247188"/>
            <a:ext cx="265832" cy="42090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06037D4B-0FBE-006C-5D31-7CDEBEDC11F1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660" y="6900227"/>
            <a:ext cx="510279" cy="76542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3C10E32D-8378-4B0A-4ABC-6F3AFF0F7919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57" y="6514291"/>
            <a:ext cx="543513" cy="815269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34ED1F82-4B50-54A7-A797-C3C0726ABCE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242" y="6961311"/>
            <a:ext cx="527995" cy="527995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D3CADB9A-2228-7A99-5FE8-2CD1EEB763D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581" y="7944226"/>
            <a:ext cx="1499900" cy="14999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B41D45E4-FFF3-168E-B732-292270622AC8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98" y="7754711"/>
            <a:ext cx="692263" cy="461509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5353F17D-0AC3-E020-A327-C8F4FB6674D4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52" y="3978012"/>
            <a:ext cx="1637448" cy="1091633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0345E1A8-B1EE-4909-F846-16F44388AF1F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9460" y="6821898"/>
            <a:ext cx="416306" cy="342316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01157325-4D71-F95F-9C58-A7F98D1C00A0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249" y="4078003"/>
            <a:ext cx="1955346" cy="934013"/>
          </a:xfrm>
          <a:prstGeom prst="rect">
            <a:avLst/>
          </a:prstGeom>
        </p:spPr>
      </p:pic>
      <p:pic>
        <p:nvPicPr>
          <p:cNvPr id="83" name="图片 82" descr="drone_PNG69">
            <a:extLst>
              <a:ext uri="{FF2B5EF4-FFF2-40B4-BE49-F238E27FC236}">
                <a16:creationId xmlns:a16="http://schemas.microsoft.com/office/drawing/2014/main" id="{4A084265-EDC1-5165-B369-386A323669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78367" y="1958039"/>
            <a:ext cx="2847734" cy="1537184"/>
          </a:xfrm>
          <a:prstGeom prst="rect">
            <a:avLst/>
          </a:prstGeom>
        </p:spPr>
      </p:pic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A1D2CF36-9305-74D6-218D-1904F477978D}"/>
              </a:ext>
            </a:extLst>
          </p:cNvPr>
          <p:cNvCxnSpPr>
            <a:cxnSpLocks/>
          </p:cNvCxnSpPr>
          <p:nvPr/>
        </p:nvCxnSpPr>
        <p:spPr>
          <a:xfrm flipH="1">
            <a:off x="6900590" y="4853617"/>
            <a:ext cx="1752664" cy="337472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4BAF73C8-665F-ADFC-05EF-E13EEEE17291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9106919" y="4836804"/>
            <a:ext cx="548322" cy="2124506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1025516-6B10-1B7C-CD83-EB49B790B0E0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8920963" y="5082735"/>
            <a:ext cx="39386" cy="3164454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7" name="图片 96">
            <a:extLst>
              <a:ext uri="{FF2B5EF4-FFF2-40B4-BE49-F238E27FC236}">
                <a16:creationId xmlns:a16="http://schemas.microsoft.com/office/drawing/2014/main" id="{4256D72E-0DB4-8987-CBF3-ABC6FB79B14C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263" y="6271749"/>
            <a:ext cx="821664" cy="821664"/>
          </a:xfrm>
          <a:prstGeom prst="rect">
            <a:avLst/>
          </a:prstGeom>
        </p:spPr>
      </p:pic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F86A174-0DFB-C6D8-B3CD-5A355B653CB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798950" y="5082734"/>
            <a:ext cx="1406989" cy="1010753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53E90668-AFA5-D373-F85B-30F9C35BFCC4}"/>
              </a:ext>
            </a:extLst>
          </p:cNvPr>
          <p:cNvCxnSpPr>
            <a:cxnSpLocks/>
          </p:cNvCxnSpPr>
          <p:nvPr/>
        </p:nvCxnSpPr>
        <p:spPr>
          <a:xfrm>
            <a:off x="3335168" y="5140650"/>
            <a:ext cx="568234" cy="1291158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E390EF0A-D0DA-60FF-B6FC-7A283835E585}"/>
              </a:ext>
            </a:extLst>
          </p:cNvPr>
          <p:cNvCxnSpPr>
            <a:cxnSpLocks/>
          </p:cNvCxnSpPr>
          <p:nvPr/>
        </p:nvCxnSpPr>
        <p:spPr>
          <a:xfrm flipH="1">
            <a:off x="3155399" y="2988189"/>
            <a:ext cx="3518039" cy="1274520"/>
          </a:xfrm>
          <a:prstGeom prst="straightConnector1">
            <a:avLst/>
          </a:prstGeom>
          <a:ln w="25400" cmpd="sng">
            <a:solidFill>
              <a:srgbClr val="B21BA9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00993505-328F-10F3-7ACB-CE37EEE819B8}"/>
              </a:ext>
            </a:extLst>
          </p:cNvPr>
          <p:cNvCxnSpPr>
            <a:cxnSpLocks/>
          </p:cNvCxnSpPr>
          <p:nvPr/>
        </p:nvCxnSpPr>
        <p:spPr>
          <a:xfrm>
            <a:off x="6905604" y="2947654"/>
            <a:ext cx="1671936" cy="1372647"/>
          </a:xfrm>
          <a:prstGeom prst="straightConnector1">
            <a:avLst/>
          </a:prstGeom>
          <a:ln w="25400" cmpd="sng">
            <a:solidFill>
              <a:srgbClr val="B21BA9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曲线连接符 326">
            <a:extLst>
              <a:ext uri="{FF2B5EF4-FFF2-40B4-BE49-F238E27FC236}">
                <a16:creationId xmlns:a16="http://schemas.microsoft.com/office/drawing/2014/main" id="{29839BD8-857F-73D2-338D-D07273DD58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84567" y="4810244"/>
            <a:ext cx="895093" cy="4573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830E575-416D-E0C1-B0B4-2DB2F6285F33}"/>
              </a:ext>
            </a:extLst>
          </p:cNvPr>
          <p:cNvCxnSpPr>
            <a:cxnSpLocks/>
          </p:cNvCxnSpPr>
          <p:nvPr/>
        </p:nvCxnSpPr>
        <p:spPr>
          <a:xfrm flipV="1">
            <a:off x="3627877" y="3088387"/>
            <a:ext cx="3184292" cy="1174321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8656A071-C7A6-31C3-5304-83B5CC26AAF2}"/>
              </a:ext>
            </a:extLst>
          </p:cNvPr>
          <p:cNvCxnSpPr>
            <a:cxnSpLocks/>
          </p:cNvCxnSpPr>
          <p:nvPr/>
        </p:nvCxnSpPr>
        <p:spPr>
          <a:xfrm flipH="1" flipV="1">
            <a:off x="7195599" y="2863482"/>
            <a:ext cx="1514858" cy="1233750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7CF8F6F-8A06-FB98-71CE-F80F04035C19}"/>
              </a:ext>
            </a:extLst>
          </p:cNvPr>
          <p:cNvCxnSpPr>
            <a:cxnSpLocks/>
          </p:cNvCxnSpPr>
          <p:nvPr/>
        </p:nvCxnSpPr>
        <p:spPr>
          <a:xfrm flipV="1">
            <a:off x="1622458" y="5000449"/>
            <a:ext cx="1408883" cy="958820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D2E96D09-B3F6-8FAB-3258-8DB16218C7D6}"/>
              </a:ext>
            </a:extLst>
          </p:cNvPr>
          <p:cNvCxnSpPr>
            <a:cxnSpLocks/>
          </p:cNvCxnSpPr>
          <p:nvPr/>
        </p:nvCxnSpPr>
        <p:spPr>
          <a:xfrm flipH="1" flipV="1">
            <a:off x="3248907" y="5282157"/>
            <a:ext cx="455929" cy="1083484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ADD686F6-4C3D-50BC-4BD7-59B4C1EB1C78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6851532" y="4740277"/>
            <a:ext cx="1658209" cy="3203949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47A28E94-2F82-47F5-F0D9-E194FEDB8A86}"/>
              </a:ext>
            </a:extLst>
          </p:cNvPr>
          <p:cNvCxnSpPr>
            <a:cxnSpLocks/>
          </p:cNvCxnSpPr>
          <p:nvPr/>
        </p:nvCxnSpPr>
        <p:spPr>
          <a:xfrm flipH="1" flipV="1">
            <a:off x="8825451" y="5038938"/>
            <a:ext cx="12664" cy="2894572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099DEA02-F0AC-1568-9552-1C323AAF3308}"/>
              </a:ext>
            </a:extLst>
          </p:cNvPr>
          <p:cNvCxnSpPr>
            <a:cxnSpLocks/>
          </p:cNvCxnSpPr>
          <p:nvPr/>
        </p:nvCxnSpPr>
        <p:spPr>
          <a:xfrm flipH="1" flipV="1">
            <a:off x="9179602" y="4836804"/>
            <a:ext cx="571151" cy="2063423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6" name="图片 165">
            <a:extLst>
              <a:ext uri="{FF2B5EF4-FFF2-40B4-BE49-F238E27FC236}">
                <a16:creationId xmlns:a16="http://schemas.microsoft.com/office/drawing/2014/main" id="{AC1DF3BD-1DF4-F050-ADA5-83BE2401AE4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14285" y="2646380"/>
            <a:ext cx="695422" cy="695422"/>
          </a:xfrm>
          <a:prstGeom prst="rect">
            <a:avLst/>
          </a:prstGeom>
        </p:spPr>
      </p:pic>
      <p:pic>
        <p:nvPicPr>
          <p:cNvPr id="172" name="图片 171" descr="server_PNG39">
            <a:extLst>
              <a:ext uri="{FF2B5EF4-FFF2-40B4-BE49-F238E27FC236}">
                <a16:creationId xmlns:a16="http://schemas.microsoft.com/office/drawing/2014/main" id="{1DDA06A1-8D1A-3EAB-FD3A-A02EF357646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8857" y="2272226"/>
            <a:ext cx="407010" cy="488073"/>
          </a:xfrm>
          <a:prstGeom prst="rect">
            <a:avLst/>
          </a:prstGeom>
        </p:spPr>
      </p:pic>
      <p:pic>
        <p:nvPicPr>
          <p:cNvPr id="174" name="图片 173" descr="server_PNG39">
            <a:extLst>
              <a:ext uri="{FF2B5EF4-FFF2-40B4-BE49-F238E27FC236}">
                <a16:creationId xmlns:a16="http://schemas.microsoft.com/office/drawing/2014/main" id="{B2856238-DFCD-A686-66DC-BEF3FC2B6D4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03145" y="4481450"/>
            <a:ext cx="407010" cy="488073"/>
          </a:xfrm>
          <a:prstGeom prst="rect">
            <a:avLst/>
          </a:prstGeom>
        </p:spPr>
      </p:pic>
      <p:pic>
        <p:nvPicPr>
          <p:cNvPr id="176" name="图片 175" descr="server_PNG39">
            <a:extLst>
              <a:ext uri="{FF2B5EF4-FFF2-40B4-BE49-F238E27FC236}">
                <a16:creationId xmlns:a16="http://schemas.microsoft.com/office/drawing/2014/main" id="{43F50222-D65E-408C-374C-3DC09003556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331685" y="4493692"/>
            <a:ext cx="360088" cy="4318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FA60CC-5A06-BB76-C048-30640FCFC34F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1362" y="5908502"/>
            <a:ext cx="1076431" cy="614699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20B3A00-23D4-27F1-0A0E-E046E471E6DC}"/>
              </a:ext>
            </a:extLst>
          </p:cNvPr>
          <p:cNvCxnSpPr/>
          <p:nvPr/>
        </p:nvCxnSpPr>
        <p:spPr>
          <a:xfrm flipH="1">
            <a:off x="144333" y="2135732"/>
            <a:ext cx="656059" cy="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15B87C0-DD38-25AB-B359-8671EB86FB16}"/>
              </a:ext>
            </a:extLst>
          </p:cNvPr>
          <p:cNvSpPr txBox="1"/>
          <p:nvPr/>
        </p:nvSpPr>
        <p:spPr>
          <a:xfrm>
            <a:off x="948224" y="545744"/>
            <a:ext cx="3198942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 dirty="0">
                <a:latin typeface="Times New Roman" panose="02020603050405020304" charset="0"/>
                <a:cs typeface="Times New Roman" panose="02020603050405020304" charset="0"/>
              </a:rPr>
              <a:t>SUAV</a:t>
            </a:r>
            <a:r>
              <a:rPr lang="en-US" altLang="zh-CN" sz="2480" dirty="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sz="2480" b="1" dirty="0">
                <a:latin typeface="Times New Roman" panose="02020603050405020304" charset="0"/>
                <a:cs typeface="Times New Roman" panose="02020603050405020304" charset="0"/>
              </a:rPr>
              <a:t>LUAV link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1B99889-3BE9-D89C-296F-3C80336E2B9B}"/>
              </a:ext>
            </a:extLst>
          </p:cNvPr>
          <p:cNvCxnSpPr/>
          <p:nvPr/>
        </p:nvCxnSpPr>
        <p:spPr>
          <a:xfrm flipH="1">
            <a:off x="139084" y="1239416"/>
            <a:ext cx="656059" cy="0"/>
          </a:xfrm>
          <a:prstGeom prst="straightConnector1">
            <a:avLst/>
          </a:prstGeom>
          <a:ln w="25400" cmpd="sng">
            <a:solidFill>
              <a:srgbClr val="841894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B5C7818-E861-D10B-48D2-DE1CEA5FF45F}"/>
              </a:ext>
            </a:extLst>
          </p:cNvPr>
          <p:cNvSpPr txBox="1"/>
          <p:nvPr/>
        </p:nvSpPr>
        <p:spPr>
          <a:xfrm>
            <a:off x="948224" y="985741"/>
            <a:ext cx="271608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 dirty="0">
                <a:latin typeface="Times New Roman" panose="02020603050405020304" charset="0"/>
                <a:cs typeface="Times New Roman" panose="02020603050405020304" charset="0"/>
              </a:rPr>
              <a:t>LUAV</a:t>
            </a:r>
            <a:r>
              <a:rPr lang="en-US" altLang="zh-CN" sz="2480" dirty="0">
                <a:latin typeface="Times New Roman" panose="02020603050405020304" charset="0"/>
                <a:cs typeface="Times New Roman" panose="02020603050405020304" charset="0"/>
              </a:rPr>
              <a:t>-S</a:t>
            </a:r>
            <a:r>
              <a:rPr lang="en-US" altLang="zh-CN" sz="2480" b="1" dirty="0">
                <a:latin typeface="Times New Roman" panose="02020603050405020304" charset="0"/>
                <a:cs typeface="Times New Roman" panose="02020603050405020304" charset="0"/>
              </a:rPr>
              <a:t>UAV link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DBCD6A-C5F7-627B-4F03-FC299C74A9D3}"/>
              </a:ext>
            </a:extLst>
          </p:cNvPr>
          <p:cNvSpPr txBox="1"/>
          <p:nvPr/>
        </p:nvSpPr>
        <p:spPr>
          <a:xfrm>
            <a:off x="948224" y="1425738"/>
            <a:ext cx="271608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>
                <a:latin typeface="Times New Roman" panose="02020603050405020304" charset="0"/>
                <a:cs typeface="Times New Roman" panose="02020603050405020304" charset="0"/>
              </a:rPr>
              <a:t>UD</a:t>
            </a:r>
            <a:r>
              <a:rPr lang="en-US" altLang="zh-CN" sz="248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sz="2480" b="1">
                <a:latin typeface="Times New Roman" panose="02020603050405020304" charset="0"/>
                <a:cs typeface="Times New Roman" panose="02020603050405020304" charset="0"/>
              </a:rPr>
              <a:t>UAV link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9CD34-B51D-098D-ADC0-9358DB5EC907}"/>
              </a:ext>
            </a:extLst>
          </p:cNvPr>
          <p:cNvSpPr txBox="1"/>
          <p:nvPr/>
        </p:nvSpPr>
        <p:spPr>
          <a:xfrm>
            <a:off x="948224" y="2305730"/>
            <a:ext cx="271608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>
                <a:latin typeface="Times New Roman" panose="02020603050405020304" charset="0"/>
                <a:cs typeface="Times New Roman" panose="02020603050405020304" charset="0"/>
              </a:rPr>
              <a:t>Edge server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668B88A-7DE2-576E-1B08-0F9433598E17}"/>
              </a:ext>
            </a:extLst>
          </p:cNvPr>
          <p:cNvSpPr txBox="1"/>
          <p:nvPr/>
        </p:nvSpPr>
        <p:spPr>
          <a:xfrm>
            <a:off x="948224" y="2745728"/>
            <a:ext cx="271608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 dirty="0">
                <a:latin typeface="Times New Roman" panose="02020603050405020304" charset="0"/>
                <a:cs typeface="Times New Roman" panose="02020603050405020304" charset="0"/>
              </a:rPr>
              <a:t>SDN controller</a:t>
            </a:r>
          </a:p>
        </p:txBody>
      </p:sp>
      <p:cxnSp>
        <p:nvCxnSpPr>
          <p:cNvPr id="52" name="曲线连接符 682">
            <a:extLst>
              <a:ext uri="{FF2B5EF4-FFF2-40B4-BE49-F238E27FC236}">
                <a16:creationId xmlns:a16="http://schemas.microsoft.com/office/drawing/2014/main" id="{D05EF266-3304-97D8-7596-67FD46254AEF}"/>
              </a:ext>
            </a:extLst>
          </p:cNvPr>
          <p:cNvCxnSpPr/>
          <p:nvPr/>
        </p:nvCxnSpPr>
        <p:spPr>
          <a:xfrm>
            <a:off x="112842" y="3438525"/>
            <a:ext cx="719040" cy="71729"/>
          </a:xfrm>
          <a:prstGeom prst="curvedConnector3">
            <a:avLst>
              <a:gd name="adj1" fmla="val 5012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FAC5097-6B58-84A4-B8FA-9D8C862B6DED}"/>
              </a:ext>
            </a:extLst>
          </p:cNvPr>
          <p:cNvSpPr txBox="1"/>
          <p:nvPr/>
        </p:nvSpPr>
        <p:spPr>
          <a:xfrm>
            <a:off x="948224" y="3185724"/>
            <a:ext cx="2716083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 dirty="0">
                <a:latin typeface="Times New Roman" panose="02020603050405020304" charset="0"/>
                <a:cs typeface="Times New Roman" panose="02020603050405020304" charset="0"/>
              </a:rPr>
              <a:t>Trajectory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2E2F38E-AE7F-CFF4-2211-67C05C53B879}"/>
              </a:ext>
            </a:extLst>
          </p:cNvPr>
          <p:cNvSpPr txBox="1"/>
          <p:nvPr/>
        </p:nvSpPr>
        <p:spPr>
          <a:xfrm>
            <a:off x="948224" y="1865734"/>
            <a:ext cx="3198942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80" b="1">
                <a:latin typeface="Times New Roman" panose="02020603050405020304" charset="0"/>
                <a:cs typeface="Times New Roman" panose="02020603050405020304" charset="0"/>
              </a:rPr>
              <a:t>UAV</a:t>
            </a:r>
            <a:r>
              <a:rPr lang="en-US" altLang="zh-CN" sz="248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sz="2480" b="1">
                <a:latin typeface="Times New Roman" panose="02020603050405020304" charset="0"/>
                <a:cs typeface="Times New Roman" panose="02020603050405020304" charset="0"/>
              </a:rPr>
              <a:t>UD link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A565711-1D97-F3D1-A863-451EF22E1188}"/>
              </a:ext>
            </a:extLst>
          </p:cNvPr>
          <p:cNvCxnSpPr/>
          <p:nvPr/>
        </p:nvCxnSpPr>
        <p:spPr>
          <a:xfrm flipH="1">
            <a:off x="139084" y="1679413"/>
            <a:ext cx="656059" cy="0"/>
          </a:xfrm>
          <a:prstGeom prst="straightConnector1">
            <a:avLst/>
          </a:prstGeom>
          <a:ln w="25400" cmpd="sng">
            <a:solidFill>
              <a:srgbClr val="FFC000"/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4E4E362-4D32-4EE4-FEA0-DDBF15FB7AAD}"/>
              </a:ext>
            </a:extLst>
          </p:cNvPr>
          <p:cNvCxnSpPr/>
          <p:nvPr/>
        </p:nvCxnSpPr>
        <p:spPr>
          <a:xfrm flipH="1">
            <a:off x="140352" y="847894"/>
            <a:ext cx="656059" cy="0"/>
          </a:xfrm>
          <a:prstGeom prst="straightConnector1">
            <a:avLst/>
          </a:prstGeom>
          <a:ln w="25400" cmpd="sng">
            <a:solidFill>
              <a:schemeClr val="accent2">
                <a:lumMod val="50000"/>
              </a:schemeClr>
            </a:solidFill>
            <a:prstDash val="lg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曲线连接符 326">
            <a:extLst>
              <a:ext uri="{FF2B5EF4-FFF2-40B4-BE49-F238E27FC236}">
                <a16:creationId xmlns:a16="http://schemas.microsoft.com/office/drawing/2014/main" id="{6ED728EF-4433-ADF6-FBBD-D0DC2F6FA23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20957" y="4735835"/>
            <a:ext cx="895093" cy="4573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1B78A3F0-6378-B13B-7F8A-671A853F463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3178" y="2760300"/>
            <a:ext cx="695422" cy="695422"/>
          </a:xfrm>
          <a:prstGeom prst="rect">
            <a:avLst/>
          </a:prstGeom>
        </p:spPr>
      </p:pic>
      <p:pic>
        <p:nvPicPr>
          <p:cNvPr id="80" name="图片 79" descr="server_PNG39">
            <a:extLst>
              <a:ext uri="{FF2B5EF4-FFF2-40B4-BE49-F238E27FC236}">
                <a16:creationId xmlns:a16="http://schemas.microsoft.com/office/drawing/2014/main" id="{61DF7199-B12C-5709-8135-B90E5E92E17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30679" y="2628312"/>
            <a:ext cx="407010" cy="488073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B2FE8B2B-0601-4133-B0BC-4537EF80B7D2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983" y="6238829"/>
            <a:ext cx="499339" cy="80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18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5FBD-BF47-77D2-9219-17048E5D9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6C23B8AD-1EE6-8966-E1D8-37603CCF7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25" y="4538354"/>
            <a:ext cx="12968370" cy="55824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967E597-B5D5-93ED-22B0-1B5B86F356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619" y="6256641"/>
            <a:ext cx="539554" cy="3597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0148C97-5ECD-5AF3-62DF-18B380E5E1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777" y="8033093"/>
            <a:ext cx="616008" cy="6160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AD60404-1697-41AF-98ED-0F0DA5D4ED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198" y="8563801"/>
            <a:ext cx="1320489" cy="8803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CB0F517-FFC2-03D0-0A00-7C8F858558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241" y="6008838"/>
            <a:ext cx="414980" cy="27665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7E0FCC2-B084-C582-493F-2451E434E4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01" y="7661205"/>
            <a:ext cx="673560" cy="44904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E3E724A-8E5F-67CF-4189-92E49BC401A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69" y="7206612"/>
            <a:ext cx="513474" cy="34231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E1F66CB-577E-E223-0116-1CDEF2841E2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793" y="8134458"/>
            <a:ext cx="869812" cy="57987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E5331F5-10D6-ABA1-1266-39113B55CE6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438" y="7841842"/>
            <a:ext cx="1177725" cy="78514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4FB7283-6D0A-EE3D-B19E-C14D88A23D4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215" y="7841842"/>
            <a:ext cx="614038" cy="92105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5EE054B-DA85-B9E3-10CA-E384180C8BF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79" y="6093488"/>
            <a:ext cx="457340" cy="68601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DD87883-E744-B05C-5CA0-BFC4995254F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48564" y="6420311"/>
            <a:ext cx="869313" cy="73974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167417C-2D41-113F-0E01-7C0A648BBDD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14284" y="6592302"/>
            <a:ext cx="856187" cy="521727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FB5BEC0B-BBE0-3442-9974-ED9FADD7F2A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792" y="7160053"/>
            <a:ext cx="501105" cy="63611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61915BAF-DB3C-79E9-4EB1-9432FB312FE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53817" y="7369654"/>
            <a:ext cx="381328" cy="33386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D1ECC01-2F70-F309-52F8-5F61E1F7438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188" y="8134459"/>
            <a:ext cx="692263" cy="1038392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CA86613-CC31-A6B0-CF9F-ED0473AD143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07197" y="6865580"/>
            <a:ext cx="1043911" cy="636119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BC93A0D3-BABF-E1AD-32C2-1888D705F0D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38309" y="7440108"/>
            <a:ext cx="1076431" cy="614699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034DDD79-A33D-8460-D3B0-F5835C2B0BB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06732" y="5389846"/>
            <a:ext cx="473251" cy="656414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C8FE0470-325A-56A6-5762-41044DF5574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01481" y="7733776"/>
            <a:ext cx="265832" cy="42090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2C89704B-EC80-3E22-8E2B-056D4E3AEB9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660" y="6900227"/>
            <a:ext cx="510279" cy="76542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C8DF9840-07F1-DB26-A0A2-1436C5B6817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57" y="6514291"/>
            <a:ext cx="543513" cy="815269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1FE4AC39-937F-4623-8F6C-AB35A70A6EB1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578" y="6829493"/>
            <a:ext cx="527995" cy="527995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4EA28487-DEF6-6DCC-4665-C657813E0B6A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581" y="7944226"/>
            <a:ext cx="1499900" cy="14999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09705161-9338-7D25-4E98-4F289B868C49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98" y="7754711"/>
            <a:ext cx="692263" cy="461509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ABCD1749-8FE0-DCC9-1F8C-EC7F675120A3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039" y="3949599"/>
            <a:ext cx="1637448" cy="1091633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6DA44752-E5F7-2139-6E88-ADDA27303602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9460" y="6821898"/>
            <a:ext cx="416306" cy="342316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FD0A21DA-D82B-E292-A1D7-DAAF4A4A2CCA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294" y="4554677"/>
            <a:ext cx="1955346" cy="934013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0721FAAE-7CDC-CF0C-FE94-DA7BB9D89F60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263" y="6271749"/>
            <a:ext cx="821664" cy="821664"/>
          </a:xfrm>
          <a:prstGeom prst="rect">
            <a:avLst/>
          </a:prstGeom>
        </p:spPr>
      </p:pic>
      <p:pic>
        <p:nvPicPr>
          <p:cNvPr id="174" name="图片 173" descr="server_PNG39">
            <a:extLst>
              <a:ext uri="{FF2B5EF4-FFF2-40B4-BE49-F238E27FC236}">
                <a16:creationId xmlns:a16="http://schemas.microsoft.com/office/drawing/2014/main" id="{E4C82179-53BC-7EF6-59FE-67AA5DDDD4F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72026" y="4481450"/>
            <a:ext cx="407010" cy="488073"/>
          </a:xfrm>
          <a:prstGeom prst="rect">
            <a:avLst/>
          </a:prstGeom>
        </p:spPr>
      </p:pic>
      <p:pic>
        <p:nvPicPr>
          <p:cNvPr id="176" name="图片 175" descr="server_PNG39">
            <a:extLst>
              <a:ext uri="{FF2B5EF4-FFF2-40B4-BE49-F238E27FC236}">
                <a16:creationId xmlns:a16="http://schemas.microsoft.com/office/drawing/2014/main" id="{33C2D17A-E0B8-4313-4BF9-3EEF466A6D2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91242" y="5238750"/>
            <a:ext cx="360088" cy="4318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8E5E7A-E022-C07B-75E3-8A403B6B598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1362" y="5908502"/>
            <a:ext cx="1076431" cy="614699"/>
          </a:xfrm>
          <a:prstGeom prst="rect">
            <a:avLst/>
          </a:prstGeom>
        </p:spPr>
      </p:pic>
      <p:pic>
        <p:nvPicPr>
          <p:cNvPr id="80" name="图片 79" descr="server_PNG39">
            <a:extLst>
              <a:ext uri="{FF2B5EF4-FFF2-40B4-BE49-F238E27FC236}">
                <a16:creationId xmlns:a16="http://schemas.microsoft.com/office/drawing/2014/main" id="{19864EB5-434D-F82F-9A3E-2EE4AE98E13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12921" y="2673391"/>
            <a:ext cx="407010" cy="488073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5F9B2ED5-392E-8419-5A5C-1E62A34EC898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983" y="6238829"/>
            <a:ext cx="499339" cy="806445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5D5AD06-B9E0-1420-B85A-C03B19775073}"/>
              </a:ext>
            </a:extLst>
          </p:cNvPr>
          <p:cNvCxnSpPr/>
          <p:nvPr/>
        </p:nvCxnSpPr>
        <p:spPr>
          <a:xfrm>
            <a:off x="438215" y="1616024"/>
            <a:ext cx="581025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4" name="Diagram element 62">
            <a:extLst>
              <a:ext uri="{FF2B5EF4-FFF2-40B4-BE49-F238E27FC236}">
                <a16:creationId xmlns:a16="http://schemas.microsoft.com/office/drawing/2014/main" id="{70DAA85B-B34C-3513-DAD8-3D951A9A4AC5}"/>
              </a:ext>
            </a:extLst>
          </p:cNvPr>
          <p:cNvSpPr>
            <a:spLocks noGrp="1"/>
          </p:cNvSpPr>
          <p:nvPr/>
        </p:nvSpPr>
        <p:spPr>
          <a:xfrm>
            <a:off x="1185927" y="1454098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UD–UAV offloading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33ABE00-772B-0D60-159B-E9855C4AD243}"/>
              </a:ext>
            </a:extLst>
          </p:cNvPr>
          <p:cNvCxnSpPr/>
          <p:nvPr/>
        </p:nvCxnSpPr>
        <p:spPr>
          <a:xfrm>
            <a:off x="439087" y="2046219"/>
            <a:ext cx="581025" cy="0"/>
          </a:xfrm>
          <a:prstGeom prst="straightConnector1">
            <a:avLst/>
          </a:prstGeom>
          <a:ln w="28575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6" name="Diagram element 65">
            <a:extLst>
              <a:ext uri="{FF2B5EF4-FFF2-40B4-BE49-F238E27FC236}">
                <a16:creationId xmlns:a16="http://schemas.microsoft.com/office/drawing/2014/main" id="{38E2E120-CDDE-2030-42F0-D56A4B970D82}"/>
              </a:ext>
            </a:extLst>
          </p:cNvPr>
          <p:cNvSpPr>
            <a:spLocks noGrp="1"/>
          </p:cNvSpPr>
          <p:nvPr/>
        </p:nvSpPr>
        <p:spPr>
          <a:xfrm>
            <a:off x="1186799" y="1884293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Direct UD–LEO offloading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5DE5AE2-5D73-0556-4613-AE270DE2892D}"/>
              </a:ext>
            </a:extLst>
          </p:cNvPr>
          <p:cNvCxnSpPr/>
          <p:nvPr/>
        </p:nvCxnSpPr>
        <p:spPr>
          <a:xfrm>
            <a:off x="438215" y="2436930"/>
            <a:ext cx="581025" cy="0"/>
          </a:xfrm>
          <a:prstGeom prst="straightConnector1">
            <a:avLst/>
          </a:prstGeom>
          <a:ln w="28575">
            <a:solidFill>
              <a:srgbClr val="5E6671"/>
            </a:solidFill>
            <a:prstDash val="solid"/>
            <a:tailEnd type="triangle" w="med" len="med"/>
          </a:ln>
        </p:spPr>
      </p:cxnSp>
      <p:sp>
        <p:nvSpPr>
          <p:cNvPr id="10" name="Diagram element 71">
            <a:extLst>
              <a:ext uri="{FF2B5EF4-FFF2-40B4-BE49-F238E27FC236}">
                <a16:creationId xmlns:a16="http://schemas.microsoft.com/office/drawing/2014/main" id="{764E6171-1DC1-3D0F-52BF-C8198BAD5CFC}"/>
              </a:ext>
            </a:extLst>
          </p:cNvPr>
          <p:cNvSpPr>
            <a:spLocks noGrp="1"/>
          </p:cNvSpPr>
          <p:nvPr/>
        </p:nvSpPr>
        <p:spPr>
          <a:xfrm>
            <a:off x="1185927" y="2275004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trajectory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624CB3C-081D-8A64-8CFE-5CDD4C142876}"/>
              </a:ext>
            </a:extLst>
          </p:cNvPr>
          <p:cNvCxnSpPr/>
          <p:nvPr/>
        </p:nvCxnSpPr>
        <p:spPr>
          <a:xfrm>
            <a:off x="438215" y="2836980"/>
            <a:ext cx="581025" cy="0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24" name="Diagram element 74">
            <a:extLst>
              <a:ext uri="{FF2B5EF4-FFF2-40B4-BE49-F238E27FC236}">
                <a16:creationId xmlns:a16="http://schemas.microsoft.com/office/drawing/2014/main" id="{067C436C-5221-DF0E-30D3-78B55D102428}"/>
              </a:ext>
            </a:extLst>
          </p:cNvPr>
          <p:cNvSpPr>
            <a:spLocks noGrp="1"/>
          </p:cNvSpPr>
          <p:nvPr/>
        </p:nvSpPr>
        <p:spPr>
          <a:xfrm>
            <a:off x="1185927" y="2675054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State / control signaling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035E8CE6-20F7-B2A9-8FDD-9D9B56BD133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519177" y="3094454"/>
            <a:ext cx="333375" cy="399451"/>
          </a:xfrm>
          <a:prstGeom prst="rect">
            <a:avLst/>
          </a:prstGeom>
        </p:spPr>
      </p:pic>
      <p:sp>
        <p:nvSpPr>
          <p:cNvPr id="28" name="Diagram element 75">
            <a:extLst>
              <a:ext uri="{FF2B5EF4-FFF2-40B4-BE49-F238E27FC236}">
                <a16:creationId xmlns:a16="http://schemas.microsoft.com/office/drawing/2014/main" id="{0B57289C-FF05-2095-F275-09EC0EDC3328}"/>
              </a:ext>
            </a:extLst>
          </p:cNvPr>
          <p:cNvSpPr>
            <a:spLocks noGrp="1"/>
          </p:cNvSpPr>
          <p:nvPr/>
        </p:nvSpPr>
        <p:spPr>
          <a:xfrm>
            <a:off x="1185927" y="3103679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Edge server</a:t>
            </a:r>
          </a:p>
        </p:txBody>
      </p:sp>
      <p:cxnSp>
        <p:nvCxnSpPr>
          <p:cNvPr id="30" name="UD 2 offloads directly to UAV 1">
            <a:extLst>
              <a:ext uri="{FF2B5EF4-FFF2-40B4-BE49-F238E27FC236}">
                <a16:creationId xmlns:a16="http://schemas.microsoft.com/office/drawing/2014/main" id="{DC25F0E1-862C-16CE-5AEE-95A15D2CEB8A}"/>
              </a:ext>
            </a:extLst>
          </p:cNvPr>
          <p:cNvCxnSpPr>
            <a:cxnSpLocks/>
          </p:cNvCxnSpPr>
          <p:nvPr/>
        </p:nvCxnSpPr>
        <p:spPr>
          <a:xfrm flipH="1" flipV="1">
            <a:off x="2984014" y="4953568"/>
            <a:ext cx="777066" cy="148292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11CBD429-11F7-A9E4-6748-31015B78646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6930281" y="1716620"/>
            <a:ext cx="3176420" cy="138112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154AEA9-9077-11EE-D8D3-78780992AB4A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34" y="4260015"/>
            <a:ext cx="2547547" cy="1216891"/>
          </a:xfrm>
          <a:prstGeom prst="rect">
            <a:avLst/>
          </a:prstGeom>
        </p:spPr>
      </p:pic>
      <p:pic>
        <p:nvPicPr>
          <p:cNvPr id="40" name="图片 39" descr="server_PNG39">
            <a:extLst>
              <a:ext uri="{FF2B5EF4-FFF2-40B4-BE49-F238E27FC236}">
                <a16:creationId xmlns:a16="http://schemas.microsoft.com/office/drawing/2014/main" id="{A3B931F0-EBFF-9F1A-E6E4-BED3EED2FEE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49198" y="4871604"/>
            <a:ext cx="360088" cy="431806"/>
          </a:xfrm>
          <a:prstGeom prst="rect">
            <a:avLst/>
          </a:prstGeom>
        </p:spPr>
      </p:pic>
      <p:cxnSp>
        <p:nvCxnSpPr>
          <p:cNvPr id="46" name="UD 2 offloads directly to UAV 1">
            <a:extLst>
              <a:ext uri="{FF2B5EF4-FFF2-40B4-BE49-F238E27FC236}">
                <a16:creationId xmlns:a16="http://schemas.microsoft.com/office/drawing/2014/main" id="{3C92EE4E-9AE3-D89B-FC7C-DED43963139A}"/>
              </a:ext>
            </a:extLst>
          </p:cNvPr>
          <p:cNvCxnSpPr>
            <a:cxnSpLocks/>
          </p:cNvCxnSpPr>
          <p:nvPr/>
        </p:nvCxnSpPr>
        <p:spPr>
          <a:xfrm flipV="1">
            <a:off x="2535017" y="5087507"/>
            <a:ext cx="164560" cy="133280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64" name="UD 2 offloads directly to UAV 1">
            <a:extLst>
              <a:ext uri="{FF2B5EF4-FFF2-40B4-BE49-F238E27FC236}">
                <a16:creationId xmlns:a16="http://schemas.microsoft.com/office/drawing/2014/main" id="{67A4CE72-7FB6-E255-0182-8EAD733E61CD}"/>
              </a:ext>
            </a:extLst>
          </p:cNvPr>
          <p:cNvCxnSpPr>
            <a:cxnSpLocks/>
          </p:cNvCxnSpPr>
          <p:nvPr/>
        </p:nvCxnSpPr>
        <p:spPr>
          <a:xfrm flipH="1" flipV="1">
            <a:off x="6404853" y="5476906"/>
            <a:ext cx="352498" cy="267088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67" name="UD 2 offloads directly to UAV 1">
            <a:extLst>
              <a:ext uri="{FF2B5EF4-FFF2-40B4-BE49-F238E27FC236}">
                <a16:creationId xmlns:a16="http://schemas.microsoft.com/office/drawing/2014/main" id="{152A3EA7-C9C0-2301-60B7-C4183BC8EB75}"/>
              </a:ext>
            </a:extLst>
          </p:cNvPr>
          <p:cNvCxnSpPr>
            <a:cxnSpLocks/>
          </p:cNvCxnSpPr>
          <p:nvPr/>
        </p:nvCxnSpPr>
        <p:spPr>
          <a:xfrm flipH="1" flipV="1">
            <a:off x="6682082" y="5488690"/>
            <a:ext cx="867864" cy="230685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69" name="UD 2 offloads directly to UAV 1">
            <a:extLst>
              <a:ext uri="{FF2B5EF4-FFF2-40B4-BE49-F238E27FC236}">
                <a16:creationId xmlns:a16="http://schemas.microsoft.com/office/drawing/2014/main" id="{4DF5EDB0-9871-9F02-F57B-061990F9CA33}"/>
              </a:ext>
            </a:extLst>
          </p:cNvPr>
          <p:cNvCxnSpPr>
            <a:cxnSpLocks/>
          </p:cNvCxnSpPr>
          <p:nvPr/>
        </p:nvCxnSpPr>
        <p:spPr>
          <a:xfrm flipH="1" flipV="1">
            <a:off x="9756979" y="5302386"/>
            <a:ext cx="1882418" cy="192317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70" name="UD 2 offloads directly to UAV 1">
            <a:extLst>
              <a:ext uri="{FF2B5EF4-FFF2-40B4-BE49-F238E27FC236}">
                <a16:creationId xmlns:a16="http://schemas.microsoft.com/office/drawing/2014/main" id="{8F48555B-9E53-49FB-AB54-039FD6EC729D}"/>
              </a:ext>
            </a:extLst>
          </p:cNvPr>
          <p:cNvCxnSpPr>
            <a:cxnSpLocks/>
          </p:cNvCxnSpPr>
          <p:nvPr/>
        </p:nvCxnSpPr>
        <p:spPr>
          <a:xfrm flipH="1" flipV="1">
            <a:off x="9101954" y="5238750"/>
            <a:ext cx="191055" cy="164454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85" name="UD 6 offloads directly to LEO without UAV forwarding">
            <a:extLst>
              <a:ext uri="{FF2B5EF4-FFF2-40B4-BE49-F238E27FC236}">
                <a16:creationId xmlns:a16="http://schemas.microsoft.com/office/drawing/2014/main" id="{2A168E46-D9B7-22F2-73E0-D5C492C6ED3A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8518491" y="3097745"/>
            <a:ext cx="2485962" cy="2292101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0262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245</Words>
  <Application>Microsoft Office PowerPoint</Application>
  <DocSecurity>0</DocSecurity>
  <PresentationFormat>自定义</PresentationFormat>
  <Paragraphs>69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Aptos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EC M</cp:lastModifiedBy>
  <cp:revision>3</cp:revision>
  <dcterms:created xsi:type="dcterms:W3CDTF">2026-10-18T06:26:36Z</dcterms:created>
  <dcterms:modified xsi:type="dcterms:W3CDTF">2026-10-18T12:16:57Z</dcterms:modified>
</cp:coreProperties>
</file>