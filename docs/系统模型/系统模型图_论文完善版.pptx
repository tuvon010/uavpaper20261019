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64" r:id="rId2"/>
    <p:sldId id="265" r:id="rId3"/>
  </p:sldIdLst>
  <p:sldSz cx="9956800" cy="6813550"/>
  <p:notesSz cx="6858000" cy="9144000"/>
  <p:custDataLst>
    <p:tags r:id="rId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02" userDrawn="1">
          <p15:clr>
            <a:srgbClr val="A4A3A4"/>
          </p15:clr>
        </p15:guide>
        <p15:guide id="2" pos="317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CE47"/>
    <a:srgbClr val="4874CB"/>
    <a:srgbClr val="9AD7F3"/>
    <a:srgbClr val="55F5FF"/>
    <a:srgbClr val="F3ECD0"/>
    <a:srgbClr val="E8DC7B"/>
    <a:srgbClr val="FFF36D"/>
    <a:srgbClr val="BFBFBF"/>
    <a:srgbClr val="A9E9E4"/>
    <a:srgbClr val="B21B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510" y="60"/>
      </p:cViewPr>
      <p:guideLst>
        <p:guide orient="horz" pos="2002"/>
        <p:guide pos="317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74337" y="1143000"/>
            <a:ext cx="45093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0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8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979099" y="908640"/>
            <a:ext cx="8003323" cy="2554209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596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979099" y="3537972"/>
            <a:ext cx="8003323" cy="1463125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385" spc="200"/>
            </a:lvl1pPr>
            <a:lvl2pPr marL="454025" indent="0" algn="ctr">
              <a:buNone/>
              <a:defRPr sz="1985"/>
            </a:lvl2pPr>
            <a:lvl3pPr marL="908685" indent="0" algn="ctr">
              <a:buNone/>
              <a:defRPr sz="1790"/>
            </a:lvl3pPr>
            <a:lvl4pPr marL="1362710" indent="0" algn="ctr">
              <a:buNone/>
              <a:defRPr sz="1590"/>
            </a:lvl4pPr>
            <a:lvl5pPr marL="1817370" indent="0" algn="ctr">
              <a:buNone/>
              <a:defRPr sz="1590"/>
            </a:lvl5pPr>
            <a:lvl6pPr marL="2271395" indent="0" algn="ctr">
              <a:buNone/>
              <a:defRPr sz="1590"/>
            </a:lvl6pPr>
            <a:lvl7pPr marL="2726055" indent="0" algn="ctr">
              <a:buNone/>
              <a:defRPr sz="1590"/>
            </a:lvl7pPr>
            <a:lvl8pPr marL="3180080" indent="0" algn="ctr">
              <a:buNone/>
              <a:defRPr sz="1590"/>
            </a:lvl8pPr>
            <a:lvl9pPr marL="3634740" indent="0" algn="ctr">
              <a:buNone/>
              <a:defRPr sz="159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96900" y="604568"/>
            <a:ext cx="8958900" cy="701155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96900" y="1481012"/>
            <a:ext cx="8958900" cy="4729221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625951" y="3824158"/>
            <a:ext cx="6345030" cy="76197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37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625951" y="4586128"/>
            <a:ext cx="6345030" cy="862135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79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4025" indent="0">
              <a:buNone/>
              <a:defRPr sz="1590">
                <a:solidFill>
                  <a:schemeClr val="tx1">
                    <a:tint val="75000"/>
                  </a:schemeClr>
                </a:solidFill>
              </a:defRPr>
            </a:lvl2pPr>
            <a:lvl3pPr marL="908685" indent="0">
              <a:buNone/>
              <a:defRPr sz="1590">
                <a:solidFill>
                  <a:schemeClr val="tx1">
                    <a:tint val="75000"/>
                  </a:schemeClr>
                </a:solidFill>
              </a:defRPr>
            </a:lvl3pPr>
            <a:lvl4pPr marL="1362710" indent="0">
              <a:buNone/>
              <a:defRPr sz="1590">
                <a:solidFill>
                  <a:schemeClr val="tx1">
                    <a:tint val="75000"/>
                  </a:schemeClr>
                </a:solidFill>
              </a:defRPr>
            </a:lvl4pPr>
            <a:lvl5pPr marL="1817370" indent="0">
              <a:buNone/>
              <a:defRPr sz="1590">
                <a:solidFill>
                  <a:schemeClr val="tx1">
                    <a:tint val="75000"/>
                  </a:schemeClr>
                </a:solidFill>
              </a:defRPr>
            </a:lvl5pPr>
            <a:lvl6pPr marL="2271395" indent="0">
              <a:buNone/>
              <a:defRPr sz="1590">
                <a:solidFill>
                  <a:schemeClr val="tx1">
                    <a:tint val="75000"/>
                  </a:schemeClr>
                </a:solidFill>
              </a:defRPr>
            </a:lvl6pPr>
            <a:lvl7pPr marL="2726055" indent="0">
              <a:buNone/>
              <a:defRPr sz="1590">
                <a:solidFill>
                  <a:schemeClr val="tx1">
                    <a:tint val="75000"/>
                  </a:schemeClr>
                </a:solidFill>
              </a:defRPr>
            </a:lvl7pPr>
            <a:lvl8pPr marL="3180080" indent="0">
              <a:buNone/>
              <a:defRPr sz="1590">
                <a:solidFill>
                  <a:schemeClr val="tx1">
                    <a:tint val="75000"/>
                  </a:schemeClr>
                </a:solidFill>
              </a:defRPr>
            </a:lvl8pPr>
            <a:lvl9pPr marL="3634740" indent="0">
              <a:buNone/>
              <a:defRPr sz="15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96900" y="604568"/>
            <a:ext cx="8958900" cy="701155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496900" y="1491744"/>
            <a:ext cx="4228060" cy="4718489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5236561" y="1491744"/>
            <a:ext cx="4228060" cy="4718489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96900" y="604568"/>
            <a:ext cx="8958900" cy="701155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496900" y="1420197"/>
            <a:ext cx="4363311" cy="379196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98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4025" indent="0">
              <a:buNone/>
              <a:defRPr sz="1985" b="1"/>
            </a:lvl2pPr>
            <a:lvl3pPr marL="908685" indent="0">
              <a:buNone/>
              <a:defRPr sz="1790" b="1"/>
            </a:lvl3pPr>
            <a:lvl4pPr marL="1362710" indent="0">
              <a:buNone/>
              <a:defRPr sz="1590" b="1"/>
            </a:lvl4pPr>
            <a:lvl5pPr marL="1817370" indent="0">
              <a:buNone/>
              <a:defRPr sz="1590" b="1"/>
            </a:lvl5pPr>
            <a:lvl6pPr marL="2271395" indent="0">
              <a:buNone/>
              <a:defRPr sz="1590" b="1"/>
            </a:lvl6pPr>
            <a:lvl7pPr marL="2726055" indent="0">
              <a:buNone/>
              <a:defRPr sz="1590" b="1"/>
            </a:lvl7pPr>
            <a:lvl8pPr marL="3180080" indent="0">
              <a:buNone/>
              <a:defRPr sz="1590" b="1"/>
            </a:lvl8pPr>
            <a:lvl9pPr marL="3634740" indent="0">
              <a:buNone/>
              <a:defRPr sz="159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496900" y="1842321"/>
            <a:ext cx="4363311" cy="4367911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5092938" y="1412773"/>
            <a:ext cx="4363311" cy="379196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98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4025" indent="0">
              <a:buNone/>
              <a:defRPr sz="1985" b="1"/>
            </a:lvl2pPr>
            <a:lvl3pPr marL="908685" indent="0">
              <a:buNone/>
              <a:defRPr sz="1790" b="1"/>
            </a:lvl3pPr>
            <a:lvl4pPr marL="1362710" indent="0">
              <a:buNone/>
              <a:defRPr sz="1590" b="1"/>
            </a:lvl4pPr>
            <a:lvl5pPr marL="1817370" indent="0">
              <a:buNone/>
              <a:defRPr sz="1590" b="1"/>
            </a:lvl5pPr>
            <a:lvl6pPr marL="2271395" indent="0">
              <a:buNone/>
              <a:defRPr sz="1590" b="1"/>
            </a:lvl6pPr>
            <a:lvl7pPr marL="2726055" indent="0">
              <a:buNone/>
              <a:defRPr sz="1590" b="1"/>
            </a:lvl7pPr>
            <a:lvl8pPr marL="3180080" indent="0">
              <a:buNone/>
              <a:defRPr sz="1590" b="1"/>
            </a:lvl8pPr>
            <a:lvl9pPr marL="3634740" indent="0">
              <a:buNone/>
              <a:defRPr sz="159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5092938" y="1842321"/>
            <a:ext cx="4363311" cy="4367911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96900" y="604568"/>
            <a:ext cx="8958900" cy="701155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496900" y="1545404"/>
            <a:ext cx="4274023" cy="4578973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59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5186577" y="1545404"/>
            <a:ext cx="4269223" cy="4578973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59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2026/7/15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8359092" y="908640"/>
            <a:ext cx="852668" cy="499752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78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746820" y="908640"/>
            <a:ext cx="7488782" cy="4997520"/>
          </a:xfrm>
        </p:spPr>
        <p:txBody>
          <a:bodyPr vert="eaVert" lIns="46800" tIns="46800" rIns="46800" bIns="46800"/>
          <a:lstStyle>
            <a:lvl1pPr marL="227330" indent="-227330">
              <a:spcAft>
                <a:spcPts val="1000"/>
              </a:spcAft>
              <a:defRPr spc="300"/>
            </a:lvl1pPr>
            <a:lvl2pPr marL="681355" indent="-227330">
              <a:defRPr spc="300"/>
            </a:lvl2pPr>
            <a:lvl3pPr marL="1136015" indent="-227330">
              <a:defRPr spc="300"/>
            </a:lvl3pPr>
            <a:lvl4pPr marL="1590040" indent="-227330">
              <a:defRPr spc="300"/>
            </a:lvl4pPr>
            <a:lvl5pPr marL="2044700" indent="-22733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496900" y="769124"/>
            <a:ext cx="8961840" cy="544826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979099" y="2468353"/>
            <a:ext cx="8003323" cy="1012382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596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979099" y="3537972"/>
            <a:ext cx="8003323" cy="468629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385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496900" y="604568"/>
            <a:ext cx="8958900" cy="70115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496900" y="1481012"/>
            <a:ext cx="8958900" cy="4729221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499840" y="6274624"/>
            <a:ext cx="2205177" cy="3148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9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3361670" y="6274624"/>
            <a:ext cx="3234260" cy="3148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9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7250622" y="6274624"/>
            <a:ext cx="2205177" cy="3148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9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08685" rtl="0" eaLnBrk="1" fontAlgn="auto" latinLnBrk="0" hangingPunct="1">
        <a:lnSpc>
          <a:spcPct val="100000"/>
        </a:lnSpc>
        <a:spcBef>
          <a:spcPct val="0"/>
        </a:spcBef>
        <a:buNone/>
        <a:defRPr sz="3575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7330" indent="-227330" algn="l" defTabSz="908685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79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1355" indent="-227330" algn="l" defTabSz="90868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599565" algn="l"/>
          <a:tab pos="1599565" algn="l"/>
          <a:tab pos="1599565" algn="l"/>
          <a:tab pos="1599565" algn="l"/>
        </a:tabLst>
        <a:defRPr sz="159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36015" indent="-227330" algn="l" defTabSz="90868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59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590040" indent="-227330" algn="l" defTabSz="90868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39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44700" indent="-227330" algn="l" defTabSz="90868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39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498725" indent="-227330" algn="l" defTabSz="908685" rtl="0" eaLnBrk="1" latinLnBrk="0" hangingPunct="1">
        <a:lnSpc>
          <a:spcPct val="90000"/>
        </a:lnSpc>
        <a:spcBef>
          <a:spcPts val="495"/>
        </a:spcBef>
        <a:buFont typeface="Arial" panose="020B0604020202020204" pitchFamily="34" charset="0"/>
        <a:buChar char="•"/>
        <a:defRPr sz="1790" kern="1200">
          <a:solidFill>
            <a:schemeClr val="tx1"/>
          </a:solidFill>
          <a:latin typeface="+mn-lt"/>
          <a:ea typeface="+mn-ea"/>
          <a:cs typeface="+mn-cs"/>
        </a:defRPr>
      </a:lvl6pPr>
      <a:lvl7pPr marL="2953385" indent="-227330" algn="l" defTabSz="908685" rtl="0" eaLnBrk="1" latinLnBrk="0" hangingPunct="1">
        <a:lnSpc>
          <a:spcPct val="90000"/>
        </a:lnSpc>
        <a:spcBef>
          <a:spcPts val="495"/>
        </a:spcBef>
        <a:buFont typeface="Arial" panose="020B0604020202020204" pitchFamily="34" charset="0"/>
        <a:buChar char="•"/>
        <a:defRPr sz="1790" kern="1200">
          <a:solidFill>
            <a:schemeClr val="tx1"/>
          </a:solidFill>
          <a:latin typeface="+mn-lt"/>
          <a:ea typeface="+mn-ea"/>
          <a:cs typeface="+mn-cs"/>
        </a:defRPr>
      </a:lvl7pPr>
      <a:lvl8pPr marL="3407410" indent="-227330" algn="l" defTabSz="908685" rtl="0" eaLnBrk="1" latinLnBrk="0" hangingPunct="1">
        <a:lnSpc>
          <a:spcPct val="90000"/>
        </a:lnSpc>
        <a:spcBef>
          <a:spcPts val="495"/>
        </a:spcBef>
        <a:buFont typeface="Arial" panose="020B0604020202020204" pitchFamily="34" charset="0"/>
        <a:buChar char="•"/>
        <a:defRPr sz="1790" kern="1200">
          <a:solidFill>
            <a:schemeClr val="tx1"/>
          </a:solidFill>
          <a:latin typeface="+mn-lt"/>
          <a:ea typeface="+mn-ea"/>
          <a:cs typeface="+mn-cs"/>
        </a:defRPr>
      </a:lvl8pPr>
      <a:lvl9pPr marL="3861435" indent="-227330" algn="l" defTabSz="908685" rtl="0" eaLnBrk="1" latinLnBrk="0" hangingPunct="1">
        <a:lnSpc>
          <a:spcPct val="90000"/>
        </a:lnSpc>
        <a:spcBef>
          <a:spcPts val="495"/>
        </a:spcBef>
        <a:buFont typeface="Arial" panose="020B0604020202020204" pitchFamily="34" charset="0"/>
        <a:buChar char="•"/>
        <a:defRPr sz="17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08685" rtl="0" eaLnBrk="1" latinLnBrk="0" hangingPunct="1">
        <a:defRPr sz="1790" kern="1200">
          <a:solidFill>
            <a:schemeClr val="tx1"/>
          </a:solidFill>
          <a:latin typeface="+mn-lt"/>
          <a:ea typeface="+mn-ea"/>
          <a:cs typeface="+mn-cs"/>
        </a:defRPr>
      </a:lvl1pPr>
      <a:lvl2pPr marL="454025" algn="l" defTabSz="908685" rtl="0" eaLnBrk="1" latinLnBrk="0" hangingPunct="1">
        <a:defRPr sz="1790" kern="1200">
          <a:solidFill>
            <a:schemeClr val="tx1"/>
          </a:solidFill>
          <a:latin typeface="+mn-lt"/>
          <a:ea typeface="+mn-ea"/>
          <a:cs typeface="+mn-cs"/>
        </a:defRPr>
      </a:lvl2pPr>
      <a:lvl3pPr marL="908685" algn="l" defTabSz="908685" rtl="0" eaLnBrk="1" latinLnBrk="0" hangingPunct="1">
        <a:defRPr sz="1790" kern="1200">
          <a:solidFill>
            <a:schemeClr val="tx1"/>
          </a:solidFill>
          <a:latin typeface="+mn-lt"/>
          <a:ea typeface="+mn-ea"/>
          <a:cs typeface="+mn-cs"/>
        </a:defRPr>
      </a:lvl3pPr>
      <a:lvl4pPr marL="1362710" algn="l" defTabSz="908685" rtl="0" eaLnBrk="1" latinLnBrk="0" hangingPunct="1">
        <a:defRPr sz="1790" kern="1200">
          <a:solidFill>
            <a:schemeClr val="tx1"/>
          </a:solidFill>
          <a:latin typeface="+mn-lt"/>
          <a:ea typeface="+mn-ea"/>
          <a:cs typeface="+mn-cs"/>
        </a:defRPr>
      </a:lvl4pPr>
      <a:lvl5pPr marL="1817370" algn="l" defTabSz="908685" rtl="0" eaLnBrk="1" latinLnBrk="0" hangingPunct="1">
        <a:defRPr sz="1790" kern="1200">
          <a:solidFill>
            <a:schemeClr val="tx1"/>
          </a:solidFill>
          <a:latin typeface="+mn-lt"/>
          <a:ea typeface="+mn-ea"/>
          <a:cs typeface="+mn-cs"/>
        </a:defRPr>
      </a:lvl5pPr>
      <a:lvl6pPr marL="2271395" algn="l" defTabSz="908685" rtl="0" eaLnBrk="1" latinLnBrk="0" hangingPunct="1">
        <a:defRPr sz="1790" kern="1200">
          <a:solidFill>
            <a:schemeClr val="tx1"/>
          </a:solidFill>
          <a:latin typeface="+mn-lt"/>
          <a:ea typeface="+mn-ea"/>
          <a:cs typeface="+mn-cs"/>
        </a:defRPr>
      </a:lvl6pPr>
      <a:lvl7pPr marL="2726055" algn="l" defTabSz="908685" rtl="0" eaLnBrk="1" latinLnBrk="0" hangingPunct="1">
        <a:defRPr sz="1790" kern="1200">
          <a:solidFill>
            <a:schemeClr val="tx1"/>
          </a:solidFill>
          <a:latin typeface="+mn-lt"/>
          <a:ea typeface="+mn-ea"/>
          <a:cs typeface="+mn-cs"/>
        </a:defRPr>
      </a:lvl7pPr>
      <a:lvl8pPr marL="3180080" algn="l" defTabSz="908685" rtl="0" eaLnBrk="1" latinLnBrk="0" hangingPunct="1">
        <a:defRPr sz="1790" kern="1200">
          <a:solidFill>
            <a:schemeClr val="tx1"/>
          </a:solidFill>
          <a:latin typeface="+mn-lt"/>
          <a:ea typeface="+mn-ea"/>
          <a:cs typeface="+mn-cs"/>
        </a:defRPr>
      </a:lvl8pPr>
      <a:lvl9pPr marL="3634740" algn="l" defTabSz="908685" rtl="0" eaLnBrk="1" latinLnBrk="0" hangingPunct="1">
        <a:defRPr sz="17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emf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emf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8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1.png"/><Relationship Id="rId21" Type="http://schemas.openxmlformats.org/officeDocument/2006/relationships/image" Target="../media/image20.emf"/><Relationship Id="rId34" Type="http://schemas.openxmlformats.org/officeDocument/2006/relationships/image" Target="../media/image26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36.png"/><Relationship Id="rId25" Type="http://schemas.openxmlformats.org/officeDocument/2006/relationships/image" Target="../media/image24.png"/><Relationship Id="rId33" Type="http://schemas.openxmlformats.org/officeDocument/2006/relationships/image" Target="../media/image33.png"/><Relationship Id="rId2" Type="http://schemas.openxmlformats.org/officeDocument/2006/relationships/image" Target="../media/image34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2.emf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8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1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7.png"/><Relationship Id="rId30" Type="http://schemas.openxmlformats.org/officeDocument/2006/relationships/image" Target="../media/image30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3C59FAC8-962B-55EF-6C54-4C4FEF7583C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2032" y="3768749"/>
            <a:ext cx="391676" cy="26111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173B68A-4DE0-2D06-D64C-FF8B7DD9A1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480" y="3500335"/>
            <a:ext cx="9117882" cy="347697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B8575B4-E15D-ACCA-E071-640D0CD6B0B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5275" y="5435261"/>
            <a:ext cx="447176" cy="44717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8A09F50B-1091-5514-1880-A62DDB72D32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9788" y="5820515"/>
            <a:ext cx="958577" cy="639051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E73C5A75-D2BA-1C03-5969-374788A2BB9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386" y="3882046"/>
            <a:ext cx="573683" cy="38245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4A9F8BD9-C0E2-DABE-90FC-148AE09D4A3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3379" y="5165298"/>
            <a:ext cx="488955" cy="32597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FA89B166-432E-6834-0F37-66A22D3E049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167" y="4835297"/>
            <a:ext cx="372744" cy="248496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177A65D9-FF1E-86E9-B31A-0AC75FC6644D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1064" y="5508845"/>
            <a:ext cx="631419" cy="420946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4A287003-ECAC-FADE-01B4-DCD3DB3B102C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421" y="5296427"/>
            <a:ext cx="854941" cy="569960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6686D2C8-7A4C-FB4E-ECE7-6594DD355B74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408" y="5296427"/>
            <a:ext cx="445746" cy="668620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45BEDAFA-AF94-C690-9B06-11863751D2DC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061" y="4999476"/>
            <a:ext cx="331995" cy="497993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A06D8607-668F-3158-D3A3-EA087DCF648F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036422" y="4704782"/>
            <a:ext cx="631057" cy="536998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33BB453F-7258-5E56-A4F1-4188983DA108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908719" y="4778463"/>
            <a:ext cx="621528" cy="378735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A12AA628-34DD-8781-6478-8CEEBA860F78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4475" y="5128903"/>
            <a:ext cx="363765" cy="461775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3B81DA1A-22DA-9978-9B04-CEC7B16D68FE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322030" y="4953653"/>
            <a:ext cx="276816" cy="242361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1CD81FCA-291D-A912-2F8E-2DBC08143A91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4950" y="5495287"/>
            <a:ext cx="407903" cy="611853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6F2C65FD-9AC3-8E98-2133-20D90FB7B507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121822" y="4882597"/>
            <a:ext cx="757802" cy="461775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04DFF52D-B90A-9DD6-3BC2-62746CD9F53C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730031" y="5004798"/>
            <a:ext cx="781409" cy="446226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AC5BBB6D-E193-885D-5B9D-D79B603D061C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862369" y="3137543"/>
            <a:ext cx="343545" cy="476508"/>
          </a:xfrm>
          <a:prstGeom prst="rect">
            <a:avLst/>
          </a:prstGeom>
        </p:spPr>
      </p:pic>
      <p:pic>
        <p:nvPicPr>
          <p:cNvPr id="53" name="图片 52">
            <a:extLst>
              <a:ext uri="{FF2B5EF4-FFF2-40B4-BE49-F238E27FC236}">
                <a16:creationId xmlns:a16="http://schemas.microsoft.com/office/drawing/2014/main" id="{CACC9A9B-1FD6-230E-87C4-A0DB8D0F49E6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08062" y="5590678"/>
            <a:ext cx="192974" cy="305542"/>
          </a:xfrm>
          <a:prstGeom prst="rect">
            <a:avLst/>
          </a:prstGeom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BB13E01E-948B-C108-ADA1-514B5A7FB2D1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6451" y="4879379"/>
            <a:ext cx="370425" cy="555638"/>
          </a:xfrm>
          <a:prstGeom prst="rect">
            <a:avLst/>
          </a:prstGeom>
        </p:spPr>
      </p:pic>
      <p:pic>
        <p:nvPicPr>
          <p:cNvPr id="57" name="图片 56">
            <a:extLst>
              <a:ext uri="{FF2B5EF4-FFF2-40B4-BE49-F238E27FC236}">
                <a16:creationId xmlns:a16="http://schemas.microsoft.com/office/drawing/2014/main" id="{F0E4CD51-B2A4-CF99-6C68-33F37024F15B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2022" y="4550313"/>
            <a:ext cx="394550" cy="591825"/>
          </a:xfrm>
          <a:prstGeom prst="rect">
            <a:avLst/>
          </a:prstGeom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6CB47255-C110-507F-2BBE-81090CB19100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0938" y="4913142"/>
            <a:ext cx="383285" cy="383285"/>
          </a:xfrm>
          <a:prstGeom prst="rect">
            <a:avLst/>
          </a:prstGeom>
        </p:spPr>
      </p:pic>
      <p:pic>
        <p:nvPicPr>
          <p:cNvPr id="61" name="图片 60">
            <a:extLst>
              <a:ext uri="{FF2B5EF4-FFF2-40B4-BE49-F238E27FC236}">
                <a16:creationId xmlns:a16="http://schemas.microsoft.com/office/drawing/2014/main" id="{FEFCB054-80A3-2C60-58DE-0F7560D0AE1E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296" y="5370750"/>
            <a:ext cx="1088816" cy="1088816"/>
          </a:xfrm>
          <a:prstGeom prst="rect">
            <a:avLst/>
          </a:prstGeom>
        </p:spPr>
      </p:pic>
      <p:pic>
        <p:nvPicPr>
          <p:cNvPr id="63" name="图片 62">
            <a:extLst>
              <a:ext uri="{FF2B5EF4-FFF2-40B4-BE49-F238E27FC236}">
                <a16:creationId xmlns:a16="http://schemas.microsoft.com/office/drawing/2014/main" id="{825A61A5-98FC-E1D8-C165-A521ED9ADA3B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0801" y="5233176"/>
            <a:ext cx="502532" cy="335021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B9FA7C68-9A65-1D64-5B5E-C32E098A6E7C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1298" y="3159527"/>
            <a:ext cx="362483" cy="585419"/>
          </a:xfrm>
          <a:prstGeom prst="rect">
            <a:avLst/>
          </a:prstGeom>
        </p:spPr>
      </p:pic>
      <p:pic>
        <p:nvPicPr>
          <p:cNvPr id="77" name="图片 76">
            <a:extLst>
              <a:ext uri="{FF2B5EF4-FFF2-40B4-BE49-F238E27FC236}">
                <a16:creationId xmlns:a16="http://schemas.microsoft.com/office/drawing/2014/main" id="{EE94068F-805A-F2B2-B801-DABF7803D04D}"/>
              </a:ext>
            </a:extLst>
          </p:cNvPr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048" y="2491572"/>
            <a:ext cx="1188666" cy="792445"/>
          </a:xfrm>
          <a:prstGeom prst="rect">
            <a:avLst/>
          </a:prstGeom>
        </p:spPr>
      </p:pic>
      <p:pic>
        <p:nvPicPr>
          <p:cNvPr id="79" name="图片 78">
            <a:extLst>
              <a:ext uri="{FF2B5EF4-FFF2-40B4-BE49-F238E27FC236}">
                <a16:creationId xmlns:a16="http://schemas.microsoft.com/office/drawing/2014/main" id="{74A36936-53AF-EA1D-2A30-99CA0842299F}"/>
              </a:ext>
            </a:extLst>
          </p:cNvPr>
          <p:cNvPicPr>
            <a:picLocks noChangeAspect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227242" y="3631692"/>
            <a:ext cx="302207" cy="248496"/>
          </a:xfrm>
          <a:prstGeom prst="rect">
            <a:avLst/>
          </a:prstGeom>
        </p:spPr>
      </p:pic>
      <p:pic>
        <p:nvPicPr>
          <p:cNvPr id="81" name="图片 80">
            <a:extLst>
              <a:ext uri="{FF2B5EF4-FFF2-40B4-BE49-F238E27FC236}">
                <a16:creationId xmlns:a16="http://schemas.microsoft.com/office/drawing/2014/main" id="{255F9A41-B823-563A-AA9A-C7AC8B31263C}"/>
              </a:ext>
            </a:extLst>
          </p:cNvPr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8562" y="2494879"/>
            <a:ext cx="1581573" cy="755472"/>
          </a:xfrm>
          <a:prstGeom prst="rect">
            <a:avLst/>
          </a:prstGeom>
        </p:spPr>
      </p:pic>
      <p:pic>
        <p:nvPicPr>
          <p:cNvPr id="83" name="图片 82" descr="drone_PNG69">
            <a:extLst>
              <a:ext uri="{FF2B5EF4-FFF2-40B4-BE49-F238E27FC236}">
                <a16:creationId xmlns:a16="http://schemas.microsoft.com/office/drawing/2014/main" id="{CF1C074E-B731-E9B7-63F5-43EDFDEBC151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049481" y="1025222"/>
            <a:ext cx="2067244" cy="1115882"/>
          </a:xfrm>
          <a:prstGeom prst="rect">
            <a:avLst/>
          </a:prstGeom>
        </p:spPr>
      </p:pic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0634E1B7-C859-6231-8E54-CAAEF0FF15D0}"/>
              </a:ext>
            </a:extLst>
          </p:cNvPr>
          <p:cNvCxnSpPr>
            <a:cxnSpLocks/>
          </p:cNvCxnSpPr>
          <p:nvPr/>
        </p:nvCxnSpPr>
        <p:spPr>
          <a:xfrm flipH="1">
            <a:off x="5009317" y="3127196"/>
            <a:ext cx="1272304" cy="2449797"/>
          </a:xfrm>
          <a:prstGeom prst="straightConnector1">
            <a:avLst/>
          </a:prstGeom>
          <a:ln w="25400" cmpd="sng">
            <a:solidFill>
              <a:srgbClr val="FF0000"/>
            </a:solidFill>
            <a:prstDash val="lgDash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A1213AFB-44D5-5C29-31EB-5E77D924F47D}"/>
              </a:ext>
            </a:extLst>
          </p:cNvPr>
          <p:cNvCxnSpPr>
            <a:cxnSpLocks/>
          </p:cNvCxnSpPr>
          <p:nvPr/>
        </p:nvCxnSpPr>
        <p:spPr>
          <a:xfrm>
            <a:off x="6610948" y="3114992"/>
            <a:ext cx="233532" cy="726724"/>
          </a:xfrm>
          <a:prstGeom prst="straightConnector1">
            <a:avLst/>
          </a:prstGeom>
          <a:ln w="25400" cmpd="sng">
            <a:solidFill>
              <a:srgbClr val="FF0000"/>
            </a:solidFill>
            <a:prstDash val="lgDash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9D7BF93F-2F49-A283-49F2-FABE450BDE97}"/>
              </a:ext>
            </a:extLst>
          </p:cNvPr>
          <p:cNvCxnSpPr>
            <a:cxnSpLocks/>
            <a:endCxn id="53" idx="0"/>
          </p:cNvCxnSpPr>
          <p:nvPr/>
        </p:nvCxnSpPr>
        <p:spPr>
          <a:xfrm flipH="1">
            <a:off x="6504549" y="3427742"/>
            <a:ext cx="193260" cy="2162936"/>
          </a:xfrm>
          <a:prstGeom prst="straightConnector1">
            <a:avLst/>
          </a:prstGeom>
          <a:ln w="25400" cmpd="sng">
            <a:solidFill>
              <a:srgbClr val="FF0000"/>
            </a:solidFill>
            <a:prstDash val="lgDash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97" name="图片 96">
            <a:extLst>
              <a:ext uri="{FF2B5EF4-FFF2-40B4-BE49-F238E27FC236}">
                <a16:creationId xmlns:a16="http://schemas.microsoft.com/office/drawing/2014/main" id="{9614A517-5B59-AC46-D379-B1867BC154AE}"/>
              </a:ext>
            </a:extLst>
          </p:cNvPr>
          <p:cNvPicPr>
            <a:picLocks noChangeAspect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5636" y="4504608"/>
            <a:ext cx="596467" cy="596467"/>
          </a:xfrm>
          <a:prstGeom prst="rect">
            <a:avLst/>
          </a:prstGeom>
        </p:spPr>
      </p:pic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69DAEF61-7A29-05D3-A9A9-A10CEF141D00}"/>
              </a:ext>
            </a:extLst>
          </p:cNvPr>
          <p:cNvCxnSpPr>
            <a:cxnSpLocks/>
            <a:endCxn id="29" idx="0"/>
          </p:cNvCxnSpPr>
          <p:nvPr/>
        </p:nvCxnSpPr>
        <p:spPr>
          <a:xfrm flipH="1">
            <a:off x="1202059" y="4335415"/>
            <a:ext cx="1027775" cy="664061"/>
          </a:xfrm>
          <a:prstGeom prst="straightConnector1">
            <a:avLst/>
          </a:prstGeom>
          <a:ln w="25400" cmpd="sng">
            <a:solidFill>
              <a:srgbClr val="FF0000"/>
            </a:solidFill>
            <a:prstDash val="lgDash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61092E22-26E3-BC37-D6B2-A30B65C98205}"/>
              </a:ext>
            </a:extLst>
          </p:cNvPr>
          <p:cNvCxnSpPr>
            <a:cxnSpLocks/>
          </p:cNvCxnSpPr>
          <p:nvPr/>
        </p:nvCxnSpPr>
        <p:spPr>
          <a:xfrm>
            <a:off x="2321286" y="3210136"/>
            <a:ext cx="540381" cy="491671"/>
          </a:xfrm>
          <a:prstGeom prst="straightConnector1">
            <a:avLst/>
          </a:prstGeom>
          <a:ln w="25400" cmpd="sng">
            <a:solidFill>
              <a:srgbClr val="FF0000"/>
            </a:solidFill>
            <a:prstDash val="lgDash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3256124A-7698-226C-5D3E-AA9E51D63330}"/>
              </a:ext>
            </a:extLst>
          </p:cNvPr>
          <p:cNvCxnSpPr>
            <a:cxnSpLocks/>
          </p:cNvCxnSpPr>
          <p:nvPr/>
        </p:nvCxnSpPr>
        <p:spPr>
          <a:xfrm flipH="1">
            <a:off x="2290586" y="1773034"/>
            <a:ext cx="2553836" cy="925207"/>
          </a:xfrm>
          <a:prstGeom prst="straightConnector1">
            <a:avLst/>
          </a:prstGeom>
          <a:ln w="25400" cmpd="sng">
            <a:solidFill>
              <a:srgbClr val="B21BA9"/>
            </a:solidFill>
            <a:prstDash val="lgDash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1C4E77E4-9212-194F-5730-A8F90B25E02B}"/>
              </a:ext>
            </a:extLst>
          </p:cNvPr>
          <p:cNvCxnSpPr>
            <a:cxnSpLocks/>
          </p:cNvCxnSpPr>
          <p:nvPr/>
        </p:nvCxnSpPr>
        <p:spPr>
          <a:xfrm>
            <a:off x="5012957" y="1743609"/>
            <a:ext cx="1213702" cy="996440"/>
          </a:xfrm>
          <a:prstGeom prst="straightConnector1">
            <a:avLst/>
          </a:prstGeom>
          <a:ln w="25400" cmpd="sng">
            <a:solidFill>
              <a:srgbClr val="B21BA9"/>
            </a:solidFill>
            <a:prstDash val="lgDash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6" name="曲线连接符 326">
            <a:extLst>
              <a:ext uri="{FF2B5EF4-FFF2-40B4-BE49-F238E27FC236}">
                <a16:creationId xmlns:a16="http://schemas.microsoft.com/office/drawing/2014/main" id="{7D7921E7-D17C-0866-7333-EE2B6D838952}"/>
              </a:ext>
            </a:extLst>
          </p:cNvPr>
          <p:cNvCxnSpPr>
            <a:cxnSpLocks/>
          </p:cNvCxnSpPr>
          <p:nvPr/>
        </p:nvCxnSpPr>
        <p:spPr>
          <a:xfrm rot="10800000" flipV="1">
            <a:off x="1368056" y="3095711"/>
            <a:ext cx="649771" cy="332030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5" name="曲线连接符 326">
            <a:extLst>
              <a:ext uri="{FF2B5EF4-FFF2-40B4-BE49-F238E27FC236}">
                <a16:creationId xmlns:a16="http://schemas.microsoft.com/office/drawing/2014/main" id="{E3070432-9350-B1A8-6DC8-CE7A7E14FB60}"/>
              </a:ext>
            </a:extLst>
          </p:cNvPr>
          <p:cNvCxnSpPr>
            <a:cxnSpLocks/>
          </p:cNvCxnSpPr>
          <p:nvPr/>
        </p:nvCxnSpPr>
        <p:spPr>
          <a:xfrm rot="16200000" flipH="1">
            <a:off x="6287779" y="3211610"/>
            <a:ext cx="480175" cy="221447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7" name="直接箭头连接符 136">
            <a:extLst>
              <a:ext uri="{FF2B5EF4-FFF2-40B4-BE49-F238E27FC236}">
                <a16:creationId xmlns:a16="http://schemas.microsoft.com/office/drawing/2014/main" id="{FF24CEAC-B4C9-2466-6867-A88CDAB403E4}"/>
              </a:ext>
            </a:extLst>
          </p:cNvPr>
          <p:cNvCxnSpPr>
            <a:cxnSpLocks/>
          </p:cNvCxnSpPr>
          <p:nvPr/>
        </p:nvCxnSpPr>
        <p:spPr>
          <a:xfrm flipV="1">
            <a:off x="2633570" y="1845771"/>
            <a:ext cx="2311560" cy="852470"/>
          </a:xfrm>
          <a:prstGeom prst="straightConnector1">
            <a:avLst/>
          </a:prstGeom>
          <a:ln w="25400" cmpd="sng">
            <a:solidFill>
              <a:schemeClr val="accent2">
                <a:lumMod val="50000"/>
              </a:schemeClr>
            </a:solidFill>
            <a:prstDash val="lgDash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0" name="直接箭头连接符 139">
            <a:extLst>
              <a:ext uri="{FF2B5EF4-FFF2-40B4-BE49-F238E27FC236}">
                <a16:creationId xmlns:a16="http://schemas.microsoft.com/office/drawing/2014/main" id="{E530F714-D370-D330-6437-F47B3B24B23A}"/>
              </a:ext>
            </a:extLst>
          </p:cNvPr>
          <p:cNvCxnSpPr>
            <a:cxnSpLocks/>
          </p:cNvCxnSpPr>
          <p:nvPr/>
        </p:nvCxnSpPr>
        <p:spPr>
          <a:xfrm flipH="1" flipV="1">
            <a:off x="5223471" y="1682506"/>
            <a:ext cx="1099675" cy="895611"/>
          </a:xfrm>
          <a:prstGeom prst="straightConnector1">
            <a:avLst/>
          </a:prstGeom>
          <a:ln w="25400" cmpd="sng">
            <a:solidFill>
              <a:schemeClr val="accent2">
                <a:lumMod val="50000"/>
              </a:schemeClr>
            </a:solidFill>
            <a:prstDash val="lgDash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3" name="直接箭头连接符 142">
            <a:extLst>
              <a:ext uri="{FF2B5EF4-FFF2-40B4-BE49-F238E27FC236}">
                <a16:creationId xmlns:a16="http://schemas.microsoft.com/office/drawing/2014/main" id="{81AD2115-CB7D-39B3-7F57-44F409B02147}"/>
              </a:ext>
            </a:extLst>
          </p:cNvPr>
          <p:cNvCxnSpPr>
            <a:cxnSpLocks/>
          </p:cNvCxnSpPr>
          <p:nvPr/>
        </p:nvCxnSpPr>
        <p:spPr>
          <a:xfrm flipV="1">
            <a:off x="1177784" y="3233786"/>
            <a:ext cx="1022745" cy="696032"/>
          </a:xfrm>
          <a:prstGeom prst="straightConnector1">
            <a:avLst/>
          </a:prstGeom>
          <a:ln w="25400" cmpd="sng">
            <a:solidFill>
              <a:srgbClr val="FFC000"/>
            </a:solidFill>
            <a:prstDash val="lgDash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6" name="直接箭头连接符 145">
            <a:extLst>
              <a:ext uri="{FF2B5EF4-FFF2-40B4-BE49-F238E27FC236}">
                <a16:creationId xmlns:a16="http://schemas.microsoft.com/office/drawing/2014/main" id="{5E9D57AD-5E2A-65DE-D09B-893E6D0AFB57}"/>
              </a:ext>
            </a:extLst>
          </p:cNvPr>
          <p:cNvCxnSpPr>
            <a:cxnSpLocks/>
            <a:stCxn id="97" idx="0"/>
          </p:cNvCxnSpPr>
          <p:nvPr/>
        </p:nvCxnSpPr>
        <p:spPr>
          <a:xfrm flipH="1" flipV="1">
            <a:off x="2477097" y="4082196"/>
            <a:ext cx="496773" cy="422412"/>
          </a:xfrm>
          <a:prstGeom prst="straightConnector1">
            <a:avLst/>
          </a:prstGeom>
          <a:ln w="25400" cmpd="sng">
            <a:solidFill>
              <a:srgbClr val="FFC000"/>
            </a:solidFill>
            <a:prstDash val="lgDash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3" name="直接箭头连接符 152">
            <a:extLst>
              <a:ext uri="{FF2B5EF4-FFF2-40B4-BE49-F238E27FC236}">
                <a16:creationId xmlns:a16="http://schemas.microsoft.com/office/drawing/2014/main" id="{2964A572-AB98-4248-2C9F-6200BAE593DC}"/>
              </a:ext>
            </a:extLst>
          </p:cNvPr>
          <p:cNvCxnSpPr>
            <a:cxnSpLocks/>
            <a:stCxn id="61" idx="0"/>
          </p:cNvCxnSpPr>
          <p:nvPr/>
        </p:nvCxnSpPr>
        <p:spPr>
          <a:xfrm flipV="1">
            <a:off x="4973704" y="3044920"/>
            <a:ext cx="1203737" cy="2325830"/>
          </a:xfrm>
          <a:prstGeom prst="straightConnector1">
            <a:avLst/>
          </a:prstGeom>
          <a:ln w="25400" cmpd="sng">
            <a:solidFill>
              <a:srgbClr val="FFC000"/>
            </a:solidFill>
            <a:prstDash val="lgDash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6" name="直接箭头连接符 155">
            <a:extLst>
              <a:ext uri="{FF2B5EF4-FFF2-40B4-BE49-F238E27FC236}">
                <a16:creationId xmlns:a16="http://schemas.microsoft.com/office/drawing/2014/main" id="{00D10E33-0498-9FB6-5625-FF0E36E72ECE}"/>
              </a:ext>
            </a:extLst>
          </p:cNvPr>
          <p:cNvCxnSpPr>
            <a:cxnSpLocks/>
          </p:cNvCxnSpPr>
          <p:nvPr/>
        </p:nvCxnSpPr>
        <p:spPr>
          <a:xfrm flipV="1">
            <a:off x="6415816" y="3260882"/>
            <a:ext cx="176983" cy="2102089"/>
          </a:xfrm>
          <a:prstGeom prst="straightConnector1">
            <a:avLst/>
          </a:prstGeom>
          <a:ln w="25400" cmpd="sng">
            <a:solidFill>
              <a:srgbClr val="FFC000"/>
            </a:solidFill>
            <a:prstDash val="lgDash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0" name="直接箭头连接符 159">
            <a:extLst>
              <a:ext uri="{FF2B5EF4-FFF2-40B4-BE49-F238E27FC236}">
                <a16:creationId xmlns:a16="http://schemas.microsoft.com/office/drawing/2014/main" id="{0AAF2E4C-488E-2CB0-6274-38F29A29815F}"/>
              </a:ext>
            </a:extLst>
          </p:cNvPr>
          <p:cNvCxnSpPr>
            <a:cxnSpLocks/>
          </p:cNvCxnSpPr>
          <p:nvPr/>
        </p:nvCxnSpPr>
        <p:spPr>
          <a:xfrm flipH="1" flipV="1">
            <a:off x="6722692" y="3080841"/>
            <a:ext cx="249321" cy="728394"/>
          </a:xfrm>
          <a:prstGeom prst="straightConnector1">
            <a:avLst/>
          </a:prstGeom>
          <a:ln w="25400" cmpd="sng">
            <a:solidFill>
              <a:srgbClr val="FFC000"/>
            </a:solidFill>
            <a:prstDash val="lgDash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66" name="图片 165">
            <a:extLst>
              <a:ext uri="{FF2B5EF4-FFF2-40B4-BE49-F238E27FC236}">
                <a16:creationId xmlns:a16="http://schemas.microsoft.com/office/drawing/2014/main" id="{2F56E1D8-4059-E865-E6E1-90B9FC8E9A70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699362" y="1542278"/>
            <a:ext cx="504825" cy="504825"/>
          </a:xfrm>
          <a:prstGeom prst="rect">
            <a:avLst/>
          </a:prstGeom>
        </p:spPr>
      </p:pic>
      <p:pic>
        <p:nvPicPr>
          <p:cNvPr id="172" name="图片 171" descr="server_PNG39">
            <a:extLst>
              <a:ext uri="{FF2B5EF4-FFF2-40B4-BE49-F238E27FC236}">
                <a16:creationId xmlns:a16="http://schemas.microsoft.com/office/drawing/2014/main" id="{E8FAF512-A5CF-09EB-65F7-45CAF7D5235F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112603" y="1578979"/>
            <a:ext cx="295459" cy="354305"/>
          </a:xfrm>
          <a:prstGeom prst="rect">
            <a:avLst/>
          </a:prstGeom>
        </p:spPr>
      </p:pic>
      <p:pic>
        <p:nvPicPr>
          <p:cNvPr id="174" name="图片 173" descr="server_PNG39">
            <a:extLst>
              <a:ext uri="{FF2B5EF4-FFF2-40B4-BE49-F238E27FC236}">
                <a16:creationId xmlns:a16="http://schemas.microsoft.com/office/drawing/2014/main" id="{E8D47F54-4763-9F9E-3FF3-03F3F64F6AC6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543023" y="2857031"/>
            <a:ext cx="295459" cy="354305"/>
          </a:xfrm>
          <a:prstGeom prst="rect">
            <a:avLst/>
          </a:prstGeom>
        </p:spPr>
      </p:pic>
      <p:pic>
        <p:nvPicPr>
          <p:cNvPr id="176" name="图片 175" descr="server_PNG39">
            <a:extLst>
              <a:ext uri="{FF2B5EF4-FFF2-40B4-BE49-F238E27FC236}">
                <a16:creationId xmlns:a16="http://schemas.microsoft.com/office/drawing/2014/main" id="{B40640E3-0F13-79B1-B384-D19523E90046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740050" y="2825072"/>
            <a:ext cx="295459" cy="35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002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F914D-4D14-51C9-01D7-286350CDC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片 37">
            <a:extLst>
              <a:ext uri="{FF2B5EF4-FFF2-40B4-BE49-F238E27FC236}">
                <a16:creationId xmlns:a16="http://schemas.microsoft.com/office/drawing/2014/main" id="{AFB1D3E0-7757-80B1-7911-770ED3360F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5" y="2857031"/>
            <a:ext cx="9414076" cy="405241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0ACB543-BDB0-90A6-3DBE-DF25410806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131" y="4145688"/>
            <a:ext cx="391676" cy="26111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DA94A008-D86B-EF4A-9B98-4166063E3DE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5275" y="5435261"/>
            <a:ext cx="447176" cy="44717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BC4122E-A814-D179-8F4A-0E8076FF01D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9788" y="5820515"/>
            <a:ext cx="958577" cy="639051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1F527496-FBC2-8AA5-4491-BCAB49A695E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9552" y="3965802"/>
            <a:ext cx="301245" cy="20083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0A58E0C0-E1B9-03DB-8DBB-4BCD213ADAA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3379" y="5165298"/>
            <a:ext cx="488955" cy="32597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5D6241F5-3E7E-4EA5-A3B6-175586E190B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167" y="4835297"/>
            <a:ext cx="372744" cy="248496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CFCC5F7F-F321-85C8-4C64-706F2D1FAF0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1064" y="5508845"/>
            <a:ext cx="631419" cy="420946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8C3A2365-FA60-997C-77E1-8FF1C30BB93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421" y="5296427"/>
            <a:ext cx="854941" cy="569960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0DC2FF1C-1AAB-37F7-C468-7E19BBF059E8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408" y="5296427"/>
            <a:ext cx="445746" cy="668620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3A4813EB-AFE9-AA88-900A-47C4C0BEC38C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906" y="4027251"/>
            <a:ext cx="331995" cy="497993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33043881-B2AE-421D-E6B0-1289F1C2DC53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156735" y="4264501"/>
            <a:ext cx="631057" cy="536998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6BA9A1A9-E2E1-BC64-C2DB-CB7BB17D0503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90369" y="4389353"/>
            <a:ext cx="621528" cy="378735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B0640D5E-32F8-9822-1C7B-897611F95346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4475" y="5128903"/>
            <a:ext cx="363765" cy="461775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6C62EBEE-BC75-3DFA-6F4A-F02787F2D127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322030" y="4953653"/>
            <a:ext cx="276816" cy="242361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58440954-39FB-88FC-BB09-3B15566494FE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025" y="5508845"/>
            <a:ext cx="502532" cy="753796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042226F0-FED1-2AE9-E153-4147A1053D08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046706" y="4587733"/>
            <a:ext cx="757802" cy="461775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704CBC0E-C1BB-D26C-6ADA-CD52BE879C41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730031" y="5004798"/>
            <a:ext cx="781409" cy="446226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3C4CEFDF-ABAE-C28D-15D7-56555E166011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582721" y="4436634"/>
            <a:ext cx="343545" cy="476508"/>
          </a:xfrm>
          <a:prstGeom prst="rect">
            <a:avLst/>
          </a:prstGeom>
        </p:spPr>
      </p:pic>
      <p:pic>
        <p:nvPicPr>
          <p:cNvPr id="53" name="图片 52">
            <a:extLst>
              <a:ext uri="{FF2B5EF4-FFF2-40B4-BE49-F238E27FC236}">
                <a16:creationId xmlns:a16="http://schemas.microsoft.com/office/drawing/2014/main" id="{3A5E9E9C-3B97-24F0-315B-68989A3FC64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08062" y="5590678"/>
            <a:ext cx="192974" cy="305542"/>
          </a:xfrm>
          <a:prstGeom prst="rect">
            <a:avLst/>
          </a:prstGeom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06037D4B-0FBE-006C-5D31-7CDEBEDC11F1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175" y="4612884"/>
            <a:ext cx="370425" cy="555638"/>
          </a:xfrm>
          <a:prstGeom prst="rect">
            <a:avLst/>
          </a:prstGeom>
        </p:spPr>
      </p:pic>
      <p:pic>
        <p:nvPicPr>
          <p:cNvPr id="57" name="图片 56">
            <a:extLst>
              <a:ext uri="{FF2B5EF4-FFF2-40B4-BE49-F238E27FC236}">
                <a16:creationId xmlns:a16="http://schemas.microsoft.com/office/drawing/2014/main" id="{3C10E32D-8378-4B0A-4ABC-6F3AFF0F7919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3735" y="4332723"/>
            <a:ext cx="394550" cy="591825"/>
          </a:xfrm>
          <a:prstGeom prst="rect">
            <a:avLst/>
          </a:prstGeom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34ED1F82-4B50-54A7-A797-C3C0726ABCE9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7346" y="4657226"/>
            <a:ext cx="383285" cy="383285"/>
          </a:xfrm>
          <a:prstGeom prst="rect">
            <a:avLst/>
          </a:prstGeom>
        </p:spPr>
      </p:pic>
      <p:pic>
        <p:nvPicPr>
          <p:cNvPr id="61" name="图片 60">
            <a:extLst>
              <a:ext uri="{FF2B5EF4-FFF2-40B4-BE49-F238E27FC236}">
                <a16:creationId xmlns:a16="http://schemas.microsoft.com/office/drawing/2014/main" id="{D3CADB9A-2228-7A99-5FE8-2CD1EEB763DA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296" y="5370750"/>
            <a:ext cx="1088816" cy="1088816"/>
          </a:xfrm>
          <a:prstGeom prst="rect">
            <a:avLst/>
          </a:prstGeom>
        </p:spPr>
      </p:pic>
      <p:pic>
        <p:nvPicPr>
          <p:cNvPr id="63" name="图片 62">
            <a:extLst>
              <a:ext uri="{FF2B5EF4-FFF2-40B4-BE49-F238E27FC236}">
                <a16:creationId xmlns:a16="http://schemas.microsoft.com/office/drawing/2014/main" id="{B41D45E4-FFF3-168E-B732-292270622AC8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0801" y="5233176"/>
            <a:ext cx="502532" cy="335021"/>
          </a:xfrm>
          <a:prstGeom prst="rect">
            <a:avLst/>
          </a:prstGeom>
        </p:spPr>
      </p:pic>
      <p:pic>
        <p:nvPicPr>
          <p:cNvPr id="77" name="图片 76">
            <a:extLst>
              <a:ext uri="{FF2B5EF4-FFF2-40B4-BE49-F238E27FC236}">
                <a16:creationId xmlns:a16="http://schemas.microsoft.com/office/drawing/2014/main" id="{5353F17D-0AC3-E020-A327-C8F4FB6674D4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048" y="2491572"/>
            <a:ext cx="1188666" cy="792445"/>
          </a:xfrm>
          <a:prstGeom prst="rect">
            <a:avLst/>
          </a:prstGeom>
        </p:spPr>
      </p:pic>
      <p:pic>
        <p:nvPicPr>
          <p:cNvPr id="79" name="图片 78">
            <a:extLst>
              <a:ext uri="{FF2B5EF4-FFF2-40B4-BE49-F238E27FC236}">
                <a16:creationId xmlns:a16="http://schemas.microsoft.com/office/drawing/2014/main" id="{0345E1A8-B1EE-4909-F846-16F44388AF1F}"/>
              </a:ext>
            </a:extLst>
          </p:cNvPr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81978" y="4556023"/>
            <a:ext cx="302207" cy="248496"/>
          </a:xfrm>
          <a:prstGeom prst="rect">
            <a:avLst/>
          </a:prstGeom>
        </p:spPr>
      </p:pic>
      <p:pic>
        <p:nvPicPr>
          <p:cNvPr id="81" name="图片 80">
            <a:extLst>
              <a:ext uri="{FF2B5EF4-FFF2-40B4-BE49-F238E27FC236}">
                <a16:creationId xmlns:a16="http://schemas.microsoft.com/office/drawing/2014/main" id="{01157325-4D71-F95F-9C58-A7F98D1C00A0}"/>
              </a:ext>
            </a:extLst>
          </p:cNvPr>
          <p:cNvPicPr>
            <a:picLocks noChangeAspect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1351" y="2564159"/>
            <a:ext cx="1419436" cy="678024"/>
          </a:xfrm>
          <a:prstGeom prst="rect">
            <a:avLst/>
          </a:prstGeom>
        </p:spPr>
      </p:pic>
      <p:pic>
        <p:nvPicPr>
          <p:cNvPr id="83" name="图片 82" descr="drone_PNG69">
            <a:extLst>
              <a:ext uri="{FF2B5EF4-FFF2-40B4-BE49-F238E27FC236}">
                <a16:creationId xmlns:a16="http://schemas.microsoft.com/office/drawing/2014/main" id="{4A084265-EDC1-5165-B369-386A32366953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49481" y="1025222"/>
            <a:ext cx="2067244" cy="1115882"/>
          </a:xfrm>
          <a:prstGeom prst="rect">
            <a:avLst/>
          </a:prstGeom>
        </p:spPr>
      </p:pic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A1D2CF36-9305-74D6-218D-1904F477978D}"/>
              </a:ext>
            </a:extLst>
          </p:cNvPr>
          <p:cNvCxnSpPr>
            <a:cxnSpLocks/>
          </p:cNvCxnSpPr>
          <p:nvPr/>
        </p:nvCxnSpPr>
        <p:spPr>
          <a:xfrm flipH="1">
            <a:off x="5009317" y="3127196"/>
            <a:ext cx="1272304" cy="2449797"/>
          </a:xfrm>
          <a:prstGeom prst="straightConnector1">
            <a:avLst/>
          </a:prstGeom>
          <a:ln w="25400" cmpd="sng">
            <a:solidFill>
              <a:srgbClr val="FF0000"/>
            </a:solidFill>
            <a:prstDash val="lgDash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4BAF73C8-665F-ADFC-05EF-E13EEEE17291}"/>
              </a:ext>
            </a:extLst>
          </p:cNvPr>
          <p:cNvCxnSpPr>
            <a:cxnSpLocks/>
            <a:endCxn id="59" idx="0"/>
          </p:cNvCxnSpPr>
          <p:nvPr/>
        </p:nvCxnSpPr>
        <p:spPr>
          <a:xfrm>
            <a:off x="6610948" y="3114992"/>
            <a:ext cx="398041" cy="1542234"/>
          </a:xfrm>
          <a:prstGeom prst="straightConnector1">
            <a:avLst/>
          </a:prstGeom>
          <a:ln w="25400" cmpd="sng">
            <a:solidFill>
              <a:srgbClr val="FF0000"/>
            </a:solidFill>
            <a:prstDash val="lgDash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71025516-6B10-1B7C-CD83-EB49B790B0E0}"/>
              </a:ext>
            </a:extLst>
          </p:cNvPr>
          <p:cNvCxnSpPr>
            <a:cxnSpLocks/>
            <a:endCxn id="53" idx="0"/>
          </p:cNvCxnSpPr>
          <p:nvPr/>
        </p:nvCxnSpPr>
        <p:spPr>
          <a:xfrm>
            <a:off x="6475958" y="3293519"/>
            <a:ext cx="28591" cy="2297159"/>
          </a:xfrm>
          <a:prstGeom prst="straightConnector1">
            <a:avLst/>
          </a:prstGeom>
          <a:ln w="25400" cmpd="sng">
            <a:solidFill>
              <a:srgbClr val="FF0000"/>
            </a:solidFill>
            <a:prstDash val="lgDash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97" name="图片 96">
            <a:extLst>
              <a:ext uri="{FF2B5EF4-FFF2-40B4-BE49-F238E27FC236}">
                <a16:creationId xmlns:a16="http://schemas.microsoft.com/office/drawing/2014/main" id="{4256D72E-0DB4-8987-CBF3-ABC6FB79B14C}"/>
              </a:ext>
            </a:extLst>
          </p:cNvPr>
          <p:cNvPicPr>
            <a:picLocks noChangeAspect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7050" y="4156655"/>
            <a:ext cx="596467" cy="596467"/>
          </a:xfrm>
          <a:prstGeom prst="rect">
            <a:avLst/>
          </a:prstGeom>
        </p:spPr>
      </p:pic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5F86A174-0DFB-C6D8-B3CD-5A355B653CBE}"/>
              </a:ext>
            </a:extLst>
          </p:cNvPr>
          <p:cNvCxnSpPr>
            <a:cxnSpLocks/>
            <a:endCxn id="29" idx="0"/>
          </p:cNvCxnSpPr>
          <p:nvPr/>
        </p:nvCxnSpPr>
        <p:spPr>
          <a:xfrm flipH="1">
            <a:off x="1305904" y="3293519"/>
            <a:ext cx="1021370" cy="733732"/>
          </a:xfrm>
          <a:prstGeom prst="straightConnector1">
            <a:avLst/>
          </a:prstGeom>
          <a:ln w="25400" cmpd="sng">
            <a:solidFill>
              <a:srgbClr val="FF0000"/>
            </a:solidFill>
            <a:prstDash val="lgDash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53E90668-AFA5-D373-F85B-30F9C35BFCC4}"/>
              </a:ext>
            </a:extLst>
          </p:cNvPr>
          <p:cNvCxnSpPr>
            <a:cxnSpLocks/>
          </p:cNvCxnSpPr>
          <p:nvPr/>
        </p:nvCxnSpPr>
        <p:spPr>
          <a:xfrm>
            <a:off x="2421085" y="3335561"/>
            <a:ext cx="412496" cy="937285"/>
          </a:xfrm>
          <a:prstGeom prst="straightConnector1">
            <a:avLst/>
          </a:prstGeom>
          <a:ln w="25400" cmpd="sng">
            <a:solidFill>
              <a:srgbClr val="FF0000"/>
            </a:solidFill>
            <a:prstDash val="lgDash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E390EF0A-D0DA-60FF-B6FC-7A283835E585}"/>
              </a:ext>
            </a:extLst>
          </p:cNvPr>
          <p:cNvCxnSpPr>
            <a:cxnSpLocks/>
          </p:cNvCxnSpPr>
          <p:nvPr/>
        </p:nvCxnSpPr>
        <p:spPr>
          <a:xfrm flipH="1">
            <a:off x="2290586" y="1773034"/>
            <a:ext cx="2553836" cy="925207"/>
          </a:xfrm>
          <a:prstGeom prst="straightConnector1">
            <a:avLst/>
          </a:prstGeom>
          <a:ln w="25400" cmpd="sng">
            <a:solidFill>
              <a:srgbClr val="B21BA9"/>
            </a:solidFill>
            <a:prstDash val="lgDash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00993505-328F-10F3-7ACB-CE37EEE819B8}"/>
              </a:ext>
            </a:extLst>
          </p:cNvPr>
          <p:cNvCxnSpPr>
            <a:cxnSpLocks/>
          </p:cNvCxnSpPr>
          <p:nvPr/>
        </p:nvCxnSpPr>
        <p:spPr>
          <a:xfrm>
            <a:off x="5012957" y="1743609"/>
            <a:ext cx="1213702" cy="996440"/>
          </a:xfrm>
          <a:prstGeom prst="straightConnector1">
            <a:avLst/>
          </a:prstGeom>
          <a:ln w="25400" cmpd="sng">
            <a:solidFill>
              <a:srgbClr val="B21BA9"/>
            </a:solidFill>
            <a:prstDash val="lgDash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6" name="曲线连接符 326">
            <a:extLst>
              <a:ext uri="{FF2B5EF4-FFF2-40B4-BE49-F238E27FC236}">
                <a16:creationId xmlns:a16="http://schemas.microsoft.com/office/drawing/2014/main" id="{29839BD8-857F-73D2-338D-D07273DD58B9}"/>
              </a:ext>
            </a:extLst>
          </p:cNvPr>
          <p:cNvCxnSpPr>
            <a:cxnSpLocks/>
          </p:cNvCxnSpPr>
          <p:nvPr/>
        </p:nvCxnSpPr>
        <p:spPr>
          <a:xfrm rot="10800000" flipV="1">
            <a:off x="1368056" y="3095711"/>
            <a:ext cx="649771" cy="332030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7" name="直接箭头连接符 136">
            <a:extLst>
              <a:ext uri="{FF2B5EF4-FFF2-40B4-BE49-F238E27FC236}">
                <a16:creationId xmlns:a16="http://schemas.microsoft.com/office/drawing/2014/main" id="{1830E575-416D-E0C1-B0B4-2DB2F6285F33}"/>
              </a:ext>
            </a:extLst>
          </p:cNvPr>
          <p:cNvCxnSpPr>
            <a:cxnSpLocks/>
          </p:cNvCxnSpPr>
          <p:nvPr/>
        </p:nvCxnSpPr>
        <p:spPr>
          <a:xfrm flipV="1">
            <a:off x="2633570" y="1845771"/>
            <a:ext cx="2311560" cy="852470"/>
          </a:xfrm>
          <a:prstGeom prst="straightConnector1">
            <a:avLst/>
          </a:prstGeom>
          <a:ln w="25400" cmpd="sng">
            <a:solidFill>
              <a:schemeClr val="accent2">
                <a:lumMod val="50000"/>
              </a:schemeClr>
            </a:solidFill>
            <a:prstDash val="lgDash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0" name="直接箭头连接符 139">
            <a:extLst>
              <a:ext uri="{FF2B5EF4-FFF2-40B4-BE49-F238E27FC236}">
                <a16:creationId xmlns:a16="http://schemas.microsoft.com/office/drawing/2014/main" id="{8656A071-C7A6-31C3-5304-83B5CC26AAF2}"/>
              </a:ext>
            </a:extLst>
          </p:cNvPr>
          <p:cNvCxnSpPr>
            <a:cxnSpLocks/>
          </p:cNvCxnSpPr>
          <p:nvPr/>
        </p:nvCxnSpPr>
        <p:spPr>
          <a:xfrm flipH="1" flipV="1">
            <a:off x="5223471" y="1682506"/>
            <a:ext cx="1099675" cy="895611"/>
          </a:xfrm>
          <a:prstGeom prst="straightConnector1">
            <a:avLst/>
          </a:prstGeom>
          <a:ln w="25400" cmpd="sng">
            <a:solidFill>
              <a:schemeClr val="accent2">
                <a:lumMod val="50000"/>
              </a:schemeClr>
            </a:solidFill>
            <a:prstDash val="lgDash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3" name="直接箭头连接符 142">
            <a:extLst>
              <a:ext uri="{FF2B5EF4-FFF2-40B4-BE49-F238E27FC236}">
                <a16:creationId xmlns:a16="http://schemas.microsoft.com/office/drawing/2014/main" id="{A7CF8F6F-8A06-FB98-71CE-F80F04035C19}"/>
              </a:ext>
            </a:extLst>
          </p:cNvPr>
          <p:cNvCxnSpPr>
            <a:cxnSpLocks/>
          </p:cNvCxnSpPr>
          <p:nvPr/>
        </p:nvCxnSpPr>
        <p:spPr>
          <a:xfrm flipV="1">
            <a:off x="1177784" y="3233786"/>
            <a:ext cx="1022745" cy="696032"/>
          </a:xfrm>
          <a:prstGeom prst="straightConnector1">
            <a:avLst/>
          </a:prstGeom>
          <a:ln w="25400" cmpd="sng">
            <a:solidFill>
              <a:srgbClr val="FFC000"/>
            </a:solidFill>
            <a:prstDash val="lgDash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6" name="直接箭头连接符 145">
            <a:extLst>
              <a:ext uri="{FF2B5EF4-FFF2-40B4-BE49-F238E27FC236}">
                <a16:creationId xmlns:a16="http://schemas.microsoft.com/office/drawing/2014/main" id="{D2E96D09-B3F6-8FAB-3258-8DB16218C7D6}"/>
              </a:ext>
            </a:extLst>
          </p:cNvPr>
          <p:cNvCxnSpPr>
            <a:cxnSpLocks/>
          </p:cNvCxnSpPr>
          <p:nvPr/>
        </p:nvCxnSpPr>
        <p:spPr>
          <a:xfrm flipH="1" flipV="1">
            <a:off x="2358465" y="3438285"/>
            <a:ext cx="330971" cy="786529"/>
          </a:xfrm>
          <a:prstGeom prst="straightConnector1">
            <a:avLst/>
          </a:prstGeom>
          <a:ln w="25400" cmpd="sng">
            <a:solidFill>
              <a:srgbClr val="FFC000"/>
            </a:solidFill>
            <a:prstDash val="lgDash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3" name="直接箭头连接符 152">
            <a:extLst>
              <a:ext uri="{FF2B5EF4-FFF2-40B4-BE49-F238E27FC236}">
                <a16:creationId xmlns:a16="http://schemas.microsoft.com/office/drawing/2014/main" id="{ADD686F6-4C3D-50BC-4BD7-59B4C1EB1C78}"/>
              </a:ext>
            </a:extLst>
          </p:cNvPr>
          <p:cNvCxnSpPr>
            <a:cxnSpLocks/>
            <a:stCxn id="61" idx="0"/>
          </p:cNvCxnSpPr>
          <p:nvPr/>
        </p:nvCxnSpPr>
        <p:spPr>
          <a:xfrm flipV="1">
            <a:off x="4973704" y="3044920"/>
            <a:ext cx="1203737" cy="2325830"/>
          </a:xfrm>
          <a:prstGeom prst="straightConnector1">
            <a:avLst/>
          </a:prstGeom>
          <a:ln w="25400" cmpd="sng">
            <a:solidFill>
              <a:srgbClr val="FFC000"/>
            </a:solidFill>
            <a:prstDash val="lgDash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6" name="直接箭头连接符 155">
            <a:extLst>
              <a:ext uri="{FF2B5EF4-FFF2-40B4-BE49-F238E27FC236}">
                <a16:creationId xmlns:a16="http://schemas.microsoft.com/office/drawing/2014/main" id="{47A28E94-2F82-47F5-F0D9-E194FEDB8A86}"/>
              </a:ext>
            </a:extLst>
          </p:cNvPr>
          <p:cNvCxnSpPr>
            <a:cxnSpLocks/>
          </p:cNvCxnSpPr>
          <p:nvPr/>
        </p:nvCxnSpPr>
        <p:spPr>
          <a:xfrm flipH="1" flipV="1">
            <a:off x="6406623" y="3261726"/>
            <a:ext cx="9193" cy="2101245"/>
          </a:xfrm>
          <a:prstGeom prst="straightConnector1">
            <a:avLst/>
          </a:prstGeom>
          <a:ln w="25400" cmpd="sng">
            <a:solidFill>
              <a:srgbClr val="FFC000"/>
            </a:solidFill>
            <a:prstDash val="lgDash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0" name="直接箭头连接符 159">
            <a:extLst>
              <a:ext uri="{FF2B5EF4-FFF2-40B4-BE49-F238E27FC236}">
                <a16:creationId xmlns:a16="http://schemas.microsoft.com/office/drawing/2014/main" id="{099DEA02-F0AC-1568-9552-1C323AAF3308}"/>
              </a:ext>
            </a:extLst>
          </p:cNvPr>
          <p:cNvCxnSpPr>
            <a:cxnSpLocks/>
          </p:cNvCxnSpPr>
          <p:nvPr/>
        </p:nvCxnSpPr>
        <p:spPr>
          <a:xfrm flipH="1" flipV="1">
            <a:off x="6663711" y="3114992"/>
            <a:ext cx="414613" cy="1497892"/>
          </a:xfrm>
          <a:prstGeom prst="straightConnector1">
            <a:avLst/>
          </a:prstGeom>
          <a:ln w="25400" cmpd="sng">
            <a:solidFill>
              <a:srgbClr val="FFC000"/>
            </a:solidFill>
            <a:prstDash val="lgDash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66" name="图片 165">
            <a:extLst>
              <a:ext uri="{FF2B5EF4-FFF2-40B4-BE49-F238E27FC236}">
                <a16:creationId xmlns:a16="http://schemas.microsoft.com/office/drawing/2014/main" id="{AC1DF3BD-1DF4-F050-ADA5-83BE2401AE4F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890369" y="1524906"/>
            <a:ext cx="504825" cy="504825"/>
          </a:xfrm>
          <a:prstGeom prst="rect">
            <a:avLst/>
          </a:prstGeom>
        </p:spPr>
      </p:pic>
      <p:pic>
        <p:nvPicPr>
          <p:cNvPr id="172" name="图片 171" descr="server_PNG39">
            <a:extLst>
              <a:ext uri="{FF2B5EF4-FFF2-40B4-BE49-F238E27FC236}">
                <a16:creationId xmlns:a16="http://schemas.microsoft.com/office/drawing/2014/main" id="{1DDA06A1-8D1A-3EAB-FD3A-A02EF357646F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95170" y="1253298"/>
            <a:ext cx="295459" cy="354305"/>
          </a:xfrm>
          <a:prstGeom prst="rect">
            <a:avLst/>
          </a:prstGeom>
        </p:spPr>
      </p:pic>
      <p:pic>
        <p:nvPicPr>
          <p:cNvPr id="174" name="图片 173" descr="server_PNG39">
            <a:extLst>
              <a:ext uri="{FF2B5EF4-FFF2-40B4-BE49-F238E27FC236}">
                <a16:creationId xmlns:a16="http://schemas.microsoft.com/office/drawing/2014/main" id="{B2856238-DFCD-A686-66DC-BEF3FC2B6D45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543023" y="2857031"/>
            <a:ext cx="295459" cy="354305"/>
          </a:xfrm>
          <a:prstGeom prst="rect">
            <a:avLst/>
          </a:prstGeom>
        </p:spPr>
      </p:pic>
      <p:pic>
        <p:nvPicPr>
          <p:cNvPr id="176" name="图片 175" descr="server_PNG39">
            <a:extLst>
              <a:ext uri="{FF2B5EF4-FFF2-40B4-BE49-F238E27FC236}">
                <a16:creationId xmlns:a16="http://schemas.microsoft.com/office/drawing/2014/main" id="{43F50222-D65E-408C-374C-3DC090035561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774112" y="2865918"/>
            <a:ext cx="261397" cy="313459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AFA60CC-5A06-BB76-C048-30640FCFC34F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568988" y="3892965"/>
            <a:ext cx="781409" cy="446226"/>
          </a:xfrm>
          <a:prstGeom prst="rect">
            <a:avLst/>
          </a:prstGeom>
        </p:spPr>
      </p:pic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D20B3A00-23D4-27F1-0A0E-E046E471E6DC}"/>
              </a:ext>
            </a:extLst>
          </p:cNvPr>
          <p:cNvCxnSpPr/>
          <p:nvPr/>
        </p:nvCxnSpPr>
        <p:spPr>
          <a:xfrm flipH="1">
            <a:off x="104775" y="1154214"/>
            <a:ext cx="476250" cy="0"/>
          </a:xfrm>
          <a:prstGeom prst="straightConnector1">
            <a:avLst/>
          </a:prstGeom>
          <a:ln w="25400" cmpd="sng">
            <a:solidFill>
              <a:srgbClr val="FF0000"/>
            </a:solidFill>
            <a:prstDash val="lgDash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715B87C0-DD38-25AB-B359-8671EB86FB16}"/>
              </a:ext>
            </a:extLst>
          </p:cNvPr>
          <p:cNvSpPr txBox="1"/>
          <p:nvPr/>
        </p:nvSpPr>
        <p:spPr>
          <a:xfrm>
            <a:off x="688340" y="0"/>
            <a:ext cx="23221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charset="0"/>
                <a:cs typeface="Times New Roman" panose="02020603050405020304" charset="0"/>
              </a:rPr>
              <a:t>SUAV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-</a:t>
            </a:r>
            <a:r>
              <a:rPr lang="en-US" altLang="zh-CN" b="1" dirty="0">
                <a:latin typeface="Times New Roman" panose="02020603050405020304" charset="0"/>
                <a:cs typeface="Times New Roman" panose="02020603050405020304" charset="0"/>
              </a:rPr>
              <a:t>LUAV link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11B99889-3BE9-D89C-296F-3C80336E2B9B}"/>
              </a:ext>
            </a:extLst>
          </p:cNvPr>
          <p:cNvCxnSpPr/>
          <p:nvPr/>
        </p:nvCxnSpPr>
        <p:spPr>
          <a:xfrm flipH="1">
            <a:off x="100965" y="503555"/>
            <a:ext cx="476250" cy="0"/>
          </a:xfrm>
          <a:prstGeom prst="straightConnector1">
            <a:avLst/>
          </a:prstGeom>
          <a:ln w="25400" cmpd="sng">
            <a:solidFill>
              <a:srgbClr val="841894"/>
            </a:solidFill>
            <a:prstDash val="lgDash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5B5C7818-E861-D10B-48D2-DE1CEA5FF45F}"/>
              </a:ext>
            </a:extLst>
          </p:cNvPr>
          <p:cNvSpPr txBox="1"/>
          <p:nvPr/>
        </p:nvSpPr>
        <p:spPr>
          <a:xfrm>
            <a:off x="688340" y="319405"/>
            <a:ext cx="19716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charset="0"/>
                <a:cs typeface="Times New Roman" panose="02020603050405020304" charset="0"/>
              </a:rPr>
              <a:t>LUAV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-S</a:t>
            </a:r>
            <a:r>
              <a:rPr lang="en-US" altLang="zh-CN" b="1" dirty="0">
                <a:latin typeface="Times New Roman" panose="02020603050405020304" charset="0"/>
                <a:cs typeface="Times New Roman" panose="02020603050405020304" charset="0"/>
              </a:rPr>
              <a:t>UAV link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5DBCD6A-C5F7-627B-4F03-FC299C74A9D3}"/>
              </a:ext>
            </a:extLst>
          </p:cNvPr>
          <p:cNvSpPr txBox="1"/>
          <p:nvPr/>
        </p:nvSpPr>
        <p:spPr>
          <a:xfrm>
            <a:off x="688340" y="638810"/>
            <a:ext cx="19716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UD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-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UAV link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9DF9CD34-B51D-098D-ADC0-9358DB5EC907}"/>
              </a:ext>
            </a:extLst>
          </p:cNvPr>
          <p:cNvSpPr txBox="1"/>
          <p:nvPr/>
        </p:nvSpPr>
        <p:spPr>
          <a:xfrm>
            <a:off x="688340" y="1277620"/>
            <a:ext cx="19716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Edge server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668B88A-7DE2-576E-1B08-0F9433598E17}"/>
              </a:ext>
            </a:extLst>
          </p:cNvPr>
          <p:cNvSpPr txBox="1"/>
          <p:nvPr/>
        </p:nvSpPr>
        <p:spPr>
          <a:xfrm>
            <a:off x="688340" y="1597025"/>
            <a:ext cx="19716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charset="0"/>
                <a:cs typeface="Times New Roman" panose="02020603050405020304" charset="0"/>
              </a:rPr>
              <a:t>SDN controller</a:t>
            </a:r>
          </a:p>
        </p:txBody>
      </p:sp>
      <p:cxnSp>
        <p:nvCxnSpPr>
          <p:cNvPr id="52" name="曲线连接符 682">
            <a:extLst>
              <a:ext uri="{FF2B5EF4-FFF2-40B4-BE49-F238E27FC236}">
                <a16:creationId xmlns:a16="http://schemas.microsoft.com/office/drawing/2014/main" id="{D05EF266-3304-97D8-7596-67FD46254AEF}"/>
              </a:ext>
            </a:extLst>
          </p:cNvPr>
          <p:cNvCxnSpPr/>
          <p:nvPr/>
        </p:nvCxnSpPr>
        <p:spPr>
          <a:xfrm>
            <a:off x="81915" y="2099945"/>
            <a:ext cx="521970" cy="52070"/>
          </a:xfrm>
          <a:prstGeom prst="curvedConnector3">
            <a:avLst>
              <a:gd name="adj1" fmla="val 50123"/>
            </a:avLst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3FAC5097-6B58-84A4-B8FA-9D8C862B6DED}"/>
              </a:ext>
            </a:extLst>
          </p:cNvPr>
          <p:cNvSpPr txBox="1"/>
          <p:nvPr/>
        </p:nvSpPr>
        <p:spPr>
          <a:xfrm>
            <a:off x="688340" y="1916430"/>
            <a:ext cx="19716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charset="0"/>
                <a:cs typeface="Times New Roman" panose="02020603050405020304" charset="0"/>
              </a:rPr>
              <a:t>Trajectory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2E2F38E-AE7F-CFF4-2211-67C05C53B879}"/>
              </a:ext>
            </a:extLst>
          </p:cNvPr>
          <p:cNvSpPr txBox="1"/>
          <p:nvPr/>
        </p:nvSpPr>
        <p:spPr>
          <a:xfrm>
            <a:off x="688340" y="958215"/>
            <a:ext cx="23221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UAV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-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UD link</a:t>
            </a:r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AA565711-1D97-F3D1-A863-451EF22E1188}"/>
              </a:ext>
            </a:extLst>
          </p:cNvPr>
          <p:cNvCxnSpPr/>
          <p:nvPr/>
        </p:nvCxnSpPr>
        <p:spPr>
          <a:xfrm flipH="1">
            <a:off x="100965" y="822960"/>
            <a:ext cx="476250" cy="0"/>
          </a:xfrm>
          <a:prstGeom prst="straightConnector1">
            <a:avLst/>
          </a:prstGeom>
          <a:ln w="25400" cmpd="sng">
            <a:solidFill>
              <a:srgbClr val="FFC000"/>
            </a:solidFill>
            <a:prstDash val="lgDash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04E4E362-4D32-4EE4-FEA0-DDBF15FB7AAD}"/>
              </a:ext>
            </a:extLst>
          </p:cNvPr>
          <p:cNvCxnSpPr/>
          <p:nvPr/>
        </p:nvCxnSpPr>
        <p:spPr>
          <a:xfrm flipH="1">
            <a:off x="101885" y="219339"/>
            <a:ext cx="476250" cy="0"/>
          </a:xfrm>
          <a:prstGeom prst="straightConnector1">
            <a:avLst/>
          </a:prstGeom>
          <a:ln w="25400" cmpd="sng">
            <a:solidFill>
              <a:schemeClr val="accent2">
                <a:lumMod val="50000"/>
              </a:schemeClr>
            </a:solidFill>
            <a:prstDash val="lgDash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3" name="曲线连接符 326">
            <a:extLst>
              <a:ext uri="{FF2B5EF4-FFF2-40B4-BE49-F238E27FC236}">
                <a16:creationId xmlns:a16="http://schemas.microsoft.com/office/drawing/2014/main" id="{6ED728EF-4433-ADF6-FBBD-D0DC2F6FA238}"/>
              </a:ext>
            </a:extLst>
          </p:cNvPr>
          <p:cNvCxnSpPr>
            <a:cxnSpLocks/>
          </p:cNvCxnSpPr>
          <p:nvPr/>
        </p:nvCxnSpPr>
        <p:spPr>
          <a:xfrm rot="10800000" flipV="1">
            <a:off x="5387065" y="3041696"/>
            <a:ext cx="649771" cy="332030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6" name="图片 75">
            <a:extLst>
              <a:ext uri="{FF2B5EF4-FFF2-40B4-BE49-F238E27FC236}">
                <a16:creationId xmlns:a16="http://schemas.microsoft.com/office/drawing/2014/main" id="{1B78A3F0-6378-B13B-7F8A-671A853F463D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32973" y="1607603"/>
            <a:ext cx="504825" cy="504825"/>
          </a:xfrm>
          <a:prstGeom prst="rect">
            <a:avLst/>
          </a:prstGeom>
        </p:spPr>
      </p:pic>
      <p:pic>
        <p:nvPicPr>
          <p:cNvPr id="80" name="图片 79" descr="server_PNG39">
            <a:extLst>
              <a:ext uri="{FF2B5EF4-FFF2-40B4-BE49-F238E27FC236}">
                <a16:creationId xmlns:a16="http://schemas.microsoft.com/office/drawing/2014/main" id="{61DF7199-B12C-5709-8135-B90E5E92E17F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611900" y="1511790"/>
            <a:ext cx="295459" cy="354305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B2FE8B2B-0601-4133-B0BC-4537EF80B7D2}"/>
              </a:ext>
            </a:extLst>
          </p:cNvPr>
          <p:cNvPicPr>
            <a:picLocks noChangeAspect="1"/>
          </p:cNvPicPr>
          <p:nvPr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8076" y="4132758"/>
            <a:ext cx="362483" cy="585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31847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21601559,20090660,50046019,3633130,3656868],&quot;65&quot;:[20205081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1140</TotalTime>
  <Words>13</Words>
  <Application>Microsoft Office PowerPoint</Application>
  <PresentationFormat>自定义</PresentationFormat>
  <Paragraphs>7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Arial</vt:lpstr>
      <vt:lpstr>Calibri</vt:lpstr>
      <vt:lpstr>Times New Roman</vt:lpstr>
      <vt:lpstr>Wingdings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赵俊安</dc:creator>
  <cp:lastModifiedBy>EC M</cp:lastModifiedBy>
  <cp:revision>199</cp:revision>
  <dcterms:created xsi:type="dcterms:W3CDTF">2019-06-19T02:08:00Z</dcterms:created>
  <dcterms:modified xsi:type="dcterms:W3CDTF">2026-07-16T05:52:15Z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554371588A2143EA820BBAE90503DE1B_13</vt:lpwstr>
  </property>
</Properties>
</file>