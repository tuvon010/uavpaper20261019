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emf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CTOR - Atmospheric sky canopy"/>
          <p:cNvSpPr/>
          <p:nvPr/>
        </p:nvSpPr>
        <p:spPr>
          <a:xfrm>
            <a:off x="1755648" y="2560320"/>
            <a:ext cx="8631936" cy="3310128"/>
          </a:xfrm>
          <a:custGeom>
            <a:avLst/>
            <a:gdLst/>
            <a:ahLst/>
            <a:cxnLst/>
            <a:rect l="l" t="t" r="r" b="b"/>
            <a:pathLst>
              <a:path w="8631936" h="3310128">
                <a:moveTo>
                  <a:pt x="0" y="2852928"/>
                </a:moveTo>
                <a:lnTo>
                  <a:pt x="61656" y="2238566"/>
                </a:lnTo>
                <a:lnTo>
                  <a:pt x="123313" y="1991239"/>
                </a:lnTo>
                <a:lnTo>
                  <a:pt x="184970" y="1806299"/>
                </a:lnTo>
                <a:lnTo>
                  <a:pt x="246626" y="1654409"/>
                </a:lnTo>
                <a:lnTo>
                  <a:pt x="308283" y="1524100"/>
                </a:lnTo>
                <a:lnTo>
                  <a:pt x="369940" y="1409435"/>
                </a:lnTo>
                <a:lnTo>
                  <a:pt x="431596" y="1306856"/>
                </a:lnTo>
                <a:lnTo>
                  <a:pt x="493253" y="1214023"/>
                </a:lnTo>
                <a:lnTo>
                  <a:pt x="554910" y="1129294"/>
                </a:lnTo>
                <a:lnTo>
                  <a:pt x="616566" y="1051463"/>
                </a:lnTo>
                <a:lnTo>
                  <a:pt x="678223" y="979610"/>
                </a:lnTo>
                <a:lnTo>
                  <a:pt x="739880" y="913013"/>
                </a:lnTo>
                <a:lnTo>
                  <a:pt x="801536" y="851093"/>
                </a:lnTo>
                <a:lnTo>
                  <a:pt x="863193" y="793373"/>
                </a:lnTo>
                <a:lnTo>
                  <a:pt x="924850" y="739457"/>
                </a:lnTo>
                <a:lnTo>
                  <a:pt x="986506" y="689012"/>
                </a:lnTo>
                <a:lnTo>
                  <a:pt x="1048163" y="641749"/>
                </a:lnTo>
                <a:lnTo>
                  <a:pt x="1109820" y="597422"/>
                </a:lnTo>
                <a:lnTo>
                  <a:pt x="1171477" y="555813"/>
                </a:lnTo>
                <a:lnTo>
                  <a:pt x="1233133" y="516731"/>
                </a:lnTo>
                <a:lnTo>
                  <a:pt x="1294790" y="480007"/>
                </a:lnTo>
                <a:lnTo>
                  <a:pt x="1356447" y="445490"/>
                </a:lnTo>
                <a:lnTo>
                  <a:pt x="1418103" y="413042"/>
                </a:lnTo>
                <a:lnTo>
                  <a:pt x="1479760" y="382539"/>
                </a:lnTo>
                <a:lnTo>
                  <a:pt x="1541417" y="353870"/>
                </a:lnTo>
                <a:lnTo>
                  <a:pt x="1603073" y="326931"/>
                </a:lnTo>
                <a:lnTo>
                  <a:pt x="1664730" y="301627"/>
                </a:lnTo>
                <a:lnTo>
                  <a:pt x="1726387" y="277870"/>
                </a:lnTo>
                <a:lnTo>
                  <a:pt x="1788043" y="255579"/>
                </a:lnTo>
                <a:lnTo>
                  <a:pt x="1849700" y="234679"/>
                </a:lnTo>
                <a:lnTo>
                  <a:pt x="1911357" y="215099"/>
                </a:lnTo>
                <a:lnTo>
                  <a:pt x="1973013" y="196772"/>
                </a:lnTo>
                <a:lnTo>
                  <a:pt x="2034670" y="179636"/>
                </a:lnTo>
                <a:lnTo>
                  <a:pt x="2096327" y="163633"/>
                </a:lnTo>
                <a:lnTo>
                  <a:pt x="2157983" y="148706"/>
                </a:lnTo>
                <a:lnTo>
                  <a:pt x="2219640" y="134803"/>
                </a:lnTo>
                <a:lnTo>
                  <a:pt x="2281297" y="121873"/>
                </a:lnTo>
                <a:lnTo>
                  <a:pt x="2342954" y="109869"/>
                </a:lnTo>
                <a:lnTo>
                  <a:pt x="2404610" y="98744"/>
                </a:lnTo>
                <a:lnTo>
                  <a:pt x="2466267" y="88455"/>
                </a:lnTo>
                <a:lnTo>
                  <a:pt x="2527924" y="78959"/>
                </a:lnTo>
                <a:lnTo>
                  <a:pt x="2589580" y="70216"/>
                </a:lnTo>
                <a:lnTo>
                  <a:pt x="2651237" y="62186"/>
                </a:lnTo>
                <a:lnTo>
                  <a:pt x="2712894" y="54833"/>
                </a:lnTo>
                <a:lnTo>
                  <a:pt x="2774550" y="48119"/>
                </a:lnTo>
                <a:lnTo>
                  <a:pt x="2836207" y="42009"/>
                </a:lnTo>
                <a:lnTo>
                  <a:pt x="2897864" y="36468"/>
                </a:lnTo>
                <a:lnTo>
                  <a:pt x="2959520" y="31465"/>
                </a:lnTo>
                <a:lnTo>
                  <a:pt x="3021177" y="26966"/>
                </a:lnTo>
                <a:lnTo>
                  <a:pt x="3082834" y="22939"/>
                </a:lnTo>
                <a:lnTo>
                  <a:pt x="3144490" y="19355"/>
                </a:lnTo>
                <a:lnTo>
                  <a:pt x="3206147" y="16183"/>
                </a:lnTo>
                <a:lnTo>
                  <a:pt x="3267804" y="13394"/>
                </a:lnTo>
                <a:lnTo>
                  <a:pt x="3329461" y="10961"/>
                </a:lnTo>
                <a:lnTo>
                  <a:pt x="3391117" y="8855"/>
                </a:lnTo>
                <a:lnTo>
                  <a:pt x="3452774" y="7050"/>
                </a:lnTo>
                <a:lnTo>
                  <a:pt x="3514431" y="5519"/>
                </a:lnTo>
                <a:lnTo>
                  <a:pt x="3576087" y="4236"/>
                </a:lnTo>
                <a:lnTo>
                  <a:pt x="3637744" y="3178"/>
                </a:lnTo>
                <a:lnTo>
                  <a:pt x="3699401" y="2320"/>
                </a:lnTo>
                <a:lnTo>
                  <a:pt x="3761057" y="1638"/>
                </a:lnTo>
                <a:lnTo>
                  <a:pt x="3822714" y="1111"/>
                </a:lnTo>
                <a:lnTo>
                  <a:pt x="3884371" y="715"/>
                </a:lnTo>
                <a:lnTo>
                  <a:pt x="3946027" y="429"/>
                </a:lnTo>
                <a:lnTo>
                  <a:pt x="4007684" y="235"/>
                </a:lnTo>
                <a:lnTo>
                  <a:pt x="4069341" y="112"/>
                </a:lnTo>
                <a:lnTo>
                  <a:pt x="4130997" y="43"/>
                </a:lnTo>
                <a:lnTo>
                  <a:pt x="4192654" y="11"/>
                </a:lnTo>
                <a:lnTo>
                  <a:pt x="4254311" y="1"/>
                </a:lnTo>
                <a:lnTo>
                  <a:pt x="4315968" y="0"/>
                </a:lnTo>
                <a:lnTo>
                  <a:pt x="4377624" y="1"/>
                </a:lnTo>
                <a:lnTo>
                  <a:pt x="4439281" y="11"/>
                </a:lnTo>
                <a:lnTo>
                  <a:pt x="4500938" y="43"/>
                </a:lnTo>
                <a:lnTo>
                  <a:pt x="4562594" y="112"/>
                </a:lnTo>
                <a:lnTo>
                  <a:pt x="4624251" y="235"/>
                </a:lnTo>
                <a:lnTo>
                  <a:pt x="4685908" y="429"/>
                </a:lnTo>
                <a:lnTo>
                  <a:pt x="4747564" y="715"/>
                </a:lnTo>
                <a:lnTo>
                  <a:pt x="4809221" y="1111"/>
                </a:lnTo>
                <a:lnTo>
                  <a:pt x="4870878" y="1638"/>
                </a:lnTo>
                <a:lnTo>
                  <a:pt x="4932534" y="2320"/>
                </a:lnTo>
                <a:lnTo>
                  <a:pt x="4994191" y="3178"/>
                </a:lnTo>
                <a:lnTo>
                  <a:pt x="5055848" y="4236"/>
                </a:lnTo>
                <a:lnTo>
                  <a:pt x="5117504" y="5519"/>
                </a:lnTo>
                <a:lnTo>
                  <a:pt x="5179161" y="7050"/>
                </a:lnTo>
                <a:lnTo>
                  <a:pt x="5240818" y="8855"/>
                </a:lnTo>
                <a:lnTo>
                  <a:pt x="5302474" y="10961"/>
                </a:lnTo>
                <a:lnTo>
                  <a:pt x="5364131" y="13394"/>
                </a:lnTo>
                <a:lnTo>
                  <a:pt x="5425788" y="16183"/>
                </a:lnTo>
                <a:lnTo>
                  <a:pt x="5487445" y="19355"/>
                </a:lnTo>
                <a:lnTo>
                  <a:pt x="5549101" y="22939"/>
                </a:lnTo>
                <a:lnTo>
                  <a:pt x="5610758" y="26966"/>
                </a:lnTo>
                <a:lnTo>
                  <a:pt x="5672415" y="31465"/>
                </a:lnTo>
                <a:lnTo>
                  <a:pt x="5734071" y="36468"/>
                </a:lnTo>
                <a:lnTo>
                  <a:pt x="5795728" y="42009"/>
                </a:lnTo>
                <a:lnTo>
                  <a:pt x="5857385" y="48119"/>
                </a:lnTo>
                <a:lnTo>
                  <a:pt x="5919041" y="54833"/>
                </a:lnTo>
                <a:lnTo>
                  <a:pt x="5980698" y="62186"/>
                </a:lnTo>
                <a:lnTo>
                  <a:pt x="6042355" y="70216"/>
                </a:lnTo>
                <a:lnTo>
                  <a:pt x="6104011" y="78959"/>
                </a:lnTo>
                <a:lnTo>
                  <a:pt x="6165668" y="88455"/>
                </a:lnTo>
                <a:lnTo>
                  <a:pt x="6227325" y="98744"/>
                </a:lnTo>
                <a:lnTo>
                  <a:pt x="6288981" y="109869"/>
                </a:lnTo>
                <a:lnTo>
                  <a:pt x="6350638" y="121873"/>
                </a:lnTo>
                <a:lnTo>
                  <a:pt x="6412295" y="134803"/>
                </a:lnTo>
                <a:lnTo>
                  <a:pt x="6473952" y="148706"/>
                </a:lnTo>
                <a:lnTo>
                  <a:pt x="6535608" y="163633"/>
                </a:lnTo>
                <a:lnTo>
                  <a:pt x="6597265" y="179636"/>
                </a:lnTo>
                <a:lnTo>
                  <a:pt x="6658922" y="196772"/>
                </a:lnTo>
                <a:lnTo>
                  <a:pt x="6720578" y="215099"/>
                </a:lnTo>
                <a:lnTo>
                  <a:pt x="6782235" y="234679"/>
                </a:lnTo>
                <a:lnTo>
                  <a:pt x="6843892" y="255579"/>
                </a:lnTo>
                <a:lnTo>
                  <a:pt x="6905548" y="277870"/>
                </a:lnTo>
                <a:lnTo>
                  <a:pt x="6967205" y="301627"/>
                </a:lnTo>
                <a:lnTo>
                  <a:pt x="7028862" y="326931"/>
                </a:lnTo>
                <a:lnTo>
                  <a:pt x="7090518" y="353870"/>
                </a:lnTo>
                <a:lnTo>
                  <a:pt x="7152175" y="382539"/>
                </a:lnTo>
                <a:lnTo>
                  <a:pt x="7213832" y="413042"/>
                </a:lnTo>
                <a:lnTo>
                  <a:pt x="7275488" y="445490"/>
                </a:lnTo>
                <a:lnTo>
                  <a:pt x="7337145" y="480007"/>
                </a:lnTo>
                <a:lnTo>
                  <a:pt x="7398802" y="516731"/>
                </a:lnTo>
                <a:lnTo>
                  <a:pt x="7460458" y="555813"/>
                </a:lnTo>
                <a:lnTo>
                  <a:pt x="7522115" y="597422"/>
                </a:lnTo>
                <a:lnTo>
                  <a:pt x="7583772" y="641749"/>
                </a:lnTo>
                <a:lnTo>
                  <a:pt x="7645429" y="689012"/>
                </a:lnTo>
                <a:lnTo>
                  <a:pt x="7707085" y="739457"/>
                </a:lnTo>
                <a:lnTo>
                  <a:pt x="7768742" y="793373"/>
                </a:lnTo>
                <a:lnTo>
                  <a:pt x="7830399" y="851093"/>
                </a:lnTo>
                <a:lnTo>
                  <a:pt x="7892055" y="913013"/>
                </a:lnTo>
                <a:lnTo>
                  <a:pt x="7953712" y="979610"/>
                </a:lnTo>
                <a:lnTo>
                  <a:pt x="8015369" y="1051463"/>
                </a:lnTo>
                <a:lnTo>
                  <a:pt x="8077025" y="1129294"/>
                </a:lnTo>
                <a:lnTo>
                  <a:pt x="8138682" y="1214023"/>
                </a:lnTo>
                <a:lnTo>
                  <a:pt x="8200339" y="1306856"/>
                </a:lnTo>
                <a:lnTo>
                  <a:pt x="8261995" y="1409435"/>
                </a:lnTo>
                <a:lnTo>
                  <a:pt x="8323652" y="1524100"/>
                </a:lnTo>
                <a:lnTo>
                  <a:pt x="8385309" y="1654409"/>
                </a:lnTo>
                <a:lnTo>
                  <a:pt x="8446965" y="1806299"/>
                </a:lnTo>
                <a:lnTo>
                  <a:pt x="8508622" y="1991239"/>
                </a:lnTo>
                <a:lnTo>
                  <a:pt x="8570279" y="2238566"/>
                </a:lnTo>
                <a:lnTo>
                  <a:pt x="8631936" y="2852928"/>
                </a:lnTo>
                <a:lnTo>
                  <a:pt x="8631936" y="3310128"/>
                </a:lnTo>
                <a:lnTo>
                  <a:pt x="0" y="3310128"/>
                </a:lnTo>
                <a:close/>
              </a:path>
            </a:pathLst>
          </a:custGeom>
          <a:gradFill rotWithShape="1">
            <a:gsLst>
              <a:gs pos="0">
                <a:srgbClr val="FFFFFF">
                  <a:alpha val="100000"/>
                </a:srgbClr>
              </a:gs>
              <a:gs pos="48000">
                <a:srgbClr val="EFF7FF">
                  <a:alpha val="98000"/>
                </a:srgbClr>
              </a:gs>
              <a:gs pos="100000">
                <a:srgbClr val="BEDAF6">
                  <a:alpha val="92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ECTOR - Atmosphere outer boundary"/>
          <p:cNvSpPr/>
          <p:nvPr/>
        </p:nvSpPr>
        <p:spPr>
          <a:xfrm>
            <a:off x="2002274" y="2560320"/>
            <a:ext cx="8138683" cy="1654409"/>
          </a:xfrm>
          <a:custGeom>
            <a:avLst/>
            <a:gdLst/>
            <a:ahLst/>
            <a:cxnLst/>
            <a:rect l="l" t="t" r="r" b="b"/>
            <a:pathLst>
              <a:path w="8138683" h="1654409">
                <a:moveTo>
                  <a:pt x="0" y="1654409"/>
                </a:moveTo>
                <a:lnTo>
                  <a:pt x="61657" y="1524100"/>
                </a:lnTo>
                <a:lnTo>
                  <a:pt x="123314" y="1409435"/>
                </a:lnTo>
                <a:lnTo>
                  <a:pt x="184970" y="1306856"/>
                </a:lnTo>
                <a:lnTo>
                  <a:pt x="246627" y="1214023"/>
                </a:lnTo>
                <a:lnTo>
                  <a:pt x="308284" y="1129294"/>
                </a:lnTo>
                <a:lnTo>
                  <a:pt x="369940" y="1051463"/>
                </a:lnTo>
                <a:lnTo>
                  <a:pt x="431597" y="979610"/>
                </a:lnTo>
                <a:lnTo>
                  <a:pt x="493254" y="913013"/>
                </a:lnTo>
                <a:lnTo>
                  <a:pt x="554910" y="851093"/>
                </a:lnTo>
                <a:lnTo>
                  <a:pt x="616567" y="793373"/>
                </a:lnTo>
                <a:lnTo>
                  <a:pt x="678224" y="739457"/>
                </a:lnTo>
                <a:lnTo>
                  <a:pt x="739880" y="689012"/>
                </a:lnTo>
                <a:lnTo>
                  <a:pt x="801537" y="641749"/>
                </a:lnTo>
                <a:lnTo>
                  <a:pt x="863194" y="597422"/>
                </a:lnTo>
                <a:lnTo>
                  <a:pt x="924851" y="555813"/>
                </a:lnTo>
                <a:lnTo>
                  <a:pt x="986507" y="516731"/>
                </a:lnTo>
                <a:lnTo>
                  <a:pt x="1048164" y="480007"/>
                </a:lnTo>
                <a:lnTo>
                  <a:pt x="1109821" y="445490"/>
                </a:lnTo>
                <a:lnTo>
                  <a:pt x="1171477" y="413042"/>
                </a:lnTo>
                <a:lnTo>
                  <a:pt x="1233134" y="382539"/>
                </a:lnTo>
                <a:lnTo>
                  <a:pt x="1294791" y="353870"/>
                </a:lnTo>
                <a:lnTo>
                  <a:pt x="1356447" y="326931"/>
                </a:lnTo>
                <a:lnTo>
                  <a:pt x="1418104" y="301627"/>
                </a:lnTo>
                <a:lnTo>
                  <a:pt x="1479761" y="277870"/>
                </a:lnTo>
                <a:lnTo>
                  <a:pt x="1541417" y="255579"/>
                </a:lnTo>
                <a:lnTo>
                  <a:pt x="1603074" y="234679"/>
                </a:lnTo>
                <a:lnTo>
                  <a:pt x="1664731" y="215099"/>
                </a:lnTo>
                <a:lnTo>
                  <a:pt x="1726387" y="196772"/>
                </a:lnTo>
                <a:lnTo>
                  <a:pt x="1788044" y="179636"/>
                </a:lnTo>
                <a:lnTo>
                  <a:pt x="1849701" y="163633"/>
                </a:lnTo>
                <a:lnTo>
                  <a:pt x="1911357" y="148706"/>
                </a:lnTo>
                <a:lnTo>
                  <a:pt x="1973014" y="134803"/>
                </a:lnTo>
                <a:lnTo>
                  <a:pt x="2034671" y="121873"/>
                </a:lnTo>
                <a:lnTo>
                  <a:pt x="2096328" y="109869"/>
                </a:lnTo>
                <a:lnTo>
                  <a:pt x="2157984" y="98744"/>
                </a:lnTo>
                <a:lnTo>
                  <a:pt x="2219641" y="88455"/>
                </a:lnTo>
                <a:lnTo>
                  <a:pt x="2281298" y="78959"/>
                </a:lnTo>
                <a:lnTo>
                  <a:pt x="2342954" y="70216"/>
                </a:lnTo>
                <a:lnTo>
                  <a:pt x="2404611" y="62186"/>
                </a:lnTo>
                <a:lnTo>
                  <a:pt x="2466268" y="54833"/>
                </a:lnTo>
                <a:lnTo>
                  <a:pt x="2527924" y="48119"/>
                </a:lnTo>
                <a:lnTo>
                  <a:pt x="2589581" y="42009"/>
                </a:lnTo>
                <a:lnTo>
                  <a:pt x="2651238" y="36468"/>
                </a:lnTo>
                <a:lnTo>
                  <a:pt x="2712894" y="31465"/>
                </a:lnTo>
                <a:lnTo>
                  <a:pt x="2774551" y="26966"/>
                </a:lnTo>
                <a:lnTo>
                  <a:pt x="2836208" y="22939"/>
                </a:lnTo>
                <a:lnTo>
                  <a:pt x="2897864" y="19355"/>
                </a:lnTo>
                <a:lnTo>
                  <a:pt x="2959521" y="16183"/>
                </a:lnTo>
                <a:lnTo>
                  <a:pt x="3021178" y="13394"/>
                </a:lnTo>
                <a:lnTo>
                  <a:pt x="3082835" y="10961"/>
                </a:lnTo>
                <a:lnTo>
                  <a:pt x="3144491" y="8855"/>
                </a:lnTo>
                <a:lnTo>
                  <a:pt x="3206148" y="7050"/>
                </a:lnTo>
                <a:lnTo>
                  <a:pt x="3267805" y="5519"/>
                </a:lnTo>
                <a:lnTo>
                  <a:pt x="3329461" y="4236"/>
                </a:lnTo>
                <a:lnTo>
                  <a:pt x="3391118" y="3178"/>
                </a:lnTo>
                <a:lnTo>
                  <a:pt x="3452775" y="2320"/>
                </a:lnTo>
                <a:lnTo>
                  <a:pt x="3514431" y="1638"/>
                </a:lnTo>
                <a:lnTo>
                  <a:pt x="3576088" y="1111"/>
                </a:lnTo>
                <a:lnTo>
                  <a:pt x="3637745" y="715"/>
                </a:lnTo>
                <a:lnTo>
                  <a:pt x="3699401" y="429"/>
                </a:lnTo>
                <a:lnTo>
                  <a:pt x="3761058" y="235"/>
                </a:lnTo>
                <a:lnTo>
                  <a:pt x="3822715" y="112"/>
                </a:lnTo>
                <a:lnTo>
                  <a:pt x="3884371" y="43"/>
                </a:lnTo>
                <a:lnTo>
                  <a:pt x="3946028" y="11"/>
                </a:lnTo>
                <a:lnTo>
                  <a:pt x="4007685" y="1"/>
                </a:lnTo>
                <a:lnTo>
                  <a:pt x="4069342" y="0"/>
                </a:lnTo>
                <a:lnTo>
                  <a:pt x="4130998" y="1"/>
                </a:lnTo>
                <a:lnTo>
                  <a:pt x="4192655" y="11"/>
                </a:lnTo>
                <a:lnTo>
                  <a:pt x="4254312" y="43"/>
                </a:lnTo>
                <a:lnTo>
                  <a:pt x="4315968" y="112"/>
                </a:lnTo>
                <a:lnTo>
                  <a:pt x="4377625" y="235"/>
                </a:lnTo>
                <a:lnTo>
                  <a:pt x="4439282" y="429"/>
                </a:lnTo>
                <a:lnTo>
                  <a:pt x="4500938" y="715"/>
                </a:lnTo>
                <a:lnTo>
                  <a:pt x="4562595" y="1111"/>
                </a:lnTo>
                <a:lnTo>
                  <a:pt x="4624252" y="1638"/>
                </a:lnTo>
                <a:lnTo>
                  <a:pt x="4685908" y="2320"/>
                </a:lnTo>
                <a:lnTo>
                  <a:pt x="4747565" y="3178"/>
                </a:lnTo>
                <a:lnTo>
                  <a:pt x="4809222" y="4236"/>
                </a:lnTo>
                <a:lnTo>
                  <a:pt x="4870878" y="5519"/>
                </a:lnTo>
                <a:lnTo>
                  <a:pt x="4932535" y="7050"/>
                </a:lnTo>
                <a:lnTo>
                  <a:pt x="4994192" y="8855"/>
                </a:lnTo>
                <a:lnTo>
                  <a:pt x="5055848" y="10961"/>
                </a:lnTo>
                <a:lnTo>
                  <a:pt x="5117505" y="13394"/>
                </a:lnTo>
                <a:lnTo>
                  <a:pt x="5179162" y="16183"/>
                </a:lnTo>
                <a:lnTo>
                  <a:pt x="5240819" y="19355"/>
                </a:lnTo>
                <a:lnTo>
                  <a:pt x="5302475" y="22939"/>
                </a:lnTo>
                <a:lnTo>
                  <a:pt x="5364132" y="26966"/>
                </a:lnTo>
                <a:lnTo>
                  <a:pt x="5425789" y="31465"/>
                </a:lnTo>
                <a:lnTo>
                  <a:pt x="5487445" y="36468"/>
                </a:lnTo>
                <a:lnTo>
                  <a:pt x="5549102" y="42009"/>
                </a:lnTo>
                <a:lnTo>
                  <a:pt x="5610759" y="48119"/>
                </a:lnTo>
                <a:lnTo>
                  <a:pt x="5672415" y="54833"/>
                </a:lnTo>
                <a:lnTo>
                  <a:pt x="5734072" y="62186"/>
                </a:lnTo>
                <a:lnTo>
                  <a:pt x="5795729" y="70216"/>
                </a:lnTo>
                <a:lnTo>
                  <a:pt x="5857385" y="78959"/>
                </a:lnTo>
                <a:lnTo>
                  <a:pt x="5919042" y="88455"/>
                </a:lnTo>
                <a:lnTo>
                  <a:pt x="5980699" y="98744"/>
                </a:lnTo>
                <a:lnTo>
                  <a:pt x="6042355" y="109869"/>
                </a:lnTo>
                <a:lnTo>
                  <a:pt x="6104012" y="121873"/>
                </a:lnTo>
                <a:lnTo>
                  <a:pt x="6165669" y="134803"/>
                </a:lnTo>
                <a:lnTo>
                  <a:pt x="6227326" y="148706"/>
                </a:lnTo>
                <a:lnTo>
                  <a:pt x="6288982" y="163633"/>
                </a:lnTo>
                <a:lnTo>
                  <a:pt x="6350639" y="179636"/>
                </a:lnTo>
                <a:lnTo>
                  <a:pt x="6412296" y="196772"/>
                </a:lnTo>
                <a:lnTo>
                  <a:pt x="6473952" y="215099"/>
                </a:lnTo>
                <a:lnTo>
                  <a:pt x="6535609" y="234679"/>
                </a:lnTo>
                <a:lnTo>
                  <a:pt x="6597266" y="255579"/>
                </a:lnTo>
                <a:lnTo>
                  <a:pt x="6658922" y="277870"/>
                </a:lnTo>
                <a:lnTo>
                  <a:pt x="6720579" y="301627"/>
                </a:lnTo>
                <a:lnTo>
                  <a:pt x="6782236" y="326931"/>
                </a:lnTo>
                <a:lnTo>
                  <a:pt x="6843892" y="353870"/>
                </a:lnTo>
                <a:lnTo>
                  <a:pt x="6905549" y="382539"/>
                </a:lnTo>
                <a:lnTo>
                  <a:pt x="6967206" y="413042"/>
                </a:lnTo>
                <a:lnTo>
                  <a:pt x="7028862" y="445490"/>
                </a:lnTo>
                <a:lnTo>
                  <a:pt x="7090519" y="480007"/>
                </a:lnTo>
                <a:lnTo>
                  <a:pt x="7152176" y="516731"/>
                </a:lnTo>
                <a:lnTo>
                  <a:pt x="7213832" y="555813"/>
                </a:lnTo>
                <a:lnTo>
                  <a:pt x="7275489" y="597422"/>
                </a:lnTo>
                <a:lnTo>
                  <a:pt x="7337146" y="641749"/>
                </a:lnTo>
                <a:lnTo>
                  <a:pt x="7398803" y="689012"/>
                </a:lnTo>
                <a:lnTo>
                  <a:pt x="7460459" y="739457"/>
                </a:lnTo>
                <a:lnTo>
                  <a:pt x="7522116" y="793373"/>
                </a:lnTo>
                <a:lnTo>
                  <a:pt x="7583773" y="851093"/>
                </a:lnTo>
                <a:lnTo>
                  <a:pt x="7645429" y="913013"/>
                </a:lnTo>
                <a:lnTo>
                  <a:pt x="7707086" y="979610"/>
                </a:lnTo>
                <a:lnTo>
                  <a:pt x="7768743" y="1051463"/>
                </a:lnTo>
                <a:lnTo>
                  <a:pt x="7830399" y="1129294"/>
                </a:lnTo>
                <a:lnTo>
                  <a:pt x="7892056" y="1214023"/>
                </a:lnTo>
                <a:lnTo>
                  <a:pt x="7953713" y="1306856"/>
                </a:lnTo>
                <a:lnTo>
                  <a:pt x="8015369" y="1409435"/>
                </a:lnTo>
                <a:lnTo>
                  <a:pt x="8077026" y="1524100"/>
                </a:lnTo>
                <a:lnTo>
                  <a:pt x="8138683" y="1654409"/>
                </a:lnTo>
              </a:path>
            </a:pathLst>
          </a:custGeom>
          <a:noFill/>
          <a:ln w="19685">
            <a:solidFill>
              <a:srgbClr val="98BCE3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ECTOR - Atmosphere inner boundary"/>
          <p:cNvSpPr/>
          <p:nvPr/>
        </p:nvSpPr>
        <p:spPr>
          <a:xfrm>
            <a:off x="2276072" y="2724912"/>
            <a:ext cx="7591087" cy="1386848"/>
          </a:xfrm>
          <a:custGeom>
            <a:avLst/>
            <a:gdLst/>
            <a:ahLst/>
            <a:cxnLst/>
            <a:rect l="l" t="t" r="r" b="b"/>
            <a:pathLst>
              <a:path w="7591087" h="1386848">
                <a:moveTo>
                  <a:pt x="0" y="1386848"/>
                </a:moveTo>
                <a:lnTo>
                  <a:pt x="59305" y="1285913"/>
                </a:lnTo>
                <a:lnTo>
                  <a:pt x="118610" y="1194568"/>
                </a:lnTo>
                <a:lnTo>
                  <a:pt x="177916" y="1111196"/>
                </a:lnTo>
                <a:lnTo>
                  <a:pt x="237221" y="1034613"/>
                </a:lnTo>
                <a:lnTo>
                  <a:pt x="296527" y="963911"/>
                </a:lnTo>
                <a:lnTo>
                  <a:pt x="355832" y="898382"/>
                </a:lnTo>
                <a:lnTo>
                  <a:pt x="415137" y="837453"/>
                </a:lnTo>
                <a:lnTo>
                  <a:pt x="474443" y="780658"/>
                </a:lnTo>
                <a:lnTo>
                  <a:pt x="533748" y="727607"/>
                </a:lnTo>
                <a:lnTo>
                  <a:pt x="593053" y="677970"/>
                </a:lnTo>
                <a:lnTo>
                  <a:pt x="652359" y="631465"/>
                </a:lnTo>
                <a:lnTo>
                  <a:pt x="711664" y="587848"/>
                </a:lnTo>
                <a:lnTo>
                  <a:pt x="770970" y="546905"/>
                </a:lnTo>
                <a:lnTo>
                  <a:pt x="830275" y="508450"/>
                </a:lnTo>
                <a:lnTo>
                  <a:pt x="889580" y="472315"/>
                </a:lnTo>
                <a:lnTo>
                  <a:pt x="948886" y="438351"/>
                </a:lnTo>
                <a:lnTo>
                  <a:pt x="1008191" y="406422"/>
                </a:lnTo>
                <a:lnTo>
                  <a:pt x="1067496" y="376409"/>
                </a:lnTo>
                <a:lnTo>
                  <a:pt x="1126802" y="348199"/>
                </a:lnTo>
                <a:lnTo>
                  <a:pt x="1186107" y="321691"/>
                </a:lnTo>
                <a:lnTo>
                  <a:pt x="1245413" y="296793"/>
                </a:lnTo>
                <a:lnTo>
                  <a:pt x="1304718" y="273417"/>
                </a:lnTo>
                <a:lnTo>
                  <a:pt x="1364023" y="251483"/>
                </a:lnTo>
                <a:lnTo>
                  <a:pt x="1423329" y="230918"/>
                </a:lnTo>
                <a:lnTo>
                  <a:pt x="1482634" y="211652"/>
                </a:lnTo>
                <a:lnTo>
                  <a:pt x="1541939" y="193619"/>
                </a:lnTo>
                <a:lnTo>
                  <a:pt x="1601245" y="176758"/>
                </a:lnTo>
                <a:lnTo>
                  <a:pt x="1660550" y="161011"/>
                </a:lnTo>
                <a:lnTo>
                  <a:pt x="1719855" y="146323"/>
                </a:lnTo>
                <a:lnTo>
                  <a:pt x="1779161" y="132643"/>
                </a:lnTo>
                <a:lnTo>
                  <a:pt x="1838466" y="119920"/>
                </a:lnTo>
                <a:lnTo>
                  <a:pt x="1897772" y="108108"/>
                </a:lnTo>
                <a:lnTo>
                  <a:pt x="1957077" y="97161"/>
                </a:lnTo>
                <a:lnTo>
                  <a:pt x="2016382" y="87037"/>
                </a:lnTo>
                <a:lnTo>
                  <a:pt x="2075688" y="77693"/>
                </a:lnTo>
                <a:lnTo>
                  <a:pt x="2134993" y="69090"/>
                </a:lnTo>
                <a:lnTo>
                  <a:pt x="2194298" y="61190"/>
                </a:lnTo>
                <a:lnTo>
                  <a:pt x="2253604" y="53954"/>
                </a:lnTo>
                <a:lnTo>
                  <a:pt x="2312909" y="47347"/>
                </a:lnTo>
                <a:lnTo>
                  <a:pt x="2372215" y="41335"/>
                </a:lnTo>
                <a:lnTo>
                  <a:pt x="2431520" y="35884"/>
                </a:lnTo>
                <a:lnTo>
                  <a:pt x="2490825" y="30961"/>
                </a:lnTo>
                <a:lnTo>
                  <a:pt x="2550131" y="26533"/>
                </a:lnTo>
                <a:lnTo>
                  <a:pt x="2609436" y="22571"/>
                </a:lnTo>
                <a:lnTo>
                  <a:pt x="2668741" y="19045"/>
                </a:lnTo>
                <a:lnTo>
                  <a:pt x="2728047" y="15924"/>
                </a:lnTo>
                <a:lnTo>
                  <a:pt x="2787352" y="13180"/>
                </a:lnTo>
                <a:lnTo>
                  <a:pt x="2846658" y="10785"/>
                </a:lnTo>
                <a:lnTo>
                  <a:pt x="2905963" y="8713"/>
                </a:lnTo>
                <a:lnTo>
                  <a:pt x="2965268" y="6937"/>
                </a:lnTo>
                <a:lnTo>
                  <a:pt x="3024574" y="5430"/>
                </a:lnTo>
                <a:lnTo>
                  <a:pt x="3083879" y="4169"/>
                </a:lnTo>
                <a:lnTo>
                  <a:pt x="3143184" y="3127"/>
                </a:lnTo>
                <a:lnTo>
                  <a:pt x="3202490" y="2283"/>
                </a:lnTo>
                <a:lnTo>
                  <a:pt x="3261795" y="1612"/>
                </a:lnTo>
                <a:lnTo>
                  <a:pt x="3321101" y="1093"/>
                </a:lnTo>
                <a:lnTo>
                  <a:pt x="3380406" y="703"/>
                </a:lnTo>
                <a:lnTo>
                  <a:pt x="3439711" y="423"/>
                </a:lnTo>
                <a:lnTo>
                  <a:pt x="3499017" y="231"/>
                </a:lnTo>
                <a:lnTo>
                  <a:pt x="3558322" y="110"/>
                </a:lnTo>
                <a:lnTo>
                  <a:pt x="3617627" y="42"/>
                </a:lnTo>
                <a:lnTo>
                  <a:pt x="3676933" y="11"/>
                </a:lnTo>
                <a:lnTo>
                  <a:pt x="3736238" y="1"/>
                </a:lnTo>
                <a:lnTo>
                  <a:pt x="3795544" y="0"/>
                </a:lnTo>
                <a:lnTo>
                  <a:pt x="3854849" y="1"/>
                </a:lnTo>
                <a:lnTo>
                  <a:pt x="3914154" y="11"/>
                </a:lnTo>
                <a:lnTo>
                  <a:pt x="3973460" y="42"/>
                </a:lnTo>
                <a:lnTo>
                  <a:pt x="4032765" y="110"/>
                </a:lnTo>
                <a:lnTo>
                  <a:pt x="4092070" y="231"/>
                </a:lnTo>
                <a:lnTo>
                  <a:pt x="4151376" y="423"/>
                </a:lnTo>
                <a:lnTo>
                  <a:pt x="4210681" y="703"/>
                </a:lnTo>
                <a:lnTo>
                  <a:pt x="4269986" y="1093"/>
                </a:lnTo>
                <a:lnTo>
                  <a:pt x="4329292" y="1612"/>
                </a:lnTo>
                <a:lnTo>
                  <a:pt x="4388597" y="2283"/>
                </a:lnTo>
                <a:lnTo>
                  <a:pt x="4447903" y="3127"/>
                </a:lnTo>
                <a:lnTo>
                  <a:pt x="4507208" y="4169"/>
                </a:lnTo>
                <a:lnTo>
                  <a:pt x="4566513" y="5430"/>
                </a:lnTo>
                <a:lnTo>
                  <a:pt x="4625819" y="6937"/>
                </a:lnTo>
                <a:lnTo>
                  <a:pt x="4685124" y="8713"/>
                </a:lnTo>
                <a:lnTo>
                  <a:pt x="4744429" y="10785"/>
                </a:lnTo>
                <a:lnTo>
                  <a:pt x="4803735" y="13180"/>
                </a:lnTo>
                <a:lnTo>
                  <a:pt x="4863040" y="15924"/>
                </a:lnTo>
                <a:lnTo>
                  <a:pt x="4922346" y="19045"/>
                </a:lnTo>
                <a:lnTo>
                  <a:pt x="4981651" y="22571"/>
                </a:lnTo>
                <a:lnTo>
                  <a:pt x="5040956" y="26533"/>
                </a:lnTo>
                <a:lnTo>
                  <a:pt x="5100262" y="30961"/>
                </a:lnTo>
                <a:lnTo>
                  <a:pt x="5159567" y="35884"/>
                </a:lnTo>
                <a:lnTo>
                  <a:pt x="5218872" y="41335"/>
                </a:lnTo>
                <a:lnTo>
                  <a:pt x="5278178" y="47347"/>
                </a:lnTo>
                <a:lnTo>
                  <a:pt x="5337483" y="53954"/>
                </a:lnTo>
                <a:lnTo>
                  <a:pt x="5396789" y="61190"/>
                </a:lnTo>
                <a:lnTo>
                  <a:pt x="5456094" y="69090"/>
                </a:lnTo>
                <a:lnTo>
                  <a:pt x="5515399" y="77693"/>
                </a:lnTo>
                <a:lnTo>
                  <a:pt x="5574705" y="87037"/>
                </a:lnTo>
                <a:lnTo>
                  <a:pt x="5634010" y="97161"/>
                </a:lnTo>
                <a:lnTo>
                  <a:pt x="5693315" y="108108"/>
                </a:lnTo>
                <a:lnTo>
                  <a:pt x="5752621" y="119920"/>
                </a:lnTo>
                <a:lnTo>
                  <a:pt x="5811926" y="132643"/>
                </a:lnTo>
                <a:lnTo>
                  <a:pt x="5871232" y="146323"/>
                </a:lnTo>
                <a:lnTo>
                  <a:pt x="5930537" y="161011"/>
                </a:lnTo>
                <a:lnTo>
                  <a:pt x="5989842" y="176758"/>
                </a:lnTo>
                <a:lnTo>
                  <a:pt x="6049148" y="193619"/>
                </a:lnTo>
                <a:lnTo>
                  <a:pt x="6108453" y="211652"/>
                </a:lnTo>
                <a:lnTo>
                  <a:pt x="6167758" y="230918"/>
                </a:lnTo>
                <a:lnTo>
                  <a:pt x="6227064" y="251483"/>
                </a:lnTo>
                <a:lnTo>
                  <a:pt x="6286369" y="273417"/>
                </a:lnTo>
                <a:lnTo>
                  <a:pt x="6345674" y="296793"/>
                </a:lnTo>
                <a:lnTo>
                  <a:pt x="6404980" y="321691"/>
                </a:lnTo>
                <a:lnTo>
                  <a:pt x="6464285" y="348199"/>
                </a:lnTo>
                <a:lnTo>
                  <a:pt x="6523591" y="376409"/>
                </a:lnTo>
                <a:lnTo>
                  <a:pt x="6582896" y="406422"/>
                </a:lnTo>
                <a:lnTo>
                  <a:pt x="6642201" y="438351"/>
                </a:lnTo>
                <a:lnTo>
                  <a:pt x="6701507" y="472315"/>
                </a:lnTo>
                <a:lnTo>
                  <a:pt x="6760812" y="508450"/>
                </a:lnTo>
                <a:lnTo>
                  <a:pt x="6820117" y="546905"/>
                </a:lnTo>
                <a:lnTo>
                  <a:pt x="6879423" y="587848"/>
                </a:lnTo>
                <a:lnTo>
                  <a:pt x="6938728" y="631465"/>
                </a:lnTo>
                <a:lnTo>
                  <a:pt x="6998034" y="677970"/>
                </a:lnTo>
                <a:lnTo>
                  <a:pt x="7057339" y="727607"/>
                </a:lnTo>
                <a:lnTo>
                  <a:pt x="7116644" y="780658"/>
                </a:lnTo>
                <a:lnTo>
                  <a:pt x="7175950" y="837453"/>
                </a:lnTo>
                <a:lnTo>
                  <a:pt x="7235255" y="898382"/>
                </a:lnTo>
                <a:lnTo>
                  <a:pt x="7294560" y="963911"/>
                </a:lnTo>
                <a:lnTo>
                  <a:pt x="7353866" y="1034613"/>
                </a:lnTo>
                <a:lnTo>
                  <a:pt x="7413171" y="1111196"/>
                </a:lnTo>
                <a:lnTo>
                  <a:pt x="7472477" y="1194568"/>
                </a:lnTo>
                <a:lnTo>
                  <a:pt x="7531782" y="1285913"/>
                </a:lnTo>
                <a:lnTo>
                  <a:pt x="7591087" y="1386848"/>
                </a:lnTo>
              </a:path>
            </a:pathLst>
          </a:custGeom>
          <a:noFill/>
          <a:ln w="14604">
            <a:solidFill>
              <a:srgbClr val="F6FBFF">
                <a:alpha val="8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358" y="2970559"/>
            <a:ext cx="8488388" cy="365394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787" y="4095256"/>
            <a:ext cx="353163" cy="2354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218" y="5258025"/>
            <a:ext cx="403205" cy="4032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602" y="5605397"/>
            <a:ext cx="864320" cy="57621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049" y="3933058"/>
            <a:ext cx="271623" cy="18108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735" y="5014607"/>
            <a:ext cx="440876" cy="2939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729" y="4717055"/>
            <a:ext cx="336092" cy="224061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683" y="5324373"/>
            <a:ext cx="569331" cy="37955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196" y="5132842"/>
            <a:ext cx="770875" cy="51391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413" y="5132842"/>
            <a:ext cx="401916" cy="60287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46" y="3988465"/>
            <a:ext cx="299350" cy="44902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53460" y="4202385"/>
            <a:ext cx="569005" cy="48419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18295" y="4314961"/>
            <a:ext cx="560413" cy="341494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427" y="4686580"/>
            <a:ext cx="327996" cy="416369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04171" y="4823774"/>
            <a:ext cx="249597" cy="21853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41" y="5324373"/>
            <a:ext cx="453118" cy="67967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60929" y="4493834"/>
            <a:ext cx="683287" cy="416369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70384" y="4869889"/>
            <a:ext cx="704573" cy="402348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00" y="3429000"/>
            <a:ext cx="336550" cy="429895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2642" y="5062108"/>
            <a:ext cx="173999" cy="275498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977" y="4516512"/>
            <a:ext cx="334001" cy="501002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623" y="4263900"/>
            <a:ext cx="355754" cy="533631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051" y="4470214"/>
            <a:ext cx="345597" cy="345597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889" y="5199857"/>
            <a:ext cx="981753" cy="981753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013" y="5075811"/>
            <a:ext cx="453118" cy="302079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60" y="2970530"/>
            <a:ext cx="934085" cy="62230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22047" y="4465242"/>
            <a:ext cx="272491" cy="224061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776" y="2970448"/>
            <a:ext cx="1279863" cy="611354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609" y="4105145"/>
            <a:ext cx="537816" cy="537816"/>
          </a:xfrm>
          <a:prstGeom prst="rect">
            <a:avLst/>
          </a:prstGeom>
        </p:spPr>
      </p:pic>
      <p:pic>
        <p:nvPicPr>
          <p:cNvPr id="174" name="图片 173" descr="server_PNG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67505" y="3293110"/>
            <a:ext cx="148590" cy="177800"/>
          </a:xfrm>
          <a:prstGeom prst="rect">
            <a:avLst/>
          </a:prstGeom>
        </p:spPr>
      </p:pic>
      <p:pic>
        <p:nvPicPr>
          <p:cNvPr id="176" name="图片 175" descr="server_PNG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58897" y="3252470"/>
            <a:ext cx="235694" cy="28263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21837" y="3867383"/>
            <a:ext cx="704573" cy="402348"/>
          </a:xfrm>
          <a:prstGeom prst="rect">
            <a:avLst/>
          </a:prstGeom>
        </p:spPr>
      </p:pic>
      <p:pic>
        <p:nvPicPr>
          <p:cNvPr id="80" name="图片 79" descr="server_PNG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89626" y="2073842"/>
            <a:ext cx="266407" cy="319466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098" y="4083597"/>
            <a:ext cx="326840" cy="527855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>
            <a:off x="1894594" y="1594971"/>
            <a:ext cx="380307" cy="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4" name="Diagram element 62"/>
          <p:cNvSpPr>
            <a:spLocks noGrp="1"/>
          </p:cNvSpPr>
          <p:nvPr/>
        </p:nvSpPr>
        <p:spPr>
          <a:xfrm>
            <a:off x="2384005" y="1488983"/>
            <a:ext cx="1932709" cy="21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2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UD–UAV offloading</a:t>
            </a:r>
            <a:endParaRPr sz="1225" b="0">
              <a:solidFill>
                <a:srgbClr val="1621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1895165" y="1876553"/>
            <a:ext cx="380307" cy="0"/>
          </a:xfrm>
          <a:prstGeom prst="straightConnector1">
            <a:avLst/>
          </a:prstGeom>
          <a:ln w="28575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6" name="Diagram element 65"/>
          <p:cNvSpPr>
            <a:spLocks noGrp="1"/>
          </p:cNvSpPr>
          <p:nvPr/>
        </p:nvSpPr>
        <p:spPr>
          <a:xfrm>
            <a:off x="2384576" y="1770565"/>
            <a:ext cx="1963882" cy="21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2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Direct UD–LEO offloading</a:t>
            </a:r>
            <a:endParaRPr sz="1225" b="0">
              <a:solidFill>
                <a:srgbClr val="1621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1894594" y="2132291"/>
            <a:ext cx="380307" cy="0"/>
          </a:xfrm>
          <a:prstGeom prst="straightConnector1">
            <a:avLst/>
          </a:prstGeom>
          <a:ln w="28575">
            <a:solidFill>
              <a:srgbClr val="5E6671"/>
            </a:solidFill>
            <a:prstDash val="solid"/>
            <a:tailEnd type="triangle" w="med" len="med"/>
          </a:ln>
        </p:spPr>
      </p:cxnSp>
      <p:sp>
        <p:nvSpPr>
          <p:cNvPr id="10" name="Diagram element 71"/>
          <p:cNvSpPr>
            <a:spLocks noGrp="1"/>
          </p:cNvSpPr>
          <p:nvPr/>
        </p:nvSpPr>
        <p:spPr>
          <a:xfrm>
            <a:off x="2384005" y="2026304"/>
            <a:ext cx="1870364" cy="21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2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UAV trajectory</a:t>
            </a:r>
            <a:endParaRPr sz="1225" b="0">
              <a:solidFill>
                <a:srgbClr val="1621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894594" y="2394142"/>
            <a:ext cx="380307" cy="0"/>
          </a:xfrm>
          <a:prstGeom prst="straightConnector1">
            <a:avLst/>
          </a:prstGeom>
          <a:ln w="17145">
            <a:solidFill>
              <a:srgbClr val="89949F"/>
            </a:solidFill>
            <a:prstDash val="dash"/>
          </a:ln>
        </p:spPr>
      </p:cxnSp>
      <p:sp>
        <p:nvSpPr>
          <p:cNvPr id="24" name="Diagram element 74"/>
          <p:cNvSpPr>
            <a:spLocks noGrp="1"/>
          </p:cNvSpPr>
          <p:nvPr/>
        </p:nvSpPr>
        <p:spPr>
          <a:xfrm>
            <a:off x="2384005" y="2288154"/>
            <a:ext cx="1995055" cy="21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2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State / control signaling</a:t>
            </a:r>
            <a:endParaRPr sz="1225" b="0">
              <a:solidFill>
                <a:srgbClr val="1621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47587" y="2562671"/>
            <a:ext cx="218209" cy="261459"/>
          </a:xfrm>
          <a:prstGeom prst="rect">
            <a:avLst/>
          </a:prstGeom>
        </p:spPr>
      </p:pic>
      <p:sp>
        <p:nvSpPr>
          <p:cNvPr id="28" name="Diagram element 75"/>
          <p:cNvSpPr>
            <a:spLocks noGrp="1"/>
          </p:cNvSpPr>
          <p:nvPr/>
        </p:nvSpPr>
        <p:spPr>
          <a:xfrm>
            <a:off x="2384005" y="2568709"/>
            <a:ext cx="1870364" cy="21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9pPr>
          </a:lstStyle>
          <a:p>
            <a:pPr algn="l">
              <a:defRPr sz="187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25" b="0">
                <a:solidFill>
                  <a:srgbClr val="16212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Edge server</a:t>
            </a:r>
            <a:endParaRPr sz="1225" b="0">
              <a:solidFill>
                <a:srgbClr val="16212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cxnSp>
        <p:nvCxnSpPr>
          <p:cNvPr id="30" name="UD 2 offloads directly to UAV 1"/>
          <p:cNvCxnSpPr>
            <a:endCxn id="77" idx="2"/>
          </p:cNvCxnSpPr>
          <p:nvPr/>
        </p:nvCxnSpPr>
        <p:spPr>
          <a:xfrm flipH="1" flipV="1">
            <a:off x="3880965" y="3592581"/>
            <a:ext cx="236855" cy="67691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99403" y="1489299"/>
            <a:ext cx="2079111" cy="904009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157" y="2788373"/>
            <a:ext cx="1667485" cy="796510"/>
          </a:xfrm>
          <a:prstGeom prst="rect">
            <a:avLst/>
          </a:prstGeom>
        </p:spPr>
      </p:pic>
      <p:pic>
        <p:nvPicPr>
          <p:cNvPr id="40" name="图片 39" descr="server_PNG39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06262" y="3146141"/>
            <a:ext cx="235694" cy="282637"/>
          </a:xfrm>
          <a:prstGeom prst="rect">
            <a:avLst/>
          </a:prstGeom>
        </p:spPr>
      </p:pic>
      <p:cxnSp>
        <p:nvCxnSpPr>
          <p:cNvPr id="46" name="UD 2 offloads directly to UAV 1"/>
          <p:cNvCxnSpPr/>
          <p:nvPr/>
        </p:nvCxnSpPr>
        <p:spPr>
          <a:xfrm flipV="1">
            <a:off x="3266411" y="3517221"/>
            <a:ext cx="484505" cy="68516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64" name="UD 2 offloads directly to UAV 1"/>
          <p:cNvCxnSpPr/>
          <p:nvPr/>
        </p:nvCxnSpPr>
        <p:spPr>
          <a:xfrm flipH="1" flipV="1">
            <a:off x="5799395" y="3584884"/>
            <a:ext cx="230726" cy="174821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67" name="UD 2 offloads directly to UAV 1"/>
          <p:cNvCxnSpPr/>
          <p:nvPr/>
        </p:nvCxnSpPr>
        <p:spPr>
          <a:xfrm flipH="1" flipV="1">
            <a:off x="5980854" y="3592597"/>
            <a:ext cx="568056" cy="150994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69" name="UD 2 offloads directly to UAV 1"/>
          <p:cNvCxnSpPr/>
          <p:nvPr/>
        </p:nvCxnSpPr>
        <p:spPr>
          <a:xfrm flipH="1" flipV="1">
            <a:off x="7993514" y="3470653"/>
            <a:ext cx="1232128" cy="125880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70" name="UD 2 offloads directly to UAV 1"/>
          <p:cNvCxnSpPr/>
          <p:nvPr/>
        </p:nvCxnSpPr>
        <p:spPr>
          <a:xfrm flipH="1" flipV="1">
            <a:off x="7564770" y="3429000"/>
            <a:ext cx="125054" cy="1076429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med"/>
          </a:ln>
        </p:spPr>
      </p:cxnSp>
      <p:cxnSp>
        <p:nvCxnSpPr>
          <p:cNvPr id="85" name="UD 6 offloads directly to LEO without UAV forwarding"/>
          <p:cNvCxnSpPr>
            <a:stCxn id="51" idx="0"/>
            <a:endCxn id="32" idx="2"/>
          </p:cNvCxnSpPr>
          <p:nvPr/>
        </p:nvCxnSpPr>
        <p:spPr>
          <a:xfrm flipH="1" flipV="1">
            <a:off x="6438826" y="2393154"/>
            <a:ext cx="485775" cy="1035685"/>
          </a:xfrm>
          <a:prstGeom prst="straightConnector1">
            <a:avLst/>
          </a:prstGeom>
          <a:ln w="30480">
            <a:solidFill>
              <a:srgbClr val="7850A2"/>
            </a:solidFill>
            <a:prstDash val="dashDot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赵俊安</dc:creator>
  <cp:lastModifiedBy>赵俊安</cp:lastModifiedBy>
  <cp:revision>10</cp:revision>
  <dcterms:created xsi:type="dcterms:W3CDTF">2023-08-09T12:44:00Z</dcterms:created>
  <dcterms:modified xsi:type="dcterms:W3CDTF">2026-10-18T13:22:33Z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BD01E515F6C14211AB07B9FC341F6C71_12</vt:lpwstr>
  </property>
</Properties>
</file>