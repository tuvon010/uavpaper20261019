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2"/>
    <p:sldId id="271" r:id="rId3"/>
    <p:sldId id="274" r:id="rId4"/>
    <p:sldId id="273" r:id="rId5"/>
    <p:sldId id="272" r:id="rId6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DDD"/>
    <a:srgbClr val="9C88E5"/>
    <a:srgbClr val="C3B7EF"/>
    <a:srgbClr val="E5E0F8"/>
    <a:srgbClr val="DAD3F5"/>
    <a:srgbClr val="846BDF"/>
    <a:srgbClr val="FFD44B"/>
    <a:srgbClr val="FFD03B"/>
    <a:srgbClr val="5B9BD5"/>
    <a:srgbClr val="93BE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A56E2-1C87-4B8D-B890-DABFB84F0238}" v="5" dt="2024-12-01T08:59:02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hui Li" userId="19a2ff6015f91662" providerId="LiveId" clId="{9B9A56E2-1C87-4B8D-B890-DABFB84F0238}"/>
    <pc:docChg chg="addSld modSld">
      <pc:chgData name="Jiahui Li" userId="19a2ff6015f91662" providerId="LiveId" clId="{9B9A56E2-1C87-4B8D-B890-DABFB84F0238}" dt="2024-12-01T08:59:02.292" v="5" actId="478"/>
      <pc:docMkLst>
        <pc:docMk/>
      </pc:docMkLst>
      <pc:sldChg chg="addSp delSp modSp new">
        <pc:chgData name="Jiahui Li" userId="19a2ff6015f91662" providerId="LiveId" clId="{9B9A56E2-1C87-4B8D-B890-DABFB84F0238}" dt="2024-12-01T08:59:02.292" v="5" actId="478"/>
        <pc:sldMkLst>
          <pc:docMk/>
          <pc:sldMk cId="729403137" sldId="271"/>
        </pc:sldMkLst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5" creationId="{89403FEA-AEA1-1AE8-3E9D-87E0926B51A6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" creationId="{449BDDA1-D39C-22EA-CB84-8AF7B5AFDFE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8" creationId="{A2BF59D5-7EED-6DF8-290D-C26D79A8D6E7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0" creationId="{71178C80-F761-38B0-AE61-C4FF9B0C8A94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5" creationId="{3C1E5F56-81C5-E59D-1BA2-9C063DCD76F1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6" creationId="{2752BA92-736F-CC7F-061A-8A924B10A086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7" creationId="{774E9936-94C8-C776-19DC-B8383C2D1A82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8" creationId="{3A2F5DFC-DD2A-440B-ACBD-02DD98BD9355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9" creationId="{10319200-FBAC-1900-3AB1-A32282DFAA57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0" creationId="{4572CF6F-3506-9830-12AD-133A24F3C933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1" creationId="{99574D84-9DD6-2B45-D3AF-A9D952D38F99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2" creationId="{7EAA6247-3DEB-28A3-7D7D-93C8A3F0F486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3" creationId="{BACDEEE2-E047-EBD9-35C9-A5AF5F432CB8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4" creationId="{B8765BB1-B1FC-2B37-4707-E284466BFDE3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5" creationId="{D2684944-BEED-4F46-7614-8CEC27507E37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6" creationId="{1BF995D7-1167-86E4-E2B5-5BA2019BF35D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7" creationId="{CA474A38-B500-E4FC-C6E4-E21540458DF3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28" creationId="{621C276B-D643-2367-7D0E-D2FA97D90ECC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58" creationId="{DA416E9A-856B-8E59-ECD7-96EF557AC55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59" creationId="{EEEB6467-C584-12AC-CEB2-BB5B86CDDD5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0" creationId="{732132A4-6E24-F74B-8E51-E423B1302D57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1" creationId="{B2763CD1-A61E-B783-2BC7-56247B61FB0D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2" creationId="{C19DBAE3-E8F2-C9C3-C61D-3CECBCF4D08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3" creationId="{7E70CC5E-6106-C6AB-E5DC-36C0BDB57A73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4" creationId="{417BA7A1-8556-62A9-1331-C662A19D4E1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5" creationId="{C1766696-6DC0-63EA-6C9B-07E90703B282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6" creationId="{EBBB93FA-8D59-129F-B4E0-B3873CA999CA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7" creationId="{DC31D578-9B65-C6C6-71E2-A91CBFA9EB53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8" creationId="{D0EBA535-BBC4-9D61-D81F-F4ABBB10D89F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69" creationId="{EC30E89C-69D1-8A87-0D05-0BBF962888F3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0" creationId="{3B662FC3-F9DE-3725-0BFA-B830F37AE64A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1" creationId="{D39D4A39-4587-3976-4529-FC4BAF4F35BD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2" creationId="{BFA5AD26-030F-5839-1F9D-22AECB8CFE8D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3" creationId="{87A5AB6D-A7BD-754C-C543-7FEE8831B86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4" creationId="{19B00949-23CD-CAD5-F627-5E3C989D2898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5" creationId="{DFF161E4-57B7-95EF-EBD4-CCBE429B085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6" creationId="{844C2401-BD10-D6FC-99CE-084343AD4EF6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7" creationId="{88F8D553-3A8E-0D81-07C6-6A547E55EBA9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8" creationId="{C17EB431-4711-AB44-F073-DC8A092BE08E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79" creationId="{49B86638-41AE-8052-40F7-062C1C96C13F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80" creationId="{DAA9177B-516A-6A03-5E8E-F772CF7723FD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86" creationId="{2CA9C9F0-217D-8C44-32B0-23FD81D04908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87" creationId="{3FDA0EF0-EDE7-1037-FA25-795B74AAF0ED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89" creationId="{8CD83DD6-2A3D-30E2-D921-79BF4A95DB66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90" creationId="{F2996CD0-1694-2007-232C-CCD9A38AFEE3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03" creationId="{13D92A97-F982-CA18-A9E3-BC6837EFE7F0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05" creationId="{3B0ADD2B-E5D9-7E40-0264-856B670B18DC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08" creationId="{CC48F7F6-244B-59E5-3B46-813A8540EBF9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09" creationId="{867B682D-98CB-6451-9C2C-866366679826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45" creationId="{C3FB2574-3825-FE2D-512D-B43D41A54BAF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46" creationId="{DCED84C0-9331-FD95-2C0F-E60424576E58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47" creationId="{14CB8065-C67F-1237-392A-405379FDBC5A}"/>
          </ac:spMkLst>
        </pc:spChg>
        <pc:spChg chg="mod">
          <ac:chgData name="Jiahui Li" userId="19a2ff6015f91662" providerId="LiveId" clId="{9B9A56E2-1C87-4B8D-B890-DABFB84F0238}" dt="2024-12-01T08:58:53.131" v="4" actId="1076"/>
          <ac:spMkLst>
            <pc:docMk/>
            <pc:sldMk cId="729403137" sldId="271"/>
            <ac:spMk id="148" creationId="{E9DC4748-8B6B-C037-B932-6A854B758F4B}"/>
          </ac:spMkLst>
        </pc:spChg>
        <pc:grpChg chg="add del mod">
          <ac:chgData name="Jiahui Li" userId="19a2ff6015f91662" providerId="LiveId" clId="{9B9A56E2-1C87-4B8D-B890-DABFB84F0238}" dt="2024-12-01T08:59:02.292" v="5" actId="478"/>
          <ac:grpSpMkLst>
            <pc:docMk/>
            <pc:sldMk cId="729403137" sldId="271"/>
            <ac:grpSpMk id="4" creationId="{B4976008-3DC9-22B8-21EA-B02CF28EA10A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7" creationId="{873D0EA2-0238-6504-E4E8-9A3271C06FD2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04" creationId="{54359E5D-6745-611E-DE1B-2CCCD5F6F237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06" creationId="{35022B25-BA2E-B7E1-3412-9DB2618858A7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07" creationId="{3E259D5D-FD35-28A5-AD06-B17235BF6F5A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10" creationId="{F3BC0B53-AFED-CC90-9B9B-31F2BC957C4C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15" creationId="{4FEF7DA4-2149-EDB5-1E61-9BEECFC783A5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16" creationId="{D72BAFE5-1F73-01F9-A017-5CC157676AA4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17" creationId="{A43E1537-5B1F-F282-BD4D-56B6B903BCFE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20" creationId="{FCA96A1B-095B-3DDA-8720-CCA3E54D7D9B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29" creationId="{715D026D-379E-58EC-AE96-47AB3F2412EC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34" creationId="{73FF8EFB-E6A5-2F50-7D95-280CFC5573A7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43" creationId="{186663DC-856D-734E-AD38-A6D95EED88FD}"/>
          </ac:grpSpMkLst>
        </pc:grpChg>
        <pc:grpChg chg="mod">
          <ac:chgData name="Jiahui Li" userId="19a2ff6015f91662" providerId="LiveId" clId="{9B9A56E2-1C87-4B8D-B890-DABFB84F0238}" dt="2024-12-01T08:58:53.131" v="4" actId="1076"/>
          <ac:grpSpMkLst>
            <pc:docMk/>
            <pc:sldMk cId="729403137" sldId="271"/>
            <ac:grpSpMk id="144" creationId="{5F962E82-141E-4BB8-3D02-BDA2A4774467}"/>
          </ac:grpSpMkLst>
        </pc:grp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9" creationId="{06606415-300C-DE8E-F4CF-F04FF0EA1303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1" creationId="{D3018D5B-BE2F-F12C-E6B1-C0BF2A8E47D4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" creationId="{9C4104D1-4880-9F07-4B63-2A3A59496BC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" creationId="{B6FF67D3-CEB4-60AD-C47F-CC0BF5A81205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4" creationId="{81BD48D8-5486-EBEA-B548-29FA0D7EBA5E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29" creationId="{82D17FD0-BB9E-F765-38C2-A8A833BDCCE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0" creationId="{5276E647-2C64-3487-0FB5-4B83DB62A361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1" creationId="{002D3A3C-4796-B89A-43DE-8692C3E178C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2" creationId="{C449CE3E-9607-40FC-E744-93E53B1B911C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3" creationId="{457E4C59-C878-DB38-689C-E7B2382C86DD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4" creationId="{84B490C9-F3C7-DAB1-1A70-4D27AB0AA375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5" creationId="{09D1794C-C015-3027-8B71-DBE09CDF300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6" creationId="{FA01936E-C8BB-8DA7-A132-97C70CD17431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7" creationId="{F907DEA5-99EF-341E-4FA0-D3AC2690D54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8" creationId="{183095AA-ACFF-0E96-4546-CAD6686A4A37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39" creationId="{BC7F093A-2928-94C9-60D9-C342A60813B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0" creationId="{11678C2C-C615-6EA1-350E-8F0E8973B0D8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1" creationId="{6159AA6F-F0F7-F694-B3A9-65AF4E1643F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2" creationId="{932F9B7F-FA54-AF7B-146E-CB258F86604C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3" creationId="{D8728C89-6F4F-A6F3-D7F9-B98FD1F7FCE1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4" creationId="{EE66DC29-85DD-80CB-0310-1A959C707390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5" creationId="{93D4B7B4-B3D9-3FF7-651A-43C7F4499427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6" creationId="{B967D6FB-F7F2-CD6A-B0BB-4AEBFA3B677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7" creationId="{68609009-32A1-1B2C-5DEC-E00D30E10493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8" creationId="{729CD6A5-BF01-EFB0-3869-5C56DD937088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49" creationId="{910C2222-590B-C373-28B5-87AF42B3097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0" creationId="{02960162-D59F-BB31-2DCC-7EECB0B62E9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1" creationId="{DDB72580-3989-182A-43CB-CC597F2BB981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2" creationId="{305CB4BF-04C8-3A6C-B653-EC0A330212DE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3" creationId="{D6CC878A-5B7F-25C0-0E55-CB4FDCB67A55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4" creationId="{27EC65EF-4C1A-13DF-3876-FC05B7D2A96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5" creationId="{DFD05DB6-D962-8101-9A0F-F784A08A255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6" creationId="{108C0ABC-ED72-C1DD-8FDF-D999F89DB29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57" creationId="{5E328395-5150-6A4A-B415-15536C64B23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81" creationId="{EA920C58-C9D0-E2BC-84EA-4EFAA176658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82" creationId="{D19FB326-790F-7B18-FF2E-0826BA818C01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83" creationId="{B39139A8-09DD-7700-E5EC-27B0AFEB7AA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11" creationId="{B74BE3EF-A1E4-301C-7368-9084F0C824C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12" creationId="{CC94443C-63C3-EAFC-2CDE-15611B3EEF48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13" creationId="{CF59AF09-60E9-062C-4562-DD073E85BE7C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14" creationId="{CED9D01D-C273-A66F-FFA0-33529BC82EE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18" creationId="{8EB32AB1-E38F-A845-9E04-8AA89C704F13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19" creationId="{BA384019-DD56-F7C6-544E-84ACB19CC273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1" creationId="{408C86A0-E6C6-6898-B3C4-2047C764C02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2" creationId="{F9750341-F036-E258-2EB0-70404C2DD2A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3" creationId="{540457C3-B6B8-970D-B3B0-8B1B8116279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4" creationId="{62FB655B-B115-7310-CDD6-FEBE09D692F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5" creationId="{D274FD4F-A226-CD9A-682F-972569A72348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6" creationId="{74967AD4-D8FE-A824-DE7C-B0D8D37C48FE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7" creationId="{3504D2DE-E509-89F3-1FB2-B6C645554350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28" creationId="{6A0C895B-B1A1-82A8-D1D1-EA2C539ABF03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0" creationId="{00377AD1-4BF3-0817-7D13-60CB47419B2D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1" creationId="{5F993436-C19B-B734-EB0B-188A9CDE7784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2" creationId="{1D34CBB2-2366-FBFC-00E2-3DFC4DEEAB29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3" creationId="{E3B8685C-266B-F4D0-2BAD-5E4D4174F4D3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5" creationId="{C1A88A6C-052E-F605-73BF-7479D6374001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6" creationId="{F9FE4010-6B77-CD3D-E4DF-5E61A4FB02D0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7" creationId="{8222CA3B-2200-6DAA-0B8A-67B08A4F477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8" creationId="{7A1569C4-661C-D16C-E7DD-3DD733A6DA6E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39" creationId="{4B4E1E82-E075-4539-D5E3-986F7B8CE065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40" creationId="{6C0E1403-FD98-FE2F-D758-8F98DB5D439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41" creationId="{3AEC3197-A9F1-E353-CE0A-AB55EA8CD22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42" creationId="{7A61E048-43EA-4199-88FC-5A32AFA05F4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49" creationId="{15D49349-9C10-C5E0-547F-585E71E6F493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0" creationId="{54ECD617-4A1E-0715-141E-DD2F9DFDF89D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1" creationId="{6274FD14-F31A-93B0-B698-AB24668E6061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2" creationId="{69F5723A-9495-E9E1-39FF-C2D126A7896E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3" creationId="{CBD41645-3F92-C82F-C8F0-1A3375276F97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4" creationId="{9C82EE0C-A1BB-95E3-4094-7FFAC53BC8DF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5" creationId="{C90BBBDA-4413-92A0-C2E8-A655F9704C98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6" creationId="{59EDEC44-B3B2-61BA-6E4F-64521D7AC56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58" creationId="{A54AC7D1-D04C-F9BE-E8F6-BF41612074F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2" creationId="{516FDFEB-9080-7F7B-8AC4-8CCB76135B74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3" creationId="{F92AD5DF-9FA2-8B56-A943-1AACDA54800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4" creationId="{6B1085B6-6EF8-5E66-94EB-C71FCA0C059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5" creationId="{27683EA6-A714-A66E-97CC-7F81C0A6EFC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6" creationId="{EAB12A2D-E6C6-74AA-668F-61B8552AFB89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7" creationId="{88D26648-80F9-D3D1-B507-B5618488880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8" creationId="{EB026E96-A4DE-A215-4E2C-B8F92C63504C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69" creationId="{29884BDF-1D13-789E-DC67-9455DF34CE9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0" creationId="{D738FFD8-83FB-549D-772E-558004630F18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1" creationId="{D193A399-CAC2-F9EE-B1A1-42AC21B950D8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2" creationId="{40CEB7B9-F494-C653-5DF3-D92120985497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3" creationId="{8BEEAA8A-1E1C-4AC0-2CFF-1468E6FC6B3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4" creationId="{B45354A2-89F5-81F1-1386-CBAA85B1AEB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5" creationId="{BD8CB712-52C4-79C6-1CC9-A3F5D215071C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6" creationId="{596D0569-8BBA-E45F-DDD7-4CBA0D6D75D0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7" creationId="{5A978086-19FE-1235-9858-E26BC8BD91AD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8" creationId="{E1E60B36-0F05-2179-231E-4F8B16EAA449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79" creationId="{B58D761E-6E90-D36A-82E3-F05120F64619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80" creationId="{BBF33551-8DA6-D201-0C4E-40DF3C79D574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81" creationId="{A2F357AB-FE97-8792-0CD3-E22D34273682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82" creationId="{A24A7CF9-9725-A0E2-8480-19BB85997036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83" creationId="{3CCB9D4F-7E40-E89D-17EC-262B5C78E7FA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84" creationId="{A7EA2C88-2F0E-1DE8-EACF-F30BE0D7DC15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85" creationId="{84454B2C-7FD8-5977-6B0F-ED4C9F87A27B}"/>
          </ac:picMkLst>
        </pc:picChg>
        <pc:picChg chg="mod">
          <ac:chgData name="Jiahui Li" userId="19a2ff6015f91662" providerId="LiveId" clId="{9B9A56E2-1C87-4B8D-B890-DABFB84F0238}" dt="2024-12-01T08:58:53.131" v="4" actId="1076"/>
          <ac:picMkLst>
            <pc:docMk/>
            <pc:sldMk cId="729403137" sldId="271"/>
            <ac:picMk id="186" creationId="{B05D026C-6ACB-51A6-2261-DE479111CE5F}"/>
          </ac:picMkLst>
        </pc:pic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84" creationId="{82072C63-5D75-05C9-B86C-F1A163BBA511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85" creationId="{04E1684C-925D-9FCB-E58B-A6AC3939D1A1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88" creationId="{2453157C-5DD3-CAA5-0751-1E01BB19F9C7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1" creationId="{2A0BDEA4-740C-8F39-A39F-5405F8AF02CE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2" creationId="{9AE2839F-0A9A-41EC-CEDC-A4D9B110A3A5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3" creationId="{BEF3DE02-AEC9-8A05-680A-5447BC25F08F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4" creationId="{9D12F611-81B3-C0D6-5011-3F06FDF2D2BB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5" creationId="{4EDF0EE6-9665-521F-CDF7-0D544BB93712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6" creationId="{F016A1B1-2D63-9974-DC58-C6203E3E1852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7" creationId="{ED15E36B-6EF2-0980-3960-7AA6222E7CC8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8" creationId="{A5EF595B-E5A5-C36E-EB69-35A9F915096D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99" creationId="{072503DE-9556-B76A-1759-FA8D7F92F93F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100" creationId="{9E0E4957-6CE1-E8F9-0CDE-50635A1A05BA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101" creationId="{6AAA9DC7-40EA-0168-015C-EF13A5A120CF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102" creationId="{B7C57E8A-C50D-D313-779E-A2A5F68EFDCD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157" creationId="{F680B63F-CCBF-4CF4-5CA4-71C6465B8F62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159" creationId="{89530958-51A0-642C-FF1F-A6D750313CDE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160" creationId="{0FA77A25-0300-5A8F-B26F-1B10808D5CFA}"/>
          </ac:cxnSpMkLst>
        </pc:cxnChg>
        <pc:cxnChg chg="mod">
          <ac:chgData name="Jiahui Li" userId="19a2ff6015f91662" providerId="LiveId" clId="{9B9A56E2-1C87-4B8D-B890-DABFB84F0238}" dt="2024-12-01T08:58:53.131" v="4" actId="1076"/>
          <ac:cxnSpMkLst>
            <pc:docMk/>
            <pc:sldMk cId="729403137" sldId="271"/>
            <ac:cxnSpMk id="161" creationId="{B2B06C90-236D-35B1-8081-50EB1C368824}"/>
          </ac:cxnSpMkLst>
        </pc:cxnChg>
      </pc:sldChg>
    </pc:docChg>
  </pc:docChgLst>
  <pc:docChgLst>
    <pc:chgData name="Jiahui Li" userId="19a2ff6015f91662" providerId="LiveId" clId="{F878ED61-40F3-48A5-B1AD-CA7B402F4A7C}"/>
    <pc:docChg chg="undo custSel modSld">
      <pc:chgData name="Jiahui Li" userId="19a2ff6015f91662" providerId="LiveId" clId="{F878ED61-40F3-48A5-B1AD-CA7B402F4A7C}" dt="2024-09-26T12:05:04.246" v="4" actId="478"/>
      <pc:docMkLst>
        <pc:docMk/>
      </pc:docMkLst>
      <pc:sldChg chg="addSp delSp modSp mod">
        <pc:chgData name="Jiahui Li" userId="19a2ff6015f91662" providerId="LiveId" clId="{F878ED61-40F3-48A5-B1AD-CA7B402F4A7C}" dt="2024-09-26T12:05:04.246" v="4" actId="478"/>
        <pc:sldMkLst>
          <pc:docMk/>
          <pc:sldMk cId="3237130801" sldId="270"/>
        </pc:sldMkLst>
        <pc:spChg chg="mod">
          <ac:chgData name="Jiahui Li" userId="19a2ff6015f91662" providerId="LiveId" clId="{F878ED61-40F3-48A5-B1AD-CA7B402F4A7C}" dt="2024-09-26T12:04:32.887" v="3" actId="207"/>
          <ac:spMkLst>
            <pc:docMk/>
            <pc:sldMk cId="3237130801" sldId="270"/>
            <ac:spMk id="1101" creationId="{1C02AE47-5C5A-49EF-A04F-1682BAF17562}"/>
          </ac:spMkLst>
        </pc:spChg>
        <pc:picChg chg="add del mod">
          <ac:chgData name="Jiahui Li" userId="19a2ff6015f91662" providerId="LiveId" clId="{F878ED61-40F3-48A5-B1AD-CA7B402F4A7C}" dt="2024-09-26T12:05:04.246" v="4" actId="478"/>
          <ac:picMkLst>
            <pc:docMk/>
            <pc:sldMk cId="3237130801" sldId="270"/>
            <ac:picMk id="4" creationId="{8AA780E8-EE10-4FC1-8E7E-A594892DCD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image" Target="../media/image31.png"/><Relationship Id="rId39" Type="http://schemas.openxmlformats.org/officeDocument/2006/relationships/image" Target="../media/image7.jpeg"/><Relationship Id="rId21" Type="http://schemas.openxmlformats.org/officeDocument/2006/relationships/tags" Target="../tags/tag22.xml"/><Relationship Id="rId34" Type="http://schemas.openxmlformats.org/officeDocument/2006/relationships/image" Target="../media/image2.png"/><Relationship Id="rId42" Type="http://schemas.openxmlformats.org/officeDocument/2006/relationships/image" Target="../media/image10.png"/><Relationship Id="rId47" Type="http://schemas.openxmlformats.org/officeDocument/2006/relationships/image" Target="../media/image14.png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image" Target="../media/image1.png"/><Relationship Id="rId11" Type="http://schemas.openxmlformats.org/officeDocument/2006/relationships/tags" Target="../tags/tag12.xml"/><Relationship Id="rId24" Type="http://schemas.openxmlformats.org/officeDocument/2006/relationships/slideLayout" Target="../slideLayouts/slideLayout2.xml"/><Relationship Id="rId32" Type="http://schemas.openxmlformats.org/officeDocument/2006/relationships/image" Target="../media/image36.png"/><Relationship Id="rId37" Type="http://schemas.openxmlformats.org/officeDocument/2006/relationships/image" Target="../media/image5.png"/><Relationship Id="rId40" Type="http://schemas.openxmlformats.org/officeDocument/2006/relationships/image" Target="../media/image8.png"/><Relationship Id="rId45" Type="http://schemas.openxmlformats.org/officeDocument/2006/relationships/image" Target="../media/image12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image" Target="../media/image34.png"/><Relationship Id="rId36" Type="http://schemas.openxmlformats.org/officeDocument/2006/relationships/image" Target="../media/image4.png"/><Relationship Id="rId49" Type="http://schemas.openxmlformats.org/officeDocument/2006/relationships/image" Target="../media/image41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35.png"/><Relationship Id="rId44" Type="http://schemas.openxmlformats.org/officeDocument/2006/relationships/image" Target="../media/image11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image" Target="../media/image33.png"/><Relationship Id="rId30" Type="http://schemas.openxmlformats.org/officeDocument/2006/relationships/image" Target="../media/image340.png"/><Relationship Id="rId35" Type="http://schemas.openxmlformats.org/officeDocument/2006/relationships/image" Target="../media/image3.png"/><Relationship Id="rId43" Type="http://schemas.microsoft.com/office/2007/relationships/hdphoto" Target="../media/hdphoto1.wdp"/><Relationship Id="rId48" Type="http://schemas.openxmlformats.org/officeDocument/2006/relationships/image" Target="../media/image40.png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image" Target="../media/image30.png"/><Relationship Id="rId33" Type="http://schemas.openxmlformats.org/officeDocument/2006/relationships/image" Target="../media/image360.png"/><Relationship Id="rId38" Type="http://schemas.openxmlformats.org/officeDocument/2006/relationships/image" Target="../media/image6.png"/><Relationship Id="rId46" Type="http://schemas.openxmlformats.org/officeDocument/2006/relationships/image" Target="../media/image13.png"/><Relationship Id="rId20" Type="http://schemas.openxmlformats.org/officeDocument/2006/relationships/tags" Target="../tags/tag21.xml"/><Relationship Id="rId41" Type="http://schemas.openxmlformats.org/officeDocument/2006/relationships/image" Target="../media/image9.png"/><Relationship Id="rId1" Type="http://schemas.openxmlformats.org/officeDocument/2006/relationships/tags" Target="../tags/tag2.xml"/><Relationship Id="rId6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2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9.emf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png"/><Relationship Id="rId1" Type="http://schemas.openxmlformats.org/officeDocument/2006/relationships/tags" Target="../tags/tag26.xml"/><Relationship Id="rId6" Type="http://schemas.openxmlformats.org/officeDocument/2006/relationships/image" Target="../media/image2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5" Type="http://schemas.openxmlformats.org/officeDocument/2006/relationships/image" Target="../media/image21.emf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14" Type="http://schemas.openxmlformats.org/officeDocument/2006/relationships/image" Target="../media/image2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image" Target="../media/image31.png"/><Relationship Id="rId39" Type="http://schemas.openxmlformats.org/officeDocument/2006/relationships/image" Target="../media/image7.jpeg"/><Relationship Id="rId21" Type="http://schemas.openxmlformats.org/officeDocument/2006/relationships/tags" Target="../tags/tag47.xml"/><Relationship Id="rId34" Type="http://schemas.openxmlformats.org/officeDocument/2006/relationships/image" Target="../media/image2.png"/><Relationship Id="rId42" Type="http://schemas.openxmlformats.org/officeDocument/2006/relationships/image" Target="../media/image10.png"/><Relationship Id="rId47" Type="http://schemas.openxmlformats.org/officeDocument/2006/relationships/image" Target="../media/image14.png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9" Type="http://schemas.openxmlformats.org/officeDocument/2006/relationships/image" Target="../media/image1.png"/><Relationship Id="rId11" Type="http://schemas.openxmlformats.org/officeDocument/2006/relationships/tags" Target="../tags/tag37.xml"/><Relationship Id="rId24" Type="http://schemas.openxmlformats.org/officeDocument/2006/relationships/slideLayout" Target="../slideLayouts/slideLayout2.xml"/><Relationship Id="rId32" Type="http://schemas.openxmlformats.org/officeDocument/2006/relationships/image" Target="../media/image36.png"/><Relationship Id="rId37" Type="http://schemas.openxmlformats.org/officeDocument/2006/relationships/image" Target="../media/image5.png"/><Relationship Id="rId40" Type="http://schemas.openxmlformats.org/officeDocument/2006/relationships/image" Target="../media/image8.png"/><Relationship Id="rId45" Type="http://schemas.openxmlformats.org/officeDocument/2006/relationships/image" Target="../media/image12.png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image" Target="../media/image34.png"/><Relationship Id="rId36" Type="http://schemas.openxmlformats.org/officeDocument/2006/relationships/image" Target="../media/image4.png"/><Relationship Id="rId49" Type="http://schemas.openxmlformats.org/officeDocument/2006/relationships/image" Target="../media/image41.png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31" Type="http://schemas.openxmlformats.org/officeDocument/2006/relationships/image" Target="../media/image35.png"/><Relationship Id="rId44" Type="http://schemas.openxmlformats.org/officeDocument/2006/relationships/image" Target="../media/image11.png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image" Target="../media/image33.png"/><Relationship Id="rId30" Type="http://schemas.openxmlformats.org/officeDocument/2006/relationships/image" Target="../media/image340.png"/><Relationship Id="rId35" Type="http://schemas.openxmlformats.org/officeDocument/2006/relationships/image" Target="../media/image3.png"/><Relationship Id="rId43" Type="http://schemas.microsoft.com/office/2007/relationships/hdphoto" Target="../media/hdphoto1.wdp"/><Relationship Id="rId48" Type="http://schemas.openxmlformats.org/officeDocument/2006/relationships/image" Target="../media/image40.png"/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image" Target="../media/image30.png"/><Relationship Id="rId33" Type="http://schemas.openxmlformats.org/officeDocument/2006/relationships/image" Target="../media/image360.png"/><Relationship Id="rId38" Type="http://schemas.openxmlformats.org/officeDocument/2006/relationships/image" Target="../media/image6.png"/><Relationship Id="rId46" Type="http://schemas.openxmlformats.org/officeDocument/2006/relationships/image" Target="../media/image13.png"/><Relationship Id="rId20" Type="http://schemas.openxmlformats.org/officeDocument/2006/relationships/tags" Target="../tags/tag46.xml"/><Relationship Id="rId41" Type="http://schemas.openxmlformats.org/officeDocument/2006/relationships/image" Target="../media/image9.png"/><Relationship Id="rId1" Type="http://schemas.openxmlformats.org/officeDocument/2006/relationships/tags" Target="../tags/tag27.xml"/><Relationship Id="rId6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018FF0D-67BF-4C4A-AF78-ABB9C7512FFB}"/>
              </a:ext>
            </a:extLst>
          </p:cNvPr>
          <p:cNvSpPr/>
          <p:nvPr/>
        </p:nvSpPr>
        <p:spPr>
          <a:xfrm>
            <a:off x="4556530" y="745678"/>
            <a:ext cx="4005720" cy="5321719"/>
          </a:xfrm>
          <a:prstGeom prst="roundRect">
            <a:avLst>
              <a:gd name="adj" fmla="val 3632"/>
            </a:avLst>
          </a:prstGeom>
          <a:solidFill>
            <a:srgbClr val="E3F4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8" name="矩形 1147">
            <a:extLst>
              <a:ext uri="{FF2B5EF4-FFF2-40B4-BE49-F238E27FC236}">
                <a16:creationId xmlns:a16="http://schemas.microsoft.com/office/drawing/2014/main" id="{7CD17DAD-BAA3-4D25-988A-4E7F073F545A}"/>
              </a:ext>
            </a:extLst>
          </p:cNvPr>
          <p:cNvSpPr/>
          <p:nvPr/>
        </p:nvSpPr>
        <p:spPr>
          <a:xfrm>
            <a:off x="8725731" y="1420621"/>
            <a:ext cx="1810933" cy="156848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1" name="矩形: 圆角 1110">
            <a:extLst>
              <a:ext uri="{FF2B5EF4-FFF2-40B4-BE49-F238E27FC236}">
                <a16:creationId xmlns:a16="http://schemas.microsoft.com/office/drawing/2014/main" id="{126D56F0-3CB2-42A7-995B-C0D2E066A436}"/>
              </a:ext>
            </a:extLst>
          </p:cNvPr>
          <p:cNvSpPr/>
          <p:nvPr/>
        </p:nvSpPr>
        <p:spPr>
          <a:xfrm>
            <a:off x="8805458" y="4720816"/>
            <a:ext cx="1693947" cy="1367240"/>
          </a:xfrm>
          <a:prstGeom prst="roundRect">
            <a:avLst>
              <a:gd name="adj" fmla="val 9549"/>
            </a:avLst>
          </a:prstGeom>
          <a:solidFill>
            <a:srgbClr val="E5E0F8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: 圆角 1100">
            <a:extLst>
              <a:ext uri="{FF2B5EF4-FFF2-40B4-BE49-F238E27FC236}">
                <a16:creationId xmlns:a16="http://schemas.microsoft.com/office/drawing/2014/main" id="{1C02AE47-5C5A-49EF-A04F-1682BAF17562}"/>
              </a:ext>
            </a:extLst>
          </p:cNvPr>
          <p:cNvSpPr/>
          <p:nvPr/>
        </p:nvSpPr>
        <p:spPr>
          <a:xfrm>
            <a:off x="8813038" y="3183068"/>
            <a:ext cx="1686367" cy="1355573"/>
          </a:xfrm>
          <a:prstGeom prst="roundRect">
            <a:avLst>
              <a:gd name="adj" fmla="val 9549"/>
            </a:avLst>
          </a:prstGeom>
          <a:solidFill>
            <a:srgbClr val="E5E0F8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5" name="矩形: 圆角 1094">
            <a:extLst>
              <a:ext uri="{FF2B5EF4-FFF2-40B4-BE49-F238E27FC236}">
                <a16:creationId xmlns:a16="http://schemas.microsoft.com/office/drawing/2014/main" id="{1BF8AFD6-AFEB-420B-9816-630CBBD1354A}"/>
              </a:ext>
            </a:extLst>
          </p:cNvPr>
          <p:cNvSpPr/>
          <p:nvPr/>
        </p:nvSpPr>
        <p:spPr>
          <a:xfrm>
            <a:off x="4756801" y="1210628"/>
            <a:ext cx="1044074" cy="1428715"/>
          </a:xfrm>
          <a:prstGeom prst="roundRect">
            <a:avLst>
              <a:gd name="adj" fmla="val 9549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9712FB82-D613-4AAC-B333-FBFF2C2C3DBD}"/>
              </a:ext>
            </a:extLst>
          </p:cNvPr>
          <p:cNvCxnSpPr>
            <a:cxnSpLocks/>
          </p:cNvCxnSpPr>
          <p:nvPr/>
        </p:nvCxnSpPr>
        <p:spPr>
          <a:xfrm flipV="1">
            <a:off x="7471491" y="5231298"/>
            <a:ext cx="259895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1F3F7992-2B0D-4E59-B9DD-5DF025CF8E6F}"/>
              </a:ext>
            </a:extLst>
          </p:cNvPr>
          <p:cNvCxnSpPr>
            <a:cxnSpLocks/>
          </p:cNvCxnSpPr>
          <p:nvPr/>
        </p:nvCxnSpPr>
        <p:spPr>
          <a:xfrm flipV="1">
            <a:off x="5623984" y="5231298"/>
            <a:ext cx="297227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28CEC3D-40F4-43A7-BDF3-E3146C818319}"/>
              </a:ext>
            </a:extLst>
          </p:cNvPr>
          <p:cNvGrpSpPr/>
          <p:nvPr/>
        </p:nvGrpSpPr>
        <p:grpSpPr>
          <a:xfrm>
            <a:off x="2822243" y="3162409"/>
            <a:ext cx="1434781" cy="594754"/>
            <a:chOff x="6883401" y="5458105"/>
            <a:chExt cx="2692399" cy="888999"/>
          </a:xfrm>
          <a:solidFill>
            <a:srgbClr val="BB6B57">
              <a:alpha val="86000"/>
            </a:srgbClr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7505C65-DD6A-4FD9-9292-0064228BB269}"/>
                </a:ext>
              </a:extLst>
            </p:cNvPr>
            <p:cNvSpPr/>
            <p:nvPr/>
          </p:nvSpPr>
          <p:spPr>
            <a:xfrm>
              <a:off x="7188200" y="572480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27AD60D-7357-42BD-9E7E-368254EDF1B6}"/>
                </a:ext>
              </a:extLst>
            </p:cNvPr>
            <p:cNvSpPr/>
            <p:nvPr/>
          </p:nvSpPr>
          <p:spPr>
            <a:xfrm>
              <a:off x="7035800" y="559145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F5909674-D06A-4516-97F9-3D63D1F44113}"/>
                    </a:ext>
                  </a:extLst>
                </p:cNvPr>
                <p:cNvSpPr/>
                <p:nvPr/>
              </p:nvSpPr>
              <p:spPr>
                <a:xfrm>
                  <a:off x="6883401" y="5458105"/>
                  <a:ext cx="2387600" cy="622301"/>
                </a:xfrm>
                <a:prstGeom prst="rect">
                  <a:avLst/>
                </a:prstGeom>
                <a:grpFill/>
                <a:ln w="19050">
                  <a:solidFill>
                    <a:srgbClr val="93323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dirty="0">
                    <a:ln w="3175">
                      <a:noFill/>
                    </a:ln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F5909674-D06A-4516-97F9-3D63D1F441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401" y="5458105"/>
                  <a:ext cx="2387600" cy="62230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19050">
                  <a:solidFill>
                    <a:srgbClr val="93323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DD018E0B-78CE-4B4F-AD76-DCD05FF34DDC}"/>
                  </a:ext>
                </a:extLst>
              </p:cNvPr>
              <p:cNvSpPr/>
              <p:nvPr/>
            </p:nvSpPr>
            <p:spPr>
              <a:xfrm>
                <a:off x="4921948" y="1658740"/>
                <a:ext cx="702048" cy="2533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DD018E0B-78CE-4B4F-AD76-DCD05FF34D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48" y="1658740"/>
                <a:ext cx="702048" cy="2533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AA344FE-7557-477D-BFEB-C49253E39B3B}"/>
                  </a:ext>
                </a:extLst>
              </p:cNvPr>
              <p:cNvSpPr/>
              <p:nvPr/>
            </p:nvSpPr>
            <p:spPr>
              <a:xfrm>
                <a:off x="4925787" y="2235389"/>
                <a:ext cx="709875" cy="25620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n>
                    <a:noFill/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AA344FE-7557-477D-BFEB-C49253E39B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787" y="2235389"/>
                <a:ext cx="709875" cy="25620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9D54FCF-A491-4D88-907E-D860AFF6B9FE}"/>
                  </a:ext>
                </a:extLst>
              </p:cNvPr>
              <p:cNvSpPr txBox="1"/>
              <p:nvPr/>
            </p:nvSpPr>
            <p:spPr>
              <a:xfrm>
                <a:off x="4833954" y="1243481"/>
                <a:ext cx="9118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9D54FCF-A491-4D88-907E-D860AFF6B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954" y="1243481"/>
                <a:ext cx="911811" cy="338554"/>
              </a:xfrm>
              <a:prstGeom prst="rect">
                <a:avLst/>
              </a:prstGeom>
              <a:blipFill>
                <a:blip r:embed="rId2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ECA90B73-5AF7-4B38-9E3B-E28E609D245E}"/>
              </a:ext>
            </a:extLst>
          </p:cNvPr>
          <p:cNvCxnSpPr>
            <a:cxnSpLocks/>
          </p:cNvCxnSpPr>
          <p:nvPr/>
        </p:nvCxnSpPr>
        <p:spPr>
          <a:xfrm flipV="1">
            <a:off x="3517494" y="3768386"/>
            <a:ext cx="0" cy="11288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>
            <a:extLst>
              <a:ext uri="{FF2B5EF4-FFF2-40B4-BE49-F238E27FC236}">
                <a16:creationId xmlns:a16="http://schemas.microsoft.com/office/drawing/2014/main" id="{A2E2E6CC-356B-4E20-96EF-DDC4139E6900}"/>
              </a:ext>
            </a:extLst>
          </p:cNvPr>
          <p:cNvSpPr txBox="1"/>
          <p:nvPr/>
        </p:nvSpPr>
        <p:spPr>
          <a:xfrm>
            <a:off x="3478142" y="4156764"/>
            <a:ext cx="1242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Sample transitions from replay buffer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0ECA95-0B23-4665-98A3-5C06000BE974}"/>
              </a:ext>
            </a:extLst>
          </p:cNvPr>
          <p:cNvSpPr/>
          <p:nvPr/>
        </p:nvSpPr>
        <p:spPr>
          <a:xfrm>
            <a:off x="4688048" y="3287497"/>
            <a:ext cx="892168" cy="271477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E28AAE-283D-4333-943E-7861D0DF695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5129220" y="3558974"/>
            <a:ext cx="4912" cy="2358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D86A76E9-9D48-4630-8627-38FE55663D2B}"/>
              </a:ext>
            </a:extLst>
          </p:cNvPr>
          <p:cNvSpPr txBox="1"/>
          <p:nvPr/>
        </p:nvSpPr>
        <p:spPr>
          <a:xfrm>
            <a:off x="5890164" y="5243199"/>
            <a:ext cx="68217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</a:p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F3E973E8-6F8A-4D80-8F62-0042395CB5B1}"/>
              </a:ext>
            </a:extLst>
          </p:cNvPr>
          <p:cNvSpPr txBox="1"/>
          <p:nvPr/>
        </p:nvSpPr>
        <p:spPr>
          <a:xfrm>
            <a:off x="7758520" y="5274891"/>
            <a:ext cx="74662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</a:p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010A183D-D9FE-490E-AA60-E0B32C383E5D}"/>
              </a:ext>
            </a:extLst>
          </p:cNvPr>
          <p:cNvSpPr/>
          <p:nvPr/>
        </p:nvSpPr>
        <p:spPr>
          <a:xfrm>
            <a:off x="6470847" y="3293167"/>
            <a:ext cx="902167" cy="264993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1" name="连接符: 肘形 310">
            <a:extLst>
              <a:ext uri="{FF2B5EF4-FFF2-40B4-BE49-F238E27FC236}">
                <a16:creationId xmlns:a16="http://schemas.microsoft.com/office/drawing/2014/main" id="{22ED641A-85D3-4357-85F9-35F72F8EFF29}"/>
              </a:ext>
            </a:extLst>
          </p:cNvPr>
          <p:cNvCxnSpPr>
            <a:cxnSpLocks/>
            <a:stCxn id="298" idx="0"/>
            <a:endCxn id="313" idx="2"/>
          </p:cNvCxnSpPr>
          <p:nvPr/>
        </p:nvCxnSpPr>
        <p:spPr>
          <a:xfrm rot="5400000" flipH="1" flipV="1">
            <a:off x="6285844" y="3230378"/>
            <a:ext cx="308305" cy="9638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连接符: 肘形 321">
            <a:extLst>
              <a:ext uri="{FF2B5EF4-FFF2-40B4-BE49-F238E27FC236}">
                <a16:creationId xmlns:a16="http://schemas.microsoft.com/office/drawing/2014/main" id="{E772327F-F1AD-4369-811C-D01D18E902AE}"/>
              </a:ext>
            </a:extLst>
          </p:cNvPr>
          <p:cNvCxnSpPr>
            <a:cxnSpLocks/>
            <a:stCxn id="990" idx="0"/>
          </p:cNvCxnSpPr>
          <p:nvPr/>
        </p:nvCxnSpPr>
        <p:spPr>
          <a:xfrm rot="16200000" flipV="1">
            <a:off x="7294210" y="3338022"/>
            <a:ext cx="178434" cy="930763"/>
          </a:xfrm>
          <a:prstGeom prst="bentConnector2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B16B1EBF-61E8-411F-91A0-B64DD644D671}"/>
              </a:ext>
            </a:extLst>
          </p:cNvPr>
          <p:cNvCxnSpPr>
            <a:cxnSpLocks/>
          </p:cNvCxnSpPr>
          <p:nvPr/>
        </p:nvCxnSpPr>
        <p:spPr>
          <a:xfrm>
            <a:off x="5129220" y="5669101"/>
            <a:ext cx="18869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5F5C2BAA-2B33-47E0-AC97-6281963C7234}"/>
              </a:ext>
            </a:extLst>
          </p:cNvPr>
          <p:cNvCxnSpPr>
            <a:cxnSpLocks/>
          </p:cNvCxnSpPr>
          <p:nvPr/>
        </p:nvCxnSpPr>
        <p:spPr>
          <a:xfrm flipV="1">
            <a:off x="5133574" y="5524231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ECF9B894-D08C-4930-8C2D-A8B19D9BD6D7}"/>
              </a:ext>
            </a:extLst>
          </p:cNvPr>
          <p:cNvCxnSpPr>
            <a:cxnSpLocks/>
          </p:cNvCxnSpPr>
          <p:nvPr/>
        </p:nvCxnSpPr>
        <p:spPr>
          <a:xfrm flipV="1">
            <a:off x="7011362" y="5521643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连接符: 肘形 349">
            <a:extLst>
              <a:ext uri="{FF2B5EF4-FFF2-40B4-BE49-F238E27FC236}">
                <a16:creationId xmlns:a16="http://schemas.microsoft.com/office/drawing/2014/main" id="{AD926929-B8A3-4928-B662-4CC7DFB82B79}"/>
              </a:ext>
            </a:extLst>
          </p:cNvPr>
          <p:cNvCxnSpPr>
            <a:cxnSpLocks/>
            <a:stCxn id="313" idx="0"/>
          </p:cNvCxnSpPr>
          <p:nvPr/>
        </p:nvCxnSpPr>
        <p:spPr>
          <a:xfrm rot="16200000" flipH="1">
            <a:off x="6389798" y="3825299"/>
            <a:ext cx="2548029" cy="1483764"/>
          </a:xfrm>
          <a:prstGeom prst="bentConnector3">
            <a:avLst>
              <a:gd name="adj1" fmla="val -897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A72FC778-03AE-423C-8D18-35250E74A97B}"/>
              </a:ext>
            </a:extLst>
          </p:cNvPr>
          <p:cNvCxnSpPr>
            <a:cxnSpLocks/>
          </p:cNvCxnSpPr>
          <p:nvPr/>
        </p:nvCxnSpPr>
        <p:spPr>
          <a:xfrm rot="10800000">
            <a:off x="6072672" y="5671276"/>
            <a:ext cx="2326936" cy="169921"/>
          </a:xfrm>
          <a:prstGeom prst="bentConnector3">
            <a:avLst>
              <a:gd name="adj1" fmla="val 9871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连接符: 肘形 372">
            <a:extLst>
              <a:ext uri="{FF2B5EF4-FFF2-40B4-BE49-F238E27FC236}">
                <a16:creationId xmlns:a16="http://schemas.microsoft.com/office/drawing/2014/main" id="{2604C5D5-1CDD-468D-9B3E-0DEF935646F9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257024" y="3548999"/>
            <a:ext cx="367229" cy="230145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文本框 434">
            <a:extLst>
              <a:ext uri="{FF2B5EF4-FFF2-40B4-BE49-F238E27FC236}">
                <a16:creationId xmlns:a16="http://schemas.microsoft.com/office/drawing/2014/main" id="{407CB25C-8DAE-44D7-9371-7A94B6B6B7C3}"/>
              </a:ext>
            </a:extLst>
          </p:cNvPr>
          <p:cNvSpPr txBox="1"/>
          <p:nvPr/>
        </p:nvSpPr>
        <p:spPr>
          <a:xfrm>
            <a:off x="4740839" y="3036386"/>
            <a:ext cx="1557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Gradient descent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96698C11-1416-41E5-A9A3-8F5B5A7ECECA}"/>
              </a:ext>
            </a:extLst>
          </p:cNvPr>
          <p:cNvSpPr txBox="1"/>
          <p:nvPr/>
        </p:nvSpPr>
        <p:spPr>
          <a:xfrm>
            <a:off x="7073515" y="3049926"/>
            <a:ext cx="1562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Gradient descent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72" name="组合 1171">
            <a:extLst>
              <a:ext uri="{FF2B5EF4-FFF2-40B4-BE49-F238E27FC236}">
                <a16:creationId xmlns:a16="http://schemas.microsoft.com/office/drawing/2014/main" id="{00456A3F-7B50-4727-A6C4-618229887536}"/>
              </a:ext>
            </a:extLst>
          </p:cNvPr>
          <p:cNvGrpSpPr/>
          <p:nvPr/>
        </p:nvGrpSpPr>
        <p:grpSpPr>
          <a:xfrm>
            <a:off x="2126600" y="4189414"/>
            <a:ext cx="1168595" cy="523220"/>
            <a:chOff x="-533025" y="3725835"/>
            <a:chExt cx="1168595" cy="523220"/>
          </a:xfrm>
        </p:grpSpPr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EBE42E87-1D49-4376-8144-AF7341297A37}"/>
                </a:ext>
              </a:extLst>
            </p:cNvPr>
            <p:cNvSpPr/>
            <p:nvPr/>
          </p:nvSpPr>
          <p:spPr>
            <a:xfrm>
              <a:off x="-533025" y="3732274"/>
              <a:ext cx="1109486" cy="4904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9" name="文本框 428">
              <a:extLst>
                <a:ext uri="{FF2B5EF4-FFF2-40B4-BE49-F238E27FC236}">
                  <a16:creationId xmlns:a16="http://schemas.microsoft.com/office/drawing/2014/main" id="{427B2469-BD5A-4140-827D-3470BA3B1B7E}"/>
                </a:ext>
              </a:extLst>
            </p:cNvPr>
            <p:cNvSpPr txBox="1"/>
            <p:nvPr/>
          </p:nvSpPr>
          <p:spPr>
            <a:xfrm>
              <a:off x="-176018" y="3725835"/>
              <a:ext cx="8115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Reward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function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53025229-1BC5-4531-823E-6A7F55945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-491335" y="3770811"/>
              <a:ext cx="407078" cy="407078"/>
            </a:xfrm>
            <a:prstGeom prst="rect">
              <a:avLst/>
            </a:prstGeom>
            <a:effectLst>
              <a:outerShdw blurRad="25400" dist="38100" dir="2700000" sx="92000" sy="92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019B2B4E-ED64-4EC6-A7F6-7D87FDE87363}"/>
                  </a:ext>
                </a:extLst>
              </p:cNvPr>
              <p:cNvSpPr/>
              <p:nvPr/>
            </p:nvSpPr>
            <p:spPr>
              <a:xfrm>
                <a:off x="7728180" y="1665162"/>
                <a:ext cx="779903" cy="221363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019B2B4E-ED64-4EC6-A7F6-7D87FDE87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180" y="1665162"/>
                <a:ext cx="779903" cy="22136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8DE1787-6766-40A6-84CC-63E44568B317}"/>
                  </a:ext>
                </a:extLst>
              </p:cNvPr>
              <p:cNvSpPr/>
              <p:nvPr/>
            </p:nvSpPr>
            <p:spPr>
              <a:xfrm>
                <a:off x="7725709" y="1950336"/>
                <a:ext cx="787052" cy="223392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n>
                    <a:noFill/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8DE1787-6766-40A6-84CC-63E44568B3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709" y="1950336"/>
                <a:ext cx="787052" cy="22339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B98BAC2B-8471-44D4-B113-3E3F1B682A11}"/>
                  </a:ext>
                </a:extLst>
              </p:cNvPr>
              <p:cNvSpPr txBox="1"/>
              <p:nvPr/>
            </p:nvSpPr>
            <p:spPr>
              <a:xfrm>
                <a:off x="7597065" y="1305993"/>
                <a:ext cx="10695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843C0C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rgbClr val="843C0C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1400" b="1">
                            <a:solidFill>
                              <a:srgbClr val="843C0C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400" b="1">
                            <a:solidFill>
                              <a:srgbClr val="843C0C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sz="1400" b="1" dirty="0">
                  <a:solidFill>
                    <a:srgbClr val="843C0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B98BAC2B-8471-44D4-B113-3E3F1B682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065" y="1305993"/>
                <a:ext cx="1069532" cy="307777"/>
              </a:xfrm>
              <a:prstGeom prst="rect">
                <a:avLst/>
              </a:prstGeom>
              <a:blipFill>
                <a:blip r:embed="rId32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A1ACD654-68C7-48DD-9B82-C2828B8B0843}"/>
                  </a:ext>
                </a:extLst>
              </p:cNvPr>
              <p:cNvSpPr/>
              <p:nvPr/>
            </p:nvSpPr>
            <p:spPr>
              <a:xfrm>
                <a:off x="7728182" y="2249159"/>
                <a:ext cx="780412" cy="24170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n>
                    <a:noFill/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A1ACD654-68C7-48DD-9B82-C2828B8B0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182" y="2249159"/>
                <a:ext cx="780412" cy="24170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0" name="图片 459">
            <a:extLst>
              <a:ext uri="{FF2B5EF4-FFF2-40B4-BE49-F238E27FC236}">
                <a16:creationId xmlns:a16="http://schemas.microsoft.com/office/drawing/2014/main" id="{35ADAF99-553D-4BE3-BF8F-D32ECB1603B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611889" y="3884901"/>
            <a:ext cx="471663" cy="471663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7DABCC73-11CC-4845-90B1-44BFC0C478E4}"/>
              </a:ext>
            </a:extLst>
          </p:cNvPr>
          <p:cNvGrpSpPr/>
          <p:nvPr/>
        </p:nvGrpSpPr>
        <p:grpSpPr>
          <a:xfrm>
            <a:off x="1308293" y="1056740"/>
            <a:ext cx="2920485" cy="2006850"/>
            <a:chOff x="1734990" y="1467361"/>
            <a:chExt cx="2665817" cy="200685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F1733DF-C45A-4268-9A33-C113E5F21CF5}"/>
                </a:ext>
              </a:extLst>
            </p:cNvPr>
            <p:cNvSpPr/>
            <p:nvPr/>
          </p:nvSpPr>
          <p:spPr>
            <a:xfrm>
              <a:off x="1734990" y="1505648"/>
              <a:ext cx="2665817" cy="1968563"/>
            </a:xfrm>
            <a:prstGeom prst="roundRect">
              <a:avLst>
                <a:gd name="adj" fmla="val 4205"/>
              </a:avLst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4EEA883-BB7C-4D6A-9784-5AA4A4EB4260}"/>
                </a:ext>
              </a:extLst>
            </p:cNvPr>
            <p:cNvSpPr txBox="1"/>
            <p:nvPr/>
          </p:nvSpPr>
          <p:spPr>
            <a:xfrm>
              <a:off x="2231571" y="1467361"/>
              <a:ext cx="16395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Environment</a:t>
              </a:r>
              <a:endParaRPr lang="zh-CN" altLang="en-US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43448BB2-9857-4CC0-BCAD-0D67E42C1B04}"/>
                </a:ext>
              </a:extLst>
            </p:cNvPr>
            <p:cNvGrpSpPr/>
            <p:nvPr/>
          </p:nvGrpSpPr>
          <p:grpSpPr>
            <a:xfrm>
              <a:off x="1770477" y="1710148"/>
              <a:ext cx="2594111" cy="1627629"/>
              <a:chOff x="2028944" y="502436"/>
              <a:chExt cx="8106575" cy="5457401"/>
            </a:xfrm>
          </p:grpSpPr>
          <p:sp>
            <p:nvSpPr>
              <p:cNvPr id="264" name="平行四边形 263">
                <a:extLst>
                  <a:ext uri="{FF2B5EF4-FFF2-40B4-BE49-F238E27FC236}">
                    <a16:creationId xmlns:a16="http://schemas.microsoft.com/office/drawing/2014/main" id="{66A9B19E-A386-4352-A941-594568FC3EFF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2028944" y="3246683"/>
                <a:ext cx="8097631" cy="2710836"/>
              </a:xfrm>
              <a:prstGeom prst="parallelogram">
                <a:avLst>
                  <a:gd name="adj" fmla="val 59997"/>
                </a:avLst>
              </a:prstGeom>
              <a:solidFill>
                <a:srgbClr val="F7C787"/>
              </a:solidFill>
              <a:ln>
                <a:noFill/>
                <a:prstDash val="dash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6" name="图片 265">
                <a:extLst>
                  <a:ext uri="{FF2B5EF4-FFF2-40B4-BE49-F238E27FC236}">
                    <a16:creationId xmlns:a16="http://schemas.microsoft.com/office/drawing/2014/main" id="{DF5E0286-0002-4D71-B291-32DD7AD147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6763987" y="2827470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67" name="平行四边形 266">
                <a:extLst>
                  <a:ext uri="{FF2B5EF4-FFF2-40B4-BE49-F238E27FC236}">
                    <a16:creationId xmlns:a16="http://schemas.microsoft.com/office/drawing/2014/main" id="{6A5C0611-EC2C-494D-B3D7-5648BC6F9912}"/>
                  </a:ext>
                </a:extLst>
              </p:cNvPr>
              <p:cNvSpPr/>
              <p:nvPr/>
            </p:nvSpPr>
            <p:spPr>
              <a:xfrm>
                <a:off x="3410529" y="3425016"/>
                <a:ext cx="6605575" cy="229543"/>
              </a:xfrm>
              <a:prstGeom prst="parallelogram">
                <a:avLst>
                  <a:gd name="adj" fmla="val 57763"/>
                </a:avLst>
              </a:prstGeom>
              <a:solidFill>
                <a:srgbClr val="3189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8" name="图片 267">
                <a:extLst>
                  <a:ext uri="{FF2B5EF4-FFF2-40B4-BE49-F238E27FC236}">
                    <a16:creationId xmlns:a16="http://schemas.microsoft.com/office/drawing/2014/main" id="{A96E32D3-55FA-4004-AF58-688615FFBF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6">
                <a:alphaModFix amt="35000"/>
              </a:blip>
              <a:srcRect l="8759" t="11567" r="8899" b="11165"/>
              <a:stretch/>
            </p:blipFill>
            <p:spPr>
              <a:xfrm>
                <a:off x="3348611" y="502436"/>
                <a:ext cx="4269288" cy="3205627"/>
              </a:xfrm>
              <a:prstGeom prst="rect">
                <a:avLst/>
              </a:prstGeom>
            </p:spPr>
          </p:pic>
          <p:pic>
            <p:nvPicPr>
              <p:cNvPr id="272" name="图片 271">
                <a:extLst>
                  <a:ext uri="{FF2B5EF4-FFF2-40B4-BE49-F238E27FC236}">
                    <a16:creationId xmlns:a16="http://schemas.microsoft.com/office/drawing/2014/main" id="{EFDA8FE7-CA55-4774-8474-7CC153BD25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52260" y="372087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274" name="图片 273">
                <a:extLst>
                  <a:ext uri="{FF2B5EF4-FFF2-40B4-BE49-F238E27FC236}">
                    <a16:creationId xmlns:a16="http://schemas.microsoft.com/office/drawing/2014/main" id="{ACF19C03-B7EF-4EDE-B8FC-25A338E6D3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2613530" y="5354991"/>
                <a:ext cx="486060" cy="51005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75" name="图片 274">
                <a:extLst>
                  <a:ext uri="{FF2B5EF4-FFF2-40B4-BE49-F238E27FC236}">
                    <a16:creationId xmlns:a16="http://schemas.microsoft.com/office/drawing/2014/main" id="{CB7E317A-2B20-441B-9D7F-D2DD4B8217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7162040" y="2713373"/>
                <a:ext cx="593770" cy="609112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sp>
            <p:nvSpPr>
              <p:cNvPr id="276" name="任意多边形: 形状 275">
                <a:extLst>
                  <a:ext uri="{FF2B5EF4-FFF2-40B4-BE49-F238E27FC236}">
                    <a16:creationId xmlns:a16="http://schemas.microsoft.com/office/drawing/2014/main" id="{F20B52EE-A5F4-43B3-AC8A-3EC3D9CA187F}"/>
                  </a:ext>
                </a:extLst>
              </p:cNvPr>
              <p:cNvSpPr/>
              <p:nvPr/>
            </p:nvSpPr>
            <p:spPr>
              <a:xfrm>
                <a:off x="6636040" y="5126345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" name="任意多边形: 形状 276">
                <a:extLst>
                  <a:ext uri="{FF2B5EF4-FFF2-40B4-BE49-F238E27FC236}">
                    <a16:creationId xmlns:a16="http://schemas.microsoft.com/office/drawing/2014/main" id="{8CC5C5D6-4AC9-4E72-9F19-665EC4AA5BC0}"/>
                  </a:ext>
                </a:extLst>
              </p:cNvPr>
              <p:cNvSpPr/>
              <p:nvPr/>
            </p:nvSpPr>
            <p:spPr>
              <a:xfrm rot="4501584">
                <a:off x="6201523" y="4839087"/>
                <a:ext cx="84512" cy="76105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任意多边形: 形状 278">
                <a:extLst>
                  <a:ext uri="{FF2B5EF4-FFF2-40B4-BE49-F238E27FC236}">
                    <a16:creationId xmlns:a16="http://schemas.microsoft.com/office/drawing/2014/main" id="{F85BA1ED-0E21-4AE5-A86D-0EC2E18CD4BB}"/>
                  </a:ext>
                </a:extLst>
              </p:cNvPr>
              <p:cNvSpPr/>
              <p:nvPr/>
            </p:nvSpPr>
            <p:spPr>
              <a:xfrm>
                <a:off x="5269812" y="4540434"/>
                <a:ext cx="58987" cy="63802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" name="任意多边形: 形状 279">
                <a:extLst>
                  <a:ext uri="{FF2B5EF4-FFF2-40B4-BE49-F238E27FC236}">
                    <a16:creationId xmlns:a16="http://schemas.microsoft.com/office/drawing/2014/main" id="{5228A690-DA63-4BCF-9945-F1173DA5DE48}"/>
                  </a:ext>
                </a:extLst>
              </p:cNvPr>
              <p:cNvSpPr/>
              <p:nvPr/>
            </p:nvSpPr>
            <p:spPr>
              <a:xfrm rot="19526080">
                <a:off x="4200951" y="5540022"/>
                <a:ext cx="58987" cy="77993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任意多边形: 形状 280">
                <a:extLst>
                  <a:ext uri="{FF2B5EF4-FFF2-40B4-BE49-F238E27FC236}">
                    <a16:creationId xmlns:a16="http://schemas.microsoft.com/office/drawing/2014/main" id="{E046116E-4F5D-4CF7-B35A-CCF2F090E64D}"/>
                  </a:ext>
                </a:extLst>
              </p:cNvPr>
              <p:cNvSpPr/>
              <p:nvPr/>
            </p:nvSpPr>
            <p:spPr>
              <a:xfrm>
                <a:off x="3084331" y="4934202"/>
                <a:ext cx="84512" cy="117758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任意多边形: 形状 281">
                <a:extLst>
                  <a:ext uri="{FF2B5EF4-FFF2-40B4-BE49-F238E27FC236}">
                    <a16:creationId xmlns:a16="http://schemas.microsoft.com/office/drawing/2014/main" id="{91820ED8-DED3-4C3C-9CE3-BEEB1707085B}"/>
                  </a:ext>
                </a:extLst>
              </p:cNvPr>
              <p:cNvSpPr/>
              <p:nvPr/>
            </p:nvSpPr>
            <p:spPr>
              <a:xfrm>
                <a:off x="4643908" y="4357008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任意多边形: 形状 282">
                <a:extLst>
                  <a:ext uri="{FF2B5EF4-FFF2-40B4-BE49-F238E27FC236}">
                    <a16:creationId xmlns:a16="http://schemas.microsoft.com/office/drawing/2014/main" id="{5198473C-8B54-4BBA-A16D-4379422E174F}"/>
                  </a:ext>
                </a:extLst>
              </p:cNvPr>
              <p:cNvSpPr/>
              <p:nvPr/>
            </p:nvSpPr>
            <p:spPr>
              <a:xfrm>
                <a:off x="3445232" y="3673646"/>
                <a:ext cx="84512" cy="117758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" name="任意多边形: 形状 283">
                <a:extLst>
                  <a:ext uri="{FF2B5EF4-FFF2-40B4-BE49-F238E27FC236}">
                    <a16:creationId xmlns:a16="http://schemas.microsoft.com/office/drawing/2014/main" id="{4564A392-7891-4E82-A0E6-8D445F1021A7}"/>
                  </a:ext>
                </a:extLst>
              </p:cNvPr>
              <p:cNvSpPr/>
              <p:nvPr/>
            </p:nvSpPr>
            <p:spPr>
              <a:xfrm>
                <a:off x="4870354" y="3647483"/>
                <a:ext cx="0" cy="0"/>
              </a:xfrm>
              <a:custGeom>
                <a:avLst/>
                <a:gdLst>
                  <a:gd name="connsiteX0" fmla="*/ 0 w 0"/>
                  <a:gd name="connsiteY0" fmla="*/ 0 h 0"/>
                  <a:gd name="connsiteX1" fmla="*/ 0 w 0"/>
                  <a:gd name="connsiteY1" fmla="*/ 0 h 0"/>
                  <a:gd name="connsiteX2" fmla="*/ 0 w 0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任意多边形: 形状 284">
                <a:extLst>
                  <a:ext uri="{FF2B5EF4-FFF2-40B4-BE49-F238E27FC236}">
                    <a16:creationId xmlns:a16="http://schemas.microsoft.com/office/drawing/2014/main" id="{0C13F240-F125-40A2-B889-C7A1B613D93E}"/>
                  </a:ext>
                </a:extLst>
              </p:cNvPr>
              <p:cNvSpPr/>
              <p:nvPr/>
            </p:nvSpPr>
            <p:spPr>
              <a:xfrm>
                <a:off x="5066468" y="5094969"/>
                <a:ext cx="72491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" name="任意多边形: 形状 285">
                <a:extLst>
                  <a:ext uri="{FF2B5EF4-FFF2-40B4-BE49-F238E27FC236}">
                    <a16:creationId xmlns:a16="http://schemas.microsoft.com/office/drawing/2014/main" id="{5717ADCF-1F96-4DED-A4D7-82CAF5ECE783}"/>
                  </a:ext>
                </a:extLst>
              </p:cNvPr>
              <p:cNvSpPr/>
              <p:nvPr/>
            </p:nvSpPr>
            <p:spPr>
              <a:xfrm>
                <a:off x="6286750" y="4685918"/>
                <a:ext cx="63925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32433BFD-DAD4-4F79-8ECE-D3B0FD6EC012}"/>
                  </a:ext>
                </a:extLst>
              </p:cNvPr>
              <p:cNvSpPr/>
              <p:nvPr/>
            </p:nvSpPr>
            <p:spPr>
              <a:xfrm>
                <a:off x="5184702" y="5580243"/>
                <a:ext cx="72491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" name="任意多边形: 形状 290">
                <a:extLst>
                  <a:ext uri="{FF2B5EF4-FFF2-40B4-BE49-F238E27FC236}">
                    <a16:creationId xmlns:a16="http://schemas.microsoft.com/office/drawing/2014/main" id="{31CE5B25-D8A6-469D-B07E-43531BDE62A2}"/>
                  </a:ext>
                </a:extLst>
              </p:cNvPr>
              <p:cNvSpPr/>
              <p:nvPr/>
            </p:nvSpPr>
            <p:spPr>
              <a:xfrm>
                <a:off x="6771784" y="5101035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552412AA-3848-4F6B-8536-AA87C1322B0B}"/>
                  </a:ext>
                </a:extLst>
              </p:cNvPr>
              <p:cNvSpPr/>
              <p:nvPr/>
            </p:nvSpPr>
            <p:spPr>
              <a:xfrm>
                <a:off x="6053891" y="5612819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" name="任意多边形: 形状 293">
                <a:extLst>
                  <a:ext uri="{FF2B5EF4-FFF2-40B4-BE49-F238E27FC236}">
                    <a16:creationId xmlns:a16="http://schemas.microsoft.com/office/drawing/2014/main" id="{F1E8DCC5-7666-4691-B560-89DBDA9B940F}"/>
                  </a:ext>
                </a:extLst>
              </p:cNvPr>
              <p:cNvSpPr/>
              <p:nvPr/>
            </p:nvSpPr>
            <p:spPr>
              <a:xfrm rot="19526080">
                <a:off x="4181402" y="5311863"/>
                <a:ext cx="58987" cy="77993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2" name="图片 301">
                <a:extLst>
                  <a:ext uri="{FF2B5EF4-FFF2-40B4-BE49-F238E27FC236}">
                    <a16:creationId xmlns:a16="http://schemas.microsoft.com/office/drawing/2014/main" id="{16F8E929-5D80-4E24-A89C-F99843B1BC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5" t="23373" r="80562" b="21553"/>
              <a:stretch/>
            </p:blipFill>
            <p:spPr>
              <a:xfrm>
                <a:off x="9179259" y="3761289"/>
                <a:ext cx="422431" cy="471454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0000"/>
                  </a:prstClr>
                </a:outerShdw>
              </a:effectLst>
            </p:spPr>
          </p:pic>
          <p:pic>
            <p:nvPicPr>
              <p:cNvPr id="303" name="图片 302">
                <a:extLst>
                  <a:ext uri="{FF2B5EF4-FFF2-40B4-BE49-F238E27FC236}">
                    <a16:creationId xmlns:a16="http://schemas.microsoft.com/office/drawing/2014/main" id="{2A9D162D-1440-4AC7-AB3F-05627A53B5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2480297" y="4801335"/>
                <a:ext cx="425977" cy="436984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04" name="图片 303">
                <a:extLst>
                  <a:ext uri="{FF2B5EF4-FFF2-40B4-BE49-F238E27FC236}">
                    <a16:creationId xmlns:a16="http://schemas.microsoft.com/office/drawing/2014/main" id="{24FE5A84-EE9E-4617-B95F-6F3F770F26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2132006" y="5322390"/>
                <a:ext cx="522867" cy="5363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05" name="图片 304">
                <a:extLst>
                  <a:ext uri="{FF2B5EF4-FFF2-40B4-BE49-F238E27FC236}">
                    <a16:creationId xmlns:a16="http://schemas.microsoft.com/office/drawing/2014/main" id="{8F574EA4-59BA-43F0-AC56-42BC716C54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5" t="23373" r="80562" b="21553"/>
              <a:stretch/>
            </p:blipFill>
            <p:spPr>
              <a:xfrm>
                <a:off x="4192426" y="5390554"/>
                <a:ext cx="418664" cy="4672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0000"/>
                  </a:prstClr>
                </a:outerShdw>
              </a:effectLst>
            </p:spPr>
          </p:pic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054451BD-E00F-4986-880A-1EDFDE9881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2817900" y="4371413"/>
                <a:ext cx="389952" cy="400028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07" name="图片 306">
                <a:extLst>
                  <a:ext uri="{FF2B5EF4-FFF2-40B4-BE49-F238E27FC236}">
                    <a16:creationId xmlns:a16="http://schemas.microsoft.com/office/drawing/2014/main" id="{391DAEAF-80E2-43C2-93B5-D676D4FAE9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07137" y="342109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308" name="图片 307">
                <a:extLst>
                  <a:ext uri="{FF2B5EF4-FFF2-40B4-BE49-F238E27FC236}">
                    <a16:creationId xmlns:a16="http://schemas.microsoft.com/office/drawing/2014/main" id="{6B2756C4-C22F-464A-B186-29EE0CEB4D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6000" t="6790" r="37199" b="55755"/>
              <a:stretch/>
            </p:blipFill>
            <p:spPr>
              <a:xfrm>
                <a:off x="4208801" y="5185407"/>
                <a:ext cx="310890" cy="255571"/>
              </a:xfrm>
              <a:prstGeom prst="rect">
                <a:avLst/>
              </a:prstGeom>
            </p:spPr>
          </p:pic>
          <p:pic>
            <p:nvPicPr>
              <p:cNvPr id="309" name="图片 308">
                <a:extLst>
                  <a:ext uri="{FF2B5EF4-FFF2-40B4-BE49-F238E27FC236}">
                    <a16:creationId xmlns:a16="http://schemas.microsoft.com/office/drawing/2014/main" id="{C3AB0CB3-E283-40DD-B78A-B60D0D3EB9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5908794" y="4629381"/>
                <a:ext cx="375167" cy="283733"/>
              </a:xfrm>
              <a:prstGeom prst="rect">
                <a:avLst/>
              </a:prstGeom>
              <a:effectLst/>
            </p:spPr>
          </p:pic>
          <p:pic>
            <p:nvPicPr>
              <p:cNvPr id="310" name="图片 309">
                <a:extLst>
                  <a:ext uri="{FF2B5EF4-FFF2-40B4-BE49-F238E27FC236}">
                    <a16:creationId xmlns:a16="http://schemas.microsoft.com/office/drawing/2014/main" id="{69C51C14-374C-4F7E-BA49-41FC70E567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7449691" y="4359756"/>
                <a:ext cx="293567" cy="129452"/>
              </a:xfrm>
              <a:prstGeom prst="rect">
                <a:avLst/>
              </a:prstGeom>
              <a:effectLst/>
            </p:spPr>
          </p:pic>
          <p:pic>
            <p:nvPicPr>
              <p:cNvPr id="312" name="图片 311">
                <a:extLst>
                  <a:ext uri="{FF2B5EF4-FFF2-40B4-BE49-F238E27FC236}">
                    <a16:creationId xmlns:a16="http://schemas.microsoft.com/office/drawing/2014/main" id="{4947EF58-CDD3-4FC5-BEAB-067988C199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6072332" y="5749634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14" name="图片 313">
                <a:extLst>
                  <a:ext uri="{FF2B5EF4-FFF2-40B4-BE49-F238E27FC236}">
                    <a16:creationId xmlns:a16="http://schemas.microsoft.com/office/drawing/2014/main" id="{DE45C69A-A747-4AF6-A106-A2CD27D3F5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6838010" y="5215248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15" name="图片 314">
                <a:extLst>
                  <a:ext uri="{FF2B5EF4-FFF2-40B4-BE49-F238E27FC236}">
                    <a16:creationId xmlns:a16="http://schemas.microsoft.com/office/drawing/2014/main" id="{D77D64BD-D103-40EE-916F-28D7CDBEBB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85000"/>
              </a:blip>
              <a:srcRect l="36000" t="6790" r="37199" b="55755"/>
              <a:stretch/>
            </p:blipFill>
            <p:spPr>
              <a:xfrm>
                <a:off x="4944528" y="4416469"/>
                <a:ext cx="310890" cy="255571"/>
              </a:xfrm>
              <a:prstGeom prst="rect">
                <a:avLst/>
              </a:prstGeom>
              <a:effectLst/>
            </p:spPr>
          </p:pic>
          <p:pic>
            <p:nvPicPr>
              <p:cNvPr id="316" name="图片 315">
                <a:extLst>
                  <a:ext uri="{FF2B5EF4-FFF2-40B4-BE49-F238E27FC236}">
                    <a16:creationId xmlns:a16="http://schemas.microsoft.com/office/drawing/2014/main" id="{5A7C65C9-E0CC-40C6-BAC7-CAD7F7D473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50000"/>
              </a:blip>
              <a:srcRect l="3876" t="5815" r="68007" b="58036"/>
              <a:stretch/>
            </p:blipFill>
            <p:spPr>
              <a:xfrm>
                <a:off x="6227496" y="3506509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17" name="图片 316">
                <a:extLst>
                  <a:ext uri="{FF2B5EF4-FFF2-40B4-BE49-F238E27FC236}">
                    <a16:creationId xmlns:a16="http://schemas.microsoft.com/office/drawing/2014/main" id="{FBA4C228-2F52-4720-BA23-14EA593770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85000"/>
              </a:blip>
              <a:srcRect l="3876" t="5815" r="68007" b="58036"/>
              <a:stretch/>
            </p:blipFill>
            <p:spPr>
              <a:xfrm>
                <a:off x="3645175" y="3515086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21" name="图片 320">
                <a:extLst>
                  <a:ext uri="{FF2B5EF4-FFF2-40B4-BE49-F238E27FC236}">
                    <a16:creationId xmlns:a16="http://schemas.microsoft.com/office/drawing/2014/main" id="{D920FF41-A45E-418C-A6D9-0A8DB6E596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5453733" y="5129574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23" name="图片 322">
                <a:extLst>
                  <a:ext uri="{FF2B5EF4-FFF2-40B4-BE49-F238E27FC236}">
                    <a16:creationId xmlns:a16="http://schemas.microsoft.com/office/drawing/2014/main" id="{7D5045EF-D2BF-446F-9002-B5523D6665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5054818" y="5739275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24" name="图片 323">
                <a:extLst>
                  <a:ext uri="{FF2B5EF4-FFF2-40B4-BE49-F238E27FC236}">
                    <a16:creationId xmlns:a16="http://schemas.microsoft.com/office/drawing/2014/main" id="{B091B9F5-F607-4946-A1FE-1F325C91F1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8568652" y="4225371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25" name="图片 324">
                <a:extLst>
                  <a:ext uri="{FF2B5EF4-FFF2-40B4-BE49-F238E27FC236}">
                    <a16:creationId xmlns:a16="http://schemas.microsoft.com/office/drawing/2014/main" id="{5F64FAD3-E6A7-4894-B6EE-72A93B5D02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8267336" y="2858631"/>
                <a:ext cx="558640" cy="586219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26" name="图片 325">
                <a:extLst>
                  <a:ext uri="{FF2B5EF4-FFF2-40B4-BE49-F238E27FC236}">
                    <a16:creationId xmlns:a16="http://schemas.microsoft.com/office/drawing/2014/main" id="{D1B08B16-FC15-4220-8288-883DF33608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3079591" y="5259026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27" name="图片 326">
                <a:extLst>
                  <a:ext uri="{FF2B5EF4-FFF2-40B4-BE49-F238E27FC236}">
                    <a16:creationId xmlns:a16="http://schemas.microsoft.com/office/drawing/2014/main" id="{B83CC380-0D8B-4B7C-A2E2-B96E0985DC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85000"/>
              </a:blip>
              <a:srcRect l="36000" t="6790" r="37199" b="55755"/>
              <a:stretch/>
            </p:blipFill>
            <p:spPr>
              <a:xfrm>
                <a:off x="3879312" y="3688069"/>
                <a:ext cx="310890" cy="255571"/>
              </a:xfrm>
              <a:prstGeom prst="rect">
                <a:avLst/>
              </a:prstGeom>
              <a:effectLst>
                <a:outerShdw blurRad="50800" dir="8100000" sy="-23000" kx="800400" algn="br" rotWithShape="0">
                  <a:prstClr val="black">
                    <a:alpha val="20000"/>
                  </a:prstClr>
                </a:outerShdw>
              </a:effectLst>
            </p:spPr>
          </p:pic>
          <p:pic>
            <p:nvPicPr>
              <p:cNvPr id="328" name="图片 327">
                <a:extLst>
                  <a:ext uri="{FF2B5EF4-FFF2-40B4-BE49-F238E27FC236}">
                    <a16:creationId xmlns:a16="http://schemas.microsoft.com/office/drawing/2014/main" id="{5708C7D1-B7E9-4FE4-8612-728EF4182D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7471424" y="2870814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30" name="图片 329">
                <a:extLst>
                  <a:ext uri="{FF2B5EF4-FFF2-40B4-BE49-F238E27FC236}">
                    <a16:creationId xmlns:a16="http://schemas.microsoft.com/office/drawing/2014/main" id="{66A8AE67-29F0-4E4E-ABD8-9A14983C44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4471055" y="3216973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332" name="图片 331">
                <a:extLst>
                  <a:ext uri="{FF2B5EF4-FFF2-40B4-BE49-F238E27FC236}">
                    <a16:creationId xmlns:a16="http://schemas.microsoft.com/office/drawing/2014/main" id="{B7CB212E-F42B-4DAA-90AC-38EA1AD3A1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70000"/>
              </a:blip>
              <a:srcRect l="3876" t="5815" r="68007" b="58036"/>
              <a:stretch/>
            </p:blipFill>
            <p:spPr>
              <a:xfrm>
                <a:off x="5246029" y="3558619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33" name="图片 332">
                <a:extLst>
                  <a:ext uri="{FF2B5EF4-FFF2-40B4-BE49-F238E27FC236}">
                    <a16:creationId xmlns:a16="http://schemas.microsoft.com/office/drawing/2014/main" id="{50B9C808-4F15-4CB9-952F-E4530D5426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9429790" y="3486811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34" name="图片 333">
                <a:extLst>
                  <a:ext uri="{FF2B5EF4-FFF2-40B4-BE49-F238E27FC236}">
                    <a16:creationId xmlns:a16="http://schemas.microsoft.com/office/drawing/2014/main" id="{E3C99D8A-8EC5-40D1-A43A-936845451C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8379005" y="3498494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36" name="图片 335">
                <a:extLst>
                  <a:ext uri="{FF2B5EF4-FFF2-40B4-BE49-F238E27FC236}">
                    <a16:creationId xmlns:a16="http://schemas.microsoft.com/office/drawing/2014/main" id="{886C2DD0-5F66-4D5B-BC18-48FCE9A62D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5726472" y="4833271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37" name="图片 336">
                <a:extLst>
                  <a:ext uri="{FF2B5EF4-FFF2-40B4-BE49-F238E27FC236}">
                    <a16:creationId xmlns:a16="http://schemas.microsoft.com/office/drawing/2014/main" id="{3CAA30C3-2CB0-4D6F-8338-3E2628C162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8414290" y="5422778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39" name="图片 338">
                <a:extLst>
                  <a:ext uri="{FF2B5EF4-FFF2-40B4-BE49-F238E27FC236}">
                    <a16:creationId xmlns:a16="http://schemas.microsoft.com/office/drawing/2014/main" id="{0D46D2A2-4EFF-4F38-BA78-F172D0C023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2672982" y="5245322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40" name="图片 339">
                <a:extLst>
                  <a:ext uri="{FF2B5EF4-FFF2-40B4-BE49-F238E27FC236}">
                    <a16:creationId xmlns:a16="http://schemas.microsoft.com/office/drawing/2014/main" id="{5E4934DA-00F2-4C0A-B1F3-0F34CFFF30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3029035" y="5754181"/>
                <a:ext cx="200027" cy="130687"/>
              </a:xfrm>
              <a:prstGeom prst="rect">
                <a:avLst/>
              </a:prstGeom>
            </p:spPr>
          </p:pic>
          <p:sp>
            <p:nvSpPr>
              <p:cNvPr id="341" name="任意多边形: 形状 340">
                <a:extLst>
                  <a:ext uri="{FF2B5EF4-FFF2-40B4-BE49-F238E27FC236}">
                    <a16:creationId xmlns:a16="http://schemas.microsoft.com/office/drawing/2014/main" id="{FD602A79-BC31-402A-86F8-AC2B361113FB}"/>
                  </a:ext>
                </a:extLst>
              </p:cNvPr>
              <p:cNvSpPr/>
              <p:nvPr/>
            </p:nvSpPr>
            <p:spPr>
              <a:xfrm>
                <a:off x="6764550" y="4311007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B4CC595E-286B-41DE-A098-A55EC88FC8F8}"/>
                  </a:ext>
                </a:extLst>
              </p:cNvPr>
              <p:cNvSpPr/>
              <p:nvPr/>
            </p:nvSpPr>
            <p:spPr>
              <a:xfrm>
                <a:off x="5824282" y="5375472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任意多边形: 形状 342">
                <a:extLst>
                  <a:ext uri="{FF2B5EF4-FFF2-40B4-BE49-F238E27FC236}">
                    <a16:creationId xmlns:a16="http://schemas.microsoft.com/office/drawing/2014/main" id="{DF47AF0C-BE2A-4F20-AD1C-4407B0C16C7A}"/>
                  </a:ext>
                </a:extLst>
              </p:cNvPr>
              <p:cNvSpPr/>
              <p:nvPr/>
            </p:nvSpPr>
            <p:spPr>
              <a:xfrm>
                <a:off x="4729169" y="5315756"/>
                <a:ext cx="58987" cy="63802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" name="任意多边形: 形状 343">
                <a:extLst>
                  <a:ext uri="{FF2B5EF4-FFF2-40B4-BE49-F238E27FC236}">
                    <a16:creationId xmlns:a16="http://schemas.microsoft.com/office/drawing/2014/main" id="{0E672D9F-48EC-4DA2-9B2D-75D9BA177BC4}"/>
                  </a:ext>
                </a:extLst>
              </p:cNvPr>
              <p:cNvSpPr/>
              <p:nvPr/>
            </p:nvSpPr>
            <p:spPr>
              <a:xfrm>
                <a:off x="4855708" y="5830736"/>
                <a:ext cx="58987" cy="63802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任意多边形: 形状 344">
                <a:extLst>
                  <a:ext uri="{FF2B5EF4-FFF2-40B4-BE49-F238E27FC236}">
                    <a16:creationId xmlns:a16="http://schemas.microsoft.com/office/drawing/2014/main" id="{4347ECA8-0751-4A77-8D55-2688038FF4C4}"/>
                  </a:ext>
                </a:extLst>
              </p:cNvPr>
              <p:cNvSpPr/>
              <p:nvPr/>
            </p:nvSpPr>
            <p:spPr>
              <a:xfrm>
                <a:off x="6844959" y="5391568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任意多边形: 形状 345">
                <a:extLst>
                  <a:ext uri="{FF2B5EF4-FFF2-40B4-BE49-F238E27FC236}">
                    <a16:creationId xmlns:a16="http://schemas.microsoft.com/office/drawing/2014/main" id="{DE01CD28-9521-4C28-AED6-CBEDFEC086CB}"/>
                  </a:ext>
                </a:extLst>
              </p:cNvPr>
              <p:cNvSpPr/>
              <p:nvPr/>
            </p:nvSpPr>
            <p:spPr>
              <a:xfrm>
                <a:off x="7640620" y="5488122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" name="任意多边形: 形状 346">
                <a:extLst>
                  <a:ext uri="{FF2B5EF4-FFF2-40B4-BE49-F238E27FC236}">
                    <a16:creationId xmlns:a16="http://schemas.microsoft.com/office/drawing/2014/main" id="{D9248B8E-3136-46FF-B42C-B7B73DD51DEF}"/>
                  </a:ext>
                </a:extLst>
              </p:cNvPr>
              <p:cNvSpPr/>
              <p:nvPr/>
            </p:nvSpPr>
            <p:spPr>
              <a:xfrm>
                <a:off x="8648306" y="5423543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任意多边形: 形状 347">
                <a:extLst>
                  <a:ext uri="{FF2B5EF4-FFF2-40B4-BE49-F238E27FC236}">
                    <a16:creationId xmlns:a16="http://schemas.microsoft.com/office/drawing/2014/main" id="{B65D3183-BB96-425A-87D7-E9C4079C8062}"/>
                  </a:ext>
                </a:extLst>
              </p:cNvPr>
              <p:cNvSpPr/>
              <p:nvPr/>
            </p:nvSpPr>
            <p:spPr>
              <a:xfrm>
                <a:off x="8862344" y="4237418"/>
                <a:ext cx="111261" cy="45719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" name="任意多边形: 形状 348">
                <a:extLst>
                  <a:ext uri="{FF2B5EF4-FFF2-40B4-BE49-F238E27FC236}">
                    <a16:creationId xmlns:a16="http://schemas.microsoft.com/office/drawing/2014/main" id="{081DE4CC-994D-4A9D-8CE0-B40FE0DCE8D0}"/>
                  </a:ext>
                </a:extLst>
              </p:cNvPr>
              <p:cNvSpPr/>
              <p:nvPr/>
            </p:nvSpPr>
            <p:spPr>
              <a:xfrm flipV="1">
                <a:off x="6527401" y="3796099"/>
                <a:ext cx="45719" cy="95219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" name="任意多边形: 形状 350">
                <a:extLst>
                  <a:ext uri="{FF2B5EF4-FFF2-40B4-BE49-F238E27FC236}">
                    <a16:creationId xmlns:a16="http://schemas.microsoft.com/office/drawing/2014/main" id="{8EF0835F-A7F1-4E35-A8C9-5362F9E55BE5}"/>
                  </a:ext>
                </a:extLst>
              </p:cNvPr>
              <p:cNvSpPr/>
              <p:nvPr/>
            </p:nvSpPr>
            <p:spPr>
              <a:xfrm>
                <a:off x="4763881" y="4102024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" name="任意多边形: 形状 351">
                <a:extLst>
                  <a:ext uri="{FF2B5EF4-FFF2-40B4-BE49-F238E27FC236}">
                    <a16:creationId xmlns:a16="http://schemas.microsoft.com/office/drawing/2014/main" id="{68C3C831-D1E6-4BC2-A90A-E058792D77A7}"/>
                  </a:ext>
                </a:extLst>
              </p:cNvPr>
              <p:cNvSpPr/>
              <p:nvPr/>
            </p:nvSpPr>
            <p:spPr>
              <a:xfrm>
                <a:off x="4615436" y="5597667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" name="任意多边形: 形状 352">
                <a:extLst>
                  <a:ext uri="{FF2B5EF4-FFF2-40B4-BE49-F238E27FC236}">
                    <a16:creationId xmlns:a16="http://schemas.microsoft.com/office/drawing/2014/main" id="{1A246AC9-1C03-4DBD-8E25-3B6F5C4729A1}"/>
                  </a:ext>
                </a:extLst>
              </p:cNvPr>
              <p:cNvSpPr/>
              <p:nvPr/>
            </p:nvSpPr>
            <p:spPr>
              <a:xfrm>
                <a:off x="3124044" y="5705969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" name="任意多边形: 形状 353">
                <a:extLst>
                  <a:ext uri="{FF2B5EF4-FFF2-40B4-BE49-F238E27FC236}">
                    <a16:creationId xmlns:a16="http://schemas.microsoft.com/office/drawing/2014/main" id="{3CB5810D-3668-44F7-B48C-5CB9644571B5}"/>
                  </a:ext>
                </a:extLst>
              </p:cNvPr>
              <p:cNvSpPr/>
              <p:nvPr/>
            </p:nvSpPr>
            <p:spPr>
              <a:xfrm>
                <a:off x="2573879" y="5298693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" name="任意多边形: 形状 354">
                <a:extLst>
                  <a:ext uri="{FF2B5EF4-FFF2-40B4-BE49-F238E27FC236}">
                    <a16:creationId xmlns:a16="http://schemas.microsoft.com/office/drawing/2014/main" id="{26FAE093-B1DB-4345-8779-F125FD46492C}"/>
                  </a:ext>
                </a:extLst>
              </p:cNvPr>
              <p:cNvSpPr/>
              <p:nvPr/>
            </p:nvSpPr>
            <p:spPr>
              <a:xfrm>
                <a:off x="5042304" y="4899126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任意多边形: 形状 355">
                <a:extLst>
                  <a:ext uri="{FF2B5EF4-FFF2-40B4-BE49-F238E27FC236}">
                    <a16:creationId xmlns:a16="http://schemas.microsoft.com/office/drawing/2014/main" id="{29D06B10-4FC3-49CF-B94D-5DA40F992063}"/>
                  </a:ext>
                </a:extLst>
              </p:cNvPr>
              <p:cNvSpPr/>
              <p:nvPr/>
            </p:nvSpPr>
            <p:spPr>
              <a:xfrm>
                <a:off x="6747920" y="3880892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任意多边形: 形状 356">
                <a:extLst>
                  <a:ext uri="{FF2B5EF4-FFF2-40B4-BE49-F238E27FC236}">
                    <a16:creationId xmlns:a16="http://schemas.microsoft.com/office/drawing/2014/main" id="{402CCF23-B63E-4C0D-B871-704A5DFA5392}"/>
                  </a:ext>
                </a:extLst>
              </p:cNvPr>
              <p:cNvSpPr/>
              <p:nvPr/>
            </p:nvSpPr>
            <p:spPr>
              <a:xfrm>
                <a:off x="5490428" y="4657680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任意多边形: 形状 357">
                <a:extLst>
                  <a:ext uri="{FF2B5EF4-FFF2-40B4-BE49-F238E27FC236}">
                    <a16:creationId xmlns:a16="http://schemas.microsoft.com/office/drawing/2014/main" id="{9EBBCEF8-8547-4624-AE44-DAA218F1E7ED}"/>
                  </a:ext>
                </a:extLst>
              </p:cNvPr>
              <p:cNvSpPr/>
              <p:nvPr/>
            </p:nvSpPr>
            <p:spPr>
              <a:xfrm>
                <a:off x="4762061" y="4735441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任意多边形: 形状 358">
                <a:extLst>
                  <a:ext uri="{FF2B5EF4-FFF2-40B4-BE49-F238E27FC236}">
                    <a16:creationId xmlns:a16="http://schemas.microsoft.com/office/drawing/2014/main" id="{B9AE790F-A2F6-464F-AF7A-06C570FC2C7C}"/>
                  </a:ext>
                </a:extLst>
              </p:cNvPr>
              <p:cNvSpPr/>
              <p:nvPr/>
            </p:nvSpPr>
            <p:spPr>
              <a:xfrm>
                <a:off x="4086983" y="4149542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任意多边形: 形状 359">
                <a:extLst>
                  <a:ext uri="{FF2B5EF4-FFF2-40B4-BE49-F238E27FC236}">
                    <a16:creationId xmlns:a16="http://schemas.microsoft.com/office/drawing/2014/main" id="{2773FC5E-8CDC-4207-B8F5-73FEB7779A0A}"/>
                  </a:ext>
                </a:extLst>
              </p:cNvPr>
              <p:cNvSpPr/>
              <p:nvPr/>
            </p:nvSpPr>
            <p:spPr>
              <a:xfrm>
                <a:off x="7423221" y="5219133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任意多边形: 形状 360">
                <a:extLst>
                  <a:ext uri="{FF2B5EF4-FFF2-40B4-BE49-F238E27FC236}">
                    <a16:creationId xmlns:a16="http://schemas.microsoft.com/office/drawing/2014/main" id="{A7917820-D6F1-45A0-8706-871416C265E8}"/>
                  </a:ext>
                </a:extLst>
              </p:cNvPr>
              <p:cNvSpPr/>
              <p:nvPr/>
            </p:nvSpPr>
            <p:spPr>
              <a:xfrm>
                <a:off x="8253110" y="4010063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" name="任意多边形: 形状 361">
                <a:extLst>
                  <a:ext uri="{FF2B5EF4-FFF2-40B4-BE49-F238E27FC236}">
                    <a16:creationId xmlns:a16="http://schemas.microsoft.com/office/drawing/2014/main" id="{B955E985-62F1-4EB6-AAFE-6A77A9C3067F}"/>
                  </a:ext>
                </a:extLst>
              </p:cNvPr>
              <p:cNvSpPr/>
              <p:nvPr/>
            </p:nvSpPr>
            <p:spPr>
              <a:xfrm>
                <a:off x="9245349" y="4371850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任意多边形: 形状 362">
                <a:extLst>
                  <a:ext uri="{FF2B5EF4-FFF2-40B4-BE49-F238E27FC236}">
                    <a16:creationId xmlns:a16="http://schemas.microsoft.com/office/drawing/2014/main" id="{80A74DF0-99FE-4B95-94C2-FA6C2DDCB141}"/>
                  </a:ext>
                </a:extLst>
              </p:cNvPr>
              <p:cNvSpPr/>
              <p:nvPr/>
            </p:nvSpPr>
            <p:spPr>
              <a:xfrm>
                <a:off x="8005000" y="3925024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" name="任意多边形: 形状 363">
                <a:extLst>
                  <a:ext uri="{FF2B5EF4-FFF2-40B4-BE49-F238E27FC236}">
                    <a16:creationId xmlns:a16="http://schemas.microsoft.com/office/drawing/2014/main" id="{3CAEFB81-246D-4294-9770-60A97807830B}"/>
                  </a:ext>
                </a:extLst>
              </p:cNvPr>
              <p:cNvSpPr/>
              <p:nvPr/>
            </p:nvSpPr>
            <p:spPr>
              <a:xfrm>
                <a:off x="7277234" y="5842062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66" name="图片 365">
                <a:extLst>
                  <a:ext uri="{FF2B5EF4-FFF2-40B4-BE49-F238E27FC236}">
                    <a16:creationId xmlns:a16="http://schemas.microsoft.com/office/drawing/2014/main" id="{4AC32FF3-1CAA-413F-8BA3-AA62A42EFC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8089572" y="4833271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67" name="图片 366">
                <a:extLst>
                  <a:ext uri="{FF2B5EF4-FFF2-40B4-BE49-F238E27FC236}">
                    <a16:creationId xmlns:a16="http://schemas.microsoft.com/office/drawing/2014/main" id="{0803B944-551D-4B82-80A3-958102D0C1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7887607" y="2827470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68" name="图片 367">
                <a:extLst>
                  <a:ext uri="{FF2B5EF4-FFF2-40B4-BE49-F238E27FC236}">
                    <a16:creationId xmlns:a16="http://schemas.microsoft.com/office/drawing/2014/main" id="{706052D7-82F6-4FA0-8A5C-0F4041E008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6000" t="6790" r="37199" b="55755"/>
              <a:stretch/>
            </p:blipFill>
            <p:spPr>
              <a:xfrm>
                <a:off x="3193938" y="3838699"/>
                <a:ext cx="310890" cy="255571"/>
              </a:xfrm>
              <a:prstGeom prst="rect">
                <a:avLst/>
              </a:prstGeom>
            </p:spPr>
          </p:pic>
          <p:cxnSp>
            <p:nvCxnSpPr>
              <p:cNvPr id="371" name="直接箭头连接符 370">
                <a:extLst>
                  <a:ext uri="{FF2B5EF4-FFF2-40B4-BE49-F238E27FC236}">
                    <a16:creationId xmlns:a16="http://schemas.microsoft.com/office/drawing/2014/main" id="{A82BC402-556E-4922-AD42-58D55B80F498}"/>
                  </a:ext>
                </a:extLst>
              </p:cNvPr>
              <p:cNvCxnSpPr>
                <a:cxnSpLocks/>
              </p:cNvCxnSpPr>
              <p:nvPr>
                <p:custDataLst>
                  <p:tags r:id="rId3"/>
                </p:custDataLst>
              </p:nvPr>
            </p:nvCxnSpPr>
            <p:spPr>
              <a:xfrm flipH="1" flipV="1">
                <a:off x="7665993" y="2501612"/>
                <a:ext cx="759897" cy="1998459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A4EDC1E3-695C-4B5E-83BF-ECFEABF1C1B5}"/>
                  </a:ext>
                </a:extLst>
              </p:cNvPr>
              <p:cNvCxnSpPr>
                <a:cxnSpLocks/>
                <a:stCxn id="396" idx="0"/>
              </p:cNvCxnSpPr>
              <p:nvPr>
                <p:custDataLst>
                  <p:tags r:id="rId4"/>
                </p:custDataLst>
              </p:nvPr>
            </p:nvCxnSpPr>
            <p:spPr>
              <a:xfrm>
                <a:off x="7420206" y="2233698"/>
                <a:ext cx="658174" cy="1715269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4" name="椭圆 373">
                <a:extLst>
                  <a:ext uri="{FF2B5EF4-FFF2-40B4-BE49-F238E27FC236}">
                    <a16:creationId xmlns:a16="http://schemas.microsoft.com/office/drawing/2014/main" id="{6BCC59C8-6BC4-43E7-A458-4D64577F380D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132213" y="4487183"/>
                <a:ext cx="1813590" cy="801184"/>
              </a:xfrm>
              <a:prstGeom prst="ellipse">
                <a:avLst/>
              </a:prstGeom>
              <a:solidFill>
                <a:schemeClr val="accent6">
                  <a:lumMod val="75000"/>
                  <a:alpha val="33000"/>
                </a:schemeClr>
              </a:solidFill>
              <a:ln>
                <a:solidFill>
                  <a:schemeClr val="accent6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椭圆 374">
                <a:extLst>
                  <a:ext uri="{FF2B5EF4-FFF2-40B4-BE49-F238E27FC236}">
                    <a16:creationId xmlns:a16="http://schemas.microsoft.com/office/drawing/2014/main" id="{8C2BF1F6-4D5A-4ACD-9388-D05516640AF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192945" y="3750867"/>
                <a:ext cx="1770415" cy="917688"/>
              </a:xfrm>
              <a:prstGeom prst="ellipse">
                <a:avLst/>
              </a:prstGeom>
              <a:solidFill>
                <a:schemeClr val="accent6">
                  <a:lumMod val="75000"/>
                  <a:alpha val="33000"/>
                </a:schemeClr>
              </a:solidFill>
              <a:ln>
                <a:solidFill>
                  <a:schemeClr val="accent6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5C24D122-90ED-444A-B98B-B482FD49E4C8}"/>
                  </a:ext>
                </a:extLst>
              </p:cNvPr>
              <p:cNvCxnSpPr>
                <a:cxnSpLocks/>
                <a:endCxn id="375" idx="6"/>
              </p:cNvCxnSpPr>
              <p:nvPr>
                <p:custDataLst>
                  <p:tags r:id="rId7"/>
                </p:custDataLst>
              </p:nvPr>
            </p:nvCxnSpPr>
            <p:spPr>
              <a:xfrm>
                <a:off x="6085289" y="1791023"/>
                <a:ext cx="878071" cy="2418688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椭圆 376">
                <a:extLst>
                  <a:ext uri="{FF2B5EF4-FFF2-40B4-BE49-F238E27FC236}">
                    <a16:creationId xmlns:a16="http://schemas.microsoft.com/office/drawing/2014/main" id="{7891B47D-5D7E-42E1-A08F-FEFB811BC053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6651553" y="3599446"/>
                <a:ext cx="1456426" cy="725535"/>
              </a:xfrm>
              <a:prstGeom prst="ellipse">
                <a:avLst/>
              </a:prstGeom>
              <a:solidFill>
                <a:schemeClr val="accent2">
                  <a:lumMod val="75000"/>
                  <a:alpha val="33000"/>
                </a:schemeClr>
              </a:solidFill>
              <a:ln>
                <a:solidFill>
                  <a:schemeClr val="accent2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椭圆 377">
                <a:extLst>
                  <a:ext uri="{FF2B5EF4-FFF2-40B4-BE49-F238E27FC236}">
                    <a16:creationId xmlns:a16="http://schemas.microsoft.com/office/drawing/2014/main" id="{B2BE0D7B-1438-42D0-88CC-6A841BC1CFEE}"/>
                  </a:ext>
                </a:extLst>
              </p:cNvPr>
              <p:cNvSpPr/>
              <p:nvPr/>
            </p:nvSpPr>
            <p:spPr>
              <a:xfrm>
                <a:off x="2765091" y="4367915"/>
                <a:ext cx="2062961" cy="1098403"/>
              </a:xfrm>
              <a:prstGeom prst="ellipse">
                <a:avLst/>
              </a:prstGeom>
              <a:solidFill>
                <a:schemeClr val="accent6">
                  <a:lumMod val="75000"/>
                  <a:alpha val="33000"/>
                </a:schemeClr>
              </a:solidFill>
              <a:ln>
                <a:solidFill>
                  <a:schemeClr val="accent6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EAE62A1B-74B4-46DB-A4FA-FE0EE827E6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66290" y="2214105"/>
                <a:ext cx="1038927" cy="2641475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F75A2ADA-529F-4D4F-B697-2DE9AD189667}"/>
                  </a:ext>
                </a:extLst>
              </p:cNvPr>
              <p:cNvCxnSpPr>
                <a:cxnSpLocks/>
                <a:endCxn id="378" idx="6"/>
              </p:cNvCxnSpPr>
              <p:nvPr/>
            </p:nvCxnSpPr>
            <p:spPr>
              <a:xfrm>
                <a:off x="3794113" y="2266316"/>
                <a:ext cx="1033939" cy="2650801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41FD4A39-77EA-4C01-A896-382473EEE6DF}"/>
                  </a:ext>
                </a:extLst>
              </p:cNvPr>
              <p:cNvCxnSpPr>
                <a:cxnSpLocks/>
              </p:cNvCxnSpPr>
              <p:nvPr>
                <p:custDataLst>
                  <p:tags r:id="rId9"/>
                </p:custDataLst>
              </p:nvPr>
            </p:nvCxnSpPr>
            <p:spPr>
              <a:xfrm flipH="1">
                <a:off x="5192235" y="1766998"/>
                <a:ext cx="846344" cy="2377250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FF3EADC8-89C7-4ED4-8AC6-9C6D63D58C04}"/>
                  </a:ext>
                </a:extLst>
              </p:cNvPr>
              <p:cNvCxnSpPr>
                <a:cxnSpLocks/>
                <a:stCxn id="397" idx="0"/>
              </p:cNvCxnSpPr>
              <p:nvPr>
                <p:custDataLst>
                  <p:tags r:id="rId10"/>
                </p:custDataLst>
              </p:nvPr>
            </p:nvCxnSpPr>
            <p:spPr>
              <a:xfrm flipH="1">
                <a:off x="7142859" y="1783413"/>
                <a:ext cx="1197400" cy="3013201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6DE5A430-3038-419E-8489-FF0E2E6E3C93}"/>
                  </a:ext>
                </a:extLst>
              </p:cNvPr>
              <p:cNvCxnSpPr>
                <a:cxnSpLocks/>
                <a:stCxn id="397" idx="0"/>
                <a:endCxn id="433" idx="2"/>
              </p:cNvCxnSpPr>
              <p:nvPr>
                <p:custDataLst>
                  <p:tags r:id="rId11"/>
                </p:custDataLst>
              </p:nvPr>
            </p:nvCxnSpPr>
            <p:spPr>
              <a:xfrm>
                <a:off x="8340259" y="1783413"/>
                <a:ext cx="634993" cy="3145044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箭头连接符 383">
                <a:extLst>
                  <a:ext uri="{FF2B5EF4-FFF2-40B4-BE49-F238E27FC236}">
                    <a16:creationId xmlns:a16="http://schemas.microsoft.com/office/drawing/2014/main" id="{AFDD42AE-C2EF-474D-8BF5-C110DF800ACD}"/>
                  </a:ext>
                </a:extLst>
              </p:cNvPr>
              <p:cNvCxnSpPr>
                <a:cxnSpLocks/>
              </p:cNvCxnSpPr>
              <p:nvPr>
                <p:custDataLst>
                  <p:tags r:id="rId12"/>
                </p:custDataLst>
              </p:nvPr>
            </p:nvCxnSpPr>
            <p:spPr>
              <a:xfrm flipH="1" flipV="1">
                <a:off x="6094562" y="1720084"/>
                <a:ext cx="1306425" cy="2297151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5CA87207-F4A1-41E1-9116-90AFB8031942}"/>
                  </a:ext>
                </a:extLst>
              </p:cNvPr>
              <p:cNvCxnSpPr>
                <a:cxnSpLocks/>
              </p:cNvCxnSpPr>
              <p:nvPr>
                <p:custDataLst>
                  <p:tags r:id="rId13"/>
                </p:custDataLst>
              </p:nvPr>
            </p:nvCxnSpPr>
            <p:spPr>
              <a:xfrm flipH="1">
                <a:off x="6652195" y="2213792"/>
                <a:ext cx="773550" cy="1693389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箭头连接符 385">
                <a:extLst>
                  <a:ext uri="{FF2B5EF4-FFF2-40B4-BE49-F238E27FC236}">
                    <a16:creationId xmlns:a16="http://schemas.microsoft.com/office/drawing/2014/main" id="{91A330CB-B377-4805-957D-CACE927C3E12}"/>
                  </a:ext>
                </a:extLst>
              </p:cNvPr>
              <p:cNvCxnSpPr>
                <a:cxnSpLocks/>
              </p:cNvCxnSpPr>
              <p:nvPr>
                <p:custDataLst>
                  <p:tags r:id="rId14"/>
                </p:custDataLst>
              </p:nvPr>
            </p:nvCxnSpPr>
            <p:spPr>
              <a:xfrm flipV="1">
                <a:off x="3808006" y="1717767"/>
                <a:ext cx="2154268" cy="2720958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箭头连接符 386">
                <a:extLst>
                  <a:ext uri="{FF2B5EF4-FFF2-40B4-BE49-F238E27FC236}">
                    <a16:creationId xmlns:a16="http://schemas.microsoft.com/office/drawing/2014/main" id="{D013A1C5-4B01-4495-8CCF-151DD05978C9}"/>
                  </a:ext>
                </a:extLst>
              </p:cNvPr>
              <p:cNvCxnSpPr>
                <a:cxnSpLocks/>
              </p:cNvCxnSpPr>
              <p:nvPr>
                <p:custDataLst>
                  <p:tags r:id="rId15"/>
                </p:custDataLst>
              </p:nvPr>
            </p:nvCxnSpPr>
            <p:spPr>
              <a:xfrm flipH="1" flipV="1">
                <a:off x="4102724" y="2578235"/>
                <a:ext cx="1794053" cy="1411669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箭头连接符 387">
                <a:extLst>
                  <a:ext uri="{FF2B5EF4-FFF2-40B4-BE49-F238E27FC236}">
                    <a16:creationId xmlns:a16="http://schemas.microsoft.com/office/drawing/2014/main" id="{96BCFDEF-B72E-4AAB-93DD-5F1DD3C56F02}"/>
                  </a:ext>
                </a:extLst>
              </p:cNvPr>
              <p:cNvCxnSpPr>
                <a:cxnSpLocks/>
              </p:cNvCxnSpPr>
              <p:nvPr>
                <p:custDataLst>
                  <p:tags r:id="rId16"/>
                </p:custDataLst>
              </p:nvPr>
            </p:nvCxnSpPr>
            <p:spPr>
              <a:xfrm flipV="1">
                <a:off x="7135195" y="1829636"/>
                <a:ext cx="1129849" cy="1937794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箭头连接符 388">
                <a:extLst>
                  <a:ext uri="{FF2B5EF4-FFF2-40B4-BE49-F238E27FC236}">
                    <a16:creationId xmlns:a16="http://schemas.microsoft.com/office/drawing/2014/main" id="{FCEDC795-28A5-48CB-8F4E-E60FE2EC9F2F}"/>
                  </a:ext>
                </a:extLst>
              </p:cNvPr>
              <p:cNvCxnSpPr>
                <a:cxnSpLocks/>
              </p:cNvCxnSpPr>
              <p:nvPr>
                <p:custDataLst>
                  <p:tags r:id="rId17"/>
                </p:custDataLst>
              </p:nvPr>
            </p:nvCxnSpPr>
            <p:spPr>
              <a:xfrm flipV="1">
                <a:off x="6213022" y="2408124"/>
                <a:ext cx="980223" cy="159588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箭头连接符 389">
                <a:extLst>
                  <a:ext uri="{FF2B5EF4-FFF2-40B4-BE49-F238E27FC236}">
                    <a16:creationId xmlns:a16="http://schemas.microsoft.com/office/drawing/2014/main" id="{55E4883F-05F0-4879-B5E6-387458CA38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36763" y="2428501"/>
                <a:ext cx="151385" cy="1703664"/>
              </a:xfrm>
              <a:prstGeom prst="straightConnector1">
                <a:avLst/>
              </a:prstGeom>
              <a:ln w="28575">
                <a:solidFill>
                  <a:schemeClr val="accent4">
                    <a:lumMod val="75000"/>
                  </a:schemeClr>
                </a:solidFill>
                <a:headEnd type="none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等腰三角形 390">
                <a:extLst>
                  <a:ext uri="{FF2B5EF4-FFF2-40B4-BE49-F238E27FC236}">
                    <a16:creationId xmlns:a16="http://schemas.microsoft.com/office/drawing/2014/main" id="{347B2044-E260-4FB8-A808-F78BBE3F658D}"/>
                  </a:ext>
                </a:extLst>
              </p:cNvPr>
              <p:cNvSpPr/>
              <p:nvPr/>
            </p:nvSpPr>
            <p:spPr>
              <a:xfrm>
                <a:off x="2750033" y="2262882"/>
                <a:ext cx="2058863" cy="2623548"/>
              </a:xfrm>
              <a:prstGeom prst="triangle">
                <a:avLst>
                  <a:gd name="adj" fmla="val 50635"/>
                </a:avLst>
              </a:prstGeom>
              <a:gradFill>
                <a:gsLst>
                  <a:gs pos="100000">
                    <a:srgbClr val="E5D9A5">
                      <a:alpha val="22000"/>
                    </a:srgbClr>
                  </a:gs>
                  <a:gs pos="69000">
                    <a:schemeClr val="accent6">
                      <a:lumMod val="20000"/>
                      <a:lumOff val="80000"/>
                      <a:alpha val="0"/>
                    </a:schemeClr>
                  </a:gs>
                  <a:gs pos="40000">
                    <a:schemeClr val="accent6">
                      <a:lumMod val="60000"/>
                      <a:lumOff val="40000"/>
                    </a:schemeClr>
                  </a:gs>
                  <a:gs pos="0">
                    <a:schemeClr val="accent6">
                      <a:lumMod val="75000"/>
                      <a:alpha val="82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2" name="组合 391">
                <a:extLst>
                  <a:ext uri="{FF2B5EF4-FFF2-40B4-BE49-F238E27FC236}">
                    <a16:creationId xmlns:a16="http://schemas.microsoft.com/office/drawing/2014/main" id="{98C78A14-BD9F-46A4-8127-10AD1673685F}"/>
                  </a:ext>
                </a:extLst>
              </p:cNvPr>
              <p:cNvGrpSpPr/>
              <p:nvPr/>
            </p:nvGrpSpPr>
            <p:grpSpPr>
              <a:xfrm>
                <a:off x="2933927" y="1836352"/>
                <a:ext cx="1686900" cy="712790"/>
                <a:chOff x="6238129" y="272423"/>
                <a:chExt cx="1307458" cy="552459"/>
              </a:xfrm>
            </p:grpSpPr>
            <p:pic>
              <p:nvPicPr>
                <p:cNvPr id="489" name="图片 488">
                  <a:extLst>
                    <a:ext uri="{FF2B5EF4-FFF2-40B4-BE49-F238E27FC236}">
                      <a16:creationId xmlns:a16="http://schemas.microsoft.com/office/drawing/2014/main" id="{8C0585E6-D2C9-47B1-B1DF-553EB184643B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 rotWithShape="1">
                <a:blip r:embed="rId39">
                  <a:clrChange>
                    <a:clrFrom>
                      <a:srgbClr val="FEFEFE">
                        <a:alpha val="100000"/>
                      </a:srgbClr>
                    </a:clrFrom>
                    <a:clrTo>
                      <a:srgbClr val="FEFEFE">
                        <a:alpha val="100000"/>
                        <a:alpha val="0"/>
                      </a:srgbClr>
                    </a:clrTo>
                  </a:clrChange>
                </a:blip>
                <a:srcRect t="32190" r="-1080" b="28025"/>
                <a:stretch/>
              </p:blipFill>
              <p:spPr>
                <a:xfrm>
                  <a:off x="6238129" y="272423"/>
                  <a:ext cx="1307458" cy="5156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90" name="图片 489">
                  <a:extLst>
                    <a:ext uri="{FF2B5EF4-FFF2-40B4-BE49-F238E27FC236}">
                      <a16:creationId xmlns:a16="http://schemas.microsoft.com/office/drawing/2014/main" id="{D051542A-0570-459E-8B90-D9CA921A976C}"/>
                    </a:ext>
                  </a:extLst>
                </p:cNvPr>
                <p:cNvPicPr/>
                <p:nvPr>
                  <p:custDataLst>
                    <p:tags r:id="rId23"/>
                  </p:custDataLst>
                </p:nvPr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45100" y="469862"/>
                  <a:ext cx="315629" cy="355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393" name="等腰三角形 392">
                <a:extLst>
                  <a:ext uri="{FF2B5EF4-FFF2-40B4-BE49-F238E27FC236}">
                    <a16:creationId xmlns:a16="http://schemas.microsoft.com/office/drawing/2014/main" id="{8405EA81-9C5A-4C0C-8754-22FC8EB5EF41}"/>
                  </a:ext>
                </a:extLst>
              </p:cNvPr>
              <p:cNvSpPr/>
              <p:nvPr/>
            </p:nvSpPr>
            <p:spPr>
              <a:xfrm>
                <a:off x="5177558" y="1717767"/>
                <a:ext cx="1744371" cy="2464270"/>
              </a:xfrm>
              <a:prstGeom prst="triangle">
                <a:avLst>
                  <a:gd name="adj" fmla="val 50180"/>
                </a:avLst>
              </a:prstGeom>
              <a:gradFill>
                <a:gsLst>
                  <a:gs pos="100000">
                    <a:srgbClr val="E5D9A5">
                      <a:alpha val="3000"/>
                    </a:srgbClr>
                  </a:gs>
                  <a:gs pos="86000">
                    <a:srgbClr val="F7C787">
                      <a:alpha val="43000"/>
                    </a:srgbClr>
                  </a:gs>
                  <a:gs pos="69000">
                    <a:schemeClr val="accent6">
                      <a:lumMod val="20000"/>
                      <a:lumOff val="80000"/>
                      <a:alpha val="10000"/>
                    </a:schemeClr>
                  </a:gs>
                  <a:gs pos="40000">
                    <a:schemeClr val="accent6">
                      <a:lumMod val="60000"/>
                      <a:lumOff val="40000"/>
                      <a:alpha val="88000"/>
                    </a:schemeClr>
                  </a:gs>
                  <a:gs pos="0">
                    <a:schemeClr val="accent6">
                      <a:lumMod val="75000"/>
                      <a:alpha val="82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4" name="组合 393">
                <a:extLst>
                  <a:ext uri="{FF2B5EF4-FFF2-40B4-BE49-F238E27FC236}">
                    <a16:creationId xmlns:a16="http://schemas.microsoft.com/office/drawing/2014/main" id="{39537C94-C030-4117-86F5-09C75C1D4EFB}"/>
                  </a:ext>
                </a:extLst>
              </p:cNvPr>
              <p:cNvGrpSpPr/>
              <p:nvPr/>
            </p:nvGrpSpPr>
            <p:grpSpPr>
              <a:xfrm>
                <a:off x="5241433" y="1252457"/>
                <a:ext cx="1686900" cy="712790"/>
                <a:chOff x="6238129" y="272423"/>
                <a:chExt cx="1307458" cy="552459"/>
              </a:xfrm>
            </p:grpSpPr>
            <p:pic>
              <p:nvPicPr>
                <p:cNvPr id="487" name="图片 486">
                  <a:extLst>
                    <a:ext uri="{FF2B5EF4-FFF2-40B4-BE49-F238E27FC236}">
                      <a16:creationId xmlns:a16="http://schemas.microsoft.com/office/drawing/2014/main" id="{020D4406-F034-4717-BE6C-1FF45375096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 rotWithShape="1">
                <a:blip r:embed="rId39">
                  <a:clrChange>
                    <a:clrFrom>
                      <a:srgbClr val="FEFEFE">
                        <a:alpha val="100000"/>
                      </a:srgbClr>
                    </a:clrFrom>
                    <a:clrTo>
                      <a:srgbClr val="FEFEFE">
                        <a:alpha val="100000"/>
                        <a:alpha val="0"/>
                      </a:srgbClr>
                    </a:clrTo>
                  </a:clrChange>
                </a:blip>
                <a:srcRect t="32190" r="-1080" b="28025"/>
                <a:stretch/>
              </p:blipFill>
              <p:spPr>
                <a:xfrm>
                  <a:off x="6238129" y="272423"/>
                  <a:ext cx="1307458" cy="5156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88" name="图片 487">
                  <a:extLst>
                    <a:ext uri="{FF2B5EF4-FFF2-40B4-BE49-F238E27FC236}">
                      <a16:creationId xmlns:a16="http://schemas.microsoft.com/office/drawing/2014/main" id="{DEBE32CF-F35F-4D09-ADFA-F998DAAEBA3E}"/>
                    </a:ext>
                  </a:extLst>
                </p:cNvPr>
                <p:cNvPicPr/>
                <p:nvPr>
                  <p:custDataLst>
                    <p:tags r:id="rId21"/>
                  </p:custDataLst>
                </p:nvPr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45100" y="469862"/>
                  <a:ext cx="315629" cy="355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grpSp>
            <p:nvGrpSpPr>
              <p:cNvPr id="395" name="组合 394">
                <a:extLst>
                  <a:ext uri="{FF2B5EF4-FFF2-40B4-BE49-F238E27FC236}">
                    <a16:creationId xmlns:a16="http://schemas.microsoft.com/office/drawing/2014/main" id="{9E3E1152-B27E-4DDB-B70B-BD6C8B921175}"/>
                  </a:ext>
                </a:extLst>
              </p:cNvPr>
              <p:cNvGrpSpPr/>
              <p:nvPr/>
            </p:nvGrpSpPr>
            <p:grpSpPr>
              <a:xfrm>
                <a:off x="7559581" y="1255905"/>
                <a:ext cx="1686900" cy="712790"/>
                <a:chOff x="6238129" y="272423"/>
                <a:chExt cx="1307458" cy="552459"/>
              </a:xfrm>
            </p:grpSpPr>
            <p:pic>
              <p:nvPicPr>
                <p:cNvPr id="485" name="图片 484">
                  <a:extLst>
                    <a:ext uri="{FF2B5EF4-FFF2-40B4-BE49-F238E27FC236}">
                      <a16:creationId xmlns:a16="http://schemas.microsoft.com/office/drawing/2014/main" id="{4C46CF71-4B5C-4C6A-AA96-9CF90102AD5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 rotWithShape="1">
                <a:blip r:embed="rId39">
                  <a:clrChange>
                    <a:clrFrom>
                      <a:srgbClr val="FEFEFE">
                        <a:alpha val="100000"/>
                      </a:srgbClr>
                    </a:clrFrom>
                    <a:clrTo>
                      <a:srgbClr val="FEFEFE">
                        <a:alpha val="100000"/>
                        <a:alpha val="0"/>
                      </a:srgbClr>
                    </a:clrTo>
                  </a:clrChange>
                </a:blip>
                <a:srcRect t="32190" r="-1080" b="28025"/>
                <a:stretch/>
              </p:blipFill>
              <p:spPr>
                <a:xfrm>
                  <a:off x="6238129" y="272423"/>
                  <a:ext cx="1307458" cy="5156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86" name="图片 485">
                  <a:extLst>
                    <a:ext uri="{FF2B5EF4-FFF2-40B4-BE49-F238E27FC236}">
                      <a16:creationId xmlns:a16="http://schemas.microsoft.com/office/drawing/2014/main" id="{22D51203-84D5-4EAF-91F8-DE1A74EE4417}"/>
                    </a:ext>
                  </a:extLst>
                </p:cNvPr>
                <p:cNvPicPr/>
                <p:nvPr>
                  <p:custDataLst>
                    <p:tags r:id="rId19"/>
                  </p:custDataLst>
                </p:nvPr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45100" y="469862"/>
                  <a:ext cx="315629" cy="355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396" name="等腰三角形 395">
                <a:extLst>
                  <a:ext uri="{FF2B5EF4-FFF2-40B4-BE49-F238E27FC236}">
                    <a16:creationId xmlns:a16="http://schemas.microsoft.com/office/drawing/2014/main" id="{1CF0425D-016A-4481-9126-3BC9483F3CC7}"/>
                  </a:ext>
                </a:extLst>
              </p:cNvPr>
              <p:cNvSpPr/>
              <p:nvPr/>
            </p:nvSpPr>
            <p:spPr>
              <a:xfrm>
                <a:off x="6639720" y="2233698"/>
                <a:ext cx="1446229" cy="1723271"/>
              </a:xfrm>
              <a:prstGeom prst="triangle">
                <a:avLst>
                  <a:gd name="adj" fmla="val 53967"/>
                </a:avLst>
              </a:prstGeom>
              <a:gradFill>
                <a:gsLst>
                  <a:gs pos="100000">
                    <a:srgbClr val="E7A361">
                      <a:alpha val="9000"/>
                    </a:srgbClr>
                  </a:gs>
                  <a:gs pos="71000">
                    <a:srgbClr val="F7DDBB">
                      <a:alpha val="12941"/>
                    </a:srgbClr>
                  </a:gs>
                  <a:gs pos="49000">
                    <a:schemeClr val="accent2">
                      <a:lumMod val="40000"/>
                      <a:lumOff val="60000"/>
                      <a:alpha val="43000"/>
                    </a:schemeClr>
                  </a:gs>
                  <a:gs pos="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" name="等腰三角形 396">
                <a:extLst>
                  <a:ext uri="{FF2B5EF4-FFF2-40B4-BE49-F238E27FC236}">
                    <a16:creationId xmlns:a16="http://schemas.microsoft.com/office/drawing/2014/main" id="{9AD77CC9-02E7-4450-A480-4990A82E66FC}"/>
                  </a:ext>
                </a:extLst>
              </p:cNvPr>
              <p:cNvSpPr/>
              <p:nvPr/>
            </p:nvSpPr>
            <p:spPr>
              <a:xfrm>
                <a:off x="7164148" y="1783413"/>
                <a:ext cx="1773121" cy="2996850"/>
              </a:xfrm>
              <a:prstGeom prst="triangle">
                <a:avLst>
                  <a:gd name="adj" fmla="val 66330"/>
                </a:avLst>
              </a:prstGeom>
              <a:gradFill>
                <a:gsLst>
                  <a:gs pos="100000">
                    <a:srgbClr val="E5D9A5">
                      <a:alpha val="3000"/>
                    </a:srgbClr>
                  </a:gs>
                  <a:gs pos="86000">
                    <a:srgbClr val="F7C787">
                      <a:alpha val="43000"/>
                    </a:srgbClr>
                  </a:gs>
                  <a:gs pos="69000">
                    <a:schemeClr val="accent6">
                      <a:lumMod val="20000"/>
                      <a:lumOff val="80000"/>
                      <a:alpha val="10000"/>
                    </a:schemeClr>
                  </a:gs>
                  <a:gs pos="40000">
                    <a:schemeClr val="accent6">
                      <a:lumMod val="60000"/>
                      <a:lumOff val="40000"/>
                      <a:alpha val="88000"/>
                    </a:schemeClr>
                  </a:gs>
                  <a:gs pos="0">
                    <a:schemeClr val="accent6">
                      <a:lumMod val="75000"/>
                      <a:alpha val="82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8" name="组合 397">
                <a:extLst>
                  <a:ext uri="{FF2B5EF4-FFF2-40B4-BE49-F238E27FC236}">
                    <a16:creationId xmlns:a16="http://schemas.microsoft.com/office/drawing/2014/main" id="{FEF9AA62-F259-460A-B5E0-8C54CB2A3D09}"/>
                  </a:ext>
                </a:extLst>
              </p:cNvPr>
              <p:cNvGrpSpPr/>
              <p:nvPr/>
            </p:nvGrpSpPr>
            <p:grpSpPr>
              <a:xfrm>
                <a:off x="6643362" y="1664335"/>
                <a:ext cx="1421005" cy="757220"/>
                <a:chOff x="9634596" y="2468277"/>
                <a:chExt cx="1421005" cy="757220"/>
              </a:xfrm>
            </p:grpSpPr>
            <p:pic>
              <p:nvPicPr>
                <p:cNvPr id="483" name="图片 482">
                  <a:extLst>
                    <a:ext uri="{FF2B5EF4-FFF2-40B4-BE49-F238E27FC236}">
                      <a16:creationId xmlns:a16="http://schemas.microsoft.com/office/drawing/2014/main" id="{3AFBC026-76C4-4FC6-BD19-74EB920BEB7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34596" y="2468277"/>
                  <a:ext cx="1421005" cy="757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84" name="图片 483">
                  <a:extLst>
                    <a:ext uri="{FF2B5EF4-FFF2-40B4-BE49-F238E27FC236}">
                      <a16:creationId xmlns:a16="http://schemas.microsoft.com/office/drawing/2014/main" id="{171847CC-DAFF-47C6-87DB-68D8F95283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10452800" y="2887438"/>
                  <a:ext cx="308565" cy="324628"/>
                </a:xfrm>
                <a:prstGeom prst="rect">
                  <a:avLst/>
                </a:prstGeom>
              </p:spPr>
            </p:pic>
          </p:grpSp>
          <p:pic>
            <p:nvPicPr>
              <p:cNvPr id="399" name="图片 398">
                <a:extLst>
                  <a:ext uri="{FF2B5EF4-FFF2-40B4-BE49-F238E27FC236}">
                    <a16:creationId xmlns:a16="http://schemas.microsoft.com/office/drawing/2014/main" id="{9044614F-2F47-4095-BD17-89A6F4E577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8669555" y="2837093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00" name="图片 399">
                <a:extLst>
                  <a:ext uri="{FF2B5EF4-FFF2-40B4-BE49-F238E27FC236}">
                    <a16:creationId xmlns:a16="http://schemas.microsoft.com/office/drawing/2014/main" id="{632DFD17-0859-469B-AF0A-D87E39D7ED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8919114" y="2881983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01" name="图片 400">
                <a:extLst>
                  <a:ext uri="{FF2B5EF4-FFF2-40B4-BE49-F238E27FC236}">
                    <a16:creationId xmlns:a16="http://schemas.microsoft.com/office/drawing/2014/main" id="{028537C9-3085-4954-9C7C-CDC222379F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9228433" y="2770683"/>
                <a:ext cx="593770" cy="609112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02" name="图片 401">
                <a:extLst>
                  <a:ext uri="{FF2B5EF4-FFF2-40B4-BE49-F238E27FC236}">
                    <a16:creationId xmlns:a16="http://schemas.microsoft.com/office/drawing/2014/main" id="{DACEFB4A-4EE9-4693-A699-DF83AB342E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9587420" y="2881639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403" name="组合 402">
                <a:extLst>
                  <a:ext uri="{FF2B5EF4-FFF2-40B4-BE49-F238E27FC236}">
                    <a16:creationId xmlns:a16="http://schemas.microsoft.com/office/drawing/2014/main" id="{F5DAB17C-A27B-4258-9A7C-5142ADF269F7}"/>
                  </a:ext>
                </a:extLst>
              </p:cNvPr>
              <p:cNvGrpSpPr/>
              <p:nvPr/>
            </p:nvGrpSpPr>
            <p:grpSpPr>
              <a:xfrm>
                <a:off x="5203765" y="4338031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81" name="图片 480">
                  <a:extLst>
                    <a:ext uri="{FF2B5EF4-FFF2-40B4-BE49-F238E27FC236}">
                      <a16:creationId xmlns:a16="http://schemas.microsoft.com/office/drawing/2014/main" id="{47A3B9EA-4878-4B77-AA6E-1ACADE195E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82" name="图片 481">
                  <a:extLst>
                    <a:ext uri="{FF2B5EF4-FFF2-40B4-BE49-F238E27FC236}">
                      <a16:creationId xmlns:a16="http://schemas.microsoft.com/office/drawing/2014/main" id="{1473AF87-7C15-43E7-871F-685C181C2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grpSp>
            <p:nvGrpSpPr>
              <p:cNvPr id="404" name="组合 403">
                <a:extLst>
                  <a:ext uri="{FF2B5EF4-FFF2-40B4-BE49-F238E27FC236}">
                    <a16:creationId xmlns:a16="http://schemas.microsoft.com/office/drawing/2014/main" id="{FA6FDBC4-79E9-4D7B-A03F-ADC78D5283F2}"/>
                  </a:ext>
                </a:extLst>
              </p:cNvPr>
              <p:cNvGrpSpPr/>
              <p:nvPr/>
            </p:nvGrpSpPr>
            <p:grpSpPr>
              <a:xfrm>
                <a:off x="7154745" y="3788048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9" name="图片 478">
                  <a:extLst>
                    <a:ext uri="{FF2B5EF4-FFF2-40B4-BE49-F238E27FC236}">
                      <a16:creationId xmlns:a16="http://schemas.microsoft.com/office/drawing/2014/main" id="{B103D9AB-5579-438C-888B-5C45089F07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80" name="图片 479">
                  <a:extLst>
                    <a:ext uri="{FF2B5EF4-FFF2-40B4-BE49-F238E27FC236}">
                      <a16:creationId xmlns:a16="http://schemas.microsoft.com/office/drawing/2014/main" id="{75CB64F7-F780-44E1-8364-F83A01C964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grpSp>
            <p:nvGrpSpPr>
              <p:cNvPr id="405" name="组合 404">
                <a:extLst>
                  <a:ext uri="{FF2B5EF4-FFF2-40B4-BE49-F238E27FC236}">
                    <a16:creationId xmlns:a16="http://schemas.microsoft.com/office/drawing/2014/main" id="{FEDB47B9-B03F-4B73-9729-47D1AD58E007}"/>
                  </a:ext>
                </a:extLst>
              </p:cNvPr>
              <p:cNvGrpSpPr/>
              <p:nvPr/>
            </p:nvGrpSpPr>
            <p:grpSpPr>
              <a:xfrm>
                <a:off x="4794506" y="5015321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7" name="图片 476">
                  <a:extLst>
                    <a:ext uri="{FF2B5EF4-FFF2-40B4-BE49-F238E27FC236}">
                      <a16:creationId xmlns:a16="http://schemas.microsoft.com/office/drawing/2014/main" id="{A2FDC69F-69AD-4C61-9CC7-DB11294514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8" name="图片 477">
                  <a:extLst>
                    <a:ext uri="{FF2B5EF4-FFF2-40B4-BE49-F238E27FC236}">
                      <a16:creationId xmlns:a16="http://schemas.microsoft.com/office/drawing/2014/main" id="{0423842E-2269-482A-AB7B-F0A247BDE9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06" name="图片 405">
                <a:extLst>
                  <a:ext uri="{FF2B5EF4-FFF2-40B4-BE49-F238E27FC236}">
                    <a16:creationId xmlns:a16="http://schemas.microsoft.com/office/drawing/2014/main" id="{B266D2DA-2D30-435C-8C21-C5F321C704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3658592" y="5378671"/>
                <a:ext cx="486060" cy="51005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07" name="图片 406">
                <a:extLst>
                  <a:ext uri="{FF2B5EF4-FFF2-40B4-BE49-F238E27FC236}">
                    <a16:creationId xmlns:a16="http://schemas.microsoft.com/office/drawing/2014/main" id="{646F1B4C-5BBA-4A2B-A6AF-B5FF145B42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7683242" y="4035213"/>
                <a:ext cx="437274" cy="4185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grpSp>
            <p:nvGrpSpPr>
              <p:cNvPr id="408" name="组合 407">
                <a:extLst>
                  <a:ext uri="{FF2B5EF4-FFF2-40B4-BE49-F238E27FC236}">
                    <a16:creationId xmlns:a16="http://schemas.microsoft.com/office/drawing/2014/main" id="{B6B0C0E7-ADC8-49FF-879B-2B7BD340B8EE}"/>
                  </a:ext>
                </a:extLst>
              </p:cNvPr>
              <p:cNvGrpSpPr/>
              <p:nvPr/>
            </p:nvGrpSpPr>
            <p:grpSpPr>
              <a:xfrm>
                <a:off x="3604961" y="3756637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5" name="图片 474">
                  <a:extLst>
                    <a:ext uri="{FF2B5EF4-FFF2-40B4-BE49-F238E27FC236}">
                      <a16:creationId xmlns:a16="http://schemas.microsoft.com/office/drawing/2014/main" id="{0F3E1186-71E5-4D66-A469-3364E9428E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6" name="图片 475">
                  <a:extLst>
                    <a:ext uri="{FF2B5EF4-FFF2-40B4-BE49-F238E27FC236}">
                      <a16:creationId xmlns:a16="http://schemas.microsoft.com/office/drawing/2014/main" id="{524BEFC9-EEEC-4828-B39F-47AE7965D4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09" name="图片 408">
                <a:extLst>
                  <a:ext uri="{FF2B5EF4-FFF2-40B4-BE49-F238E27FC236}">
                    <a16:creationId xmlns:a16="http://schemas.microsoft.com/office/drawing/2014/main" id="{039DC965-2390-4C06-B6C6-274723BEA3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5" t="23373" r="80562" b="21553"/>
              <a:stretch/>
            </p:blipFill>
            <p:spPr>
              <a:xfrm>
                <a:off x="5596103" y="4728575"/>
                <a:ext cx="476618" cy="53192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0000"/>
                  </a:prstClr>
                </a:outerShdw>
              </a:effectLst>
            </p:spPr>
          </p:pic>
          <p:pic>
            <p:nvPicPr>
              <p:cNvPr id="410" name="图片 409">
                <a:extLst>
                  <a:ext uri="{FF2B5EF4-FFF2-40B4-BE49-F238E27FC236}">
                    <a16:creationId xmlns:a16="http://schemas.microsoft.com/office/drawing/2014/main" id="{DAA1D849-D5B3-46DE-A1DD-D12794A68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426585" y="3679120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11" name="图片 410">
                <a:extLst>
                  <a:ext uri="{FF2B5EF4-FFF2-40B4-BE49-F238E27FC236}">
                    <a16:creationId xmlns:a16="http://schemas.microsoft.com/office/drawing/2014/main" id="{7A311409-72CF-4AC7-99BE-3B38CA2AF2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6718940" y="4356489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14" name="图片 413">
                <a:extLst>
                  <a:ext uri="{FF2B5EF4-FFF2-40B4-BE49-F238E27FC236}">
                    <a16:creationId xmlns:a16="http://schemas.microsoft.com/office/drawing/2014/main" id="{D8F489B1-5D00-4835-8739-EBFF6CE237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5623004" y="3207975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16" name="图片 415">
                <a:extLst>
                  <a:ext uri="{FF2B5EF4-FFF2-40B4-BE49-F238E27FC236}">
                    <a16:creationId xmlns:a16="http://schemas.microsoft.com/office/drawing/2014/main" id="{8815DB5D-DD2B-43F1-9C3E-AC026D6419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6678897" y="3207243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17" name="图片 416">
                <a:extLst>
                  <a:ext uri="{FF2B5EF4-FFF2-40B4-BE49-F238E27FC236}">
                    <a16:creationId xmlns:a16="http://schemas.microsoft.com/office/drawing/2014/main" id="{08B21AE1-EB69-4CF4-B5E7-8A0421B811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7612781" y="3207154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19" name="图片 418">
                <a:extLst>
                  <a:ext uri="{FF2B5EF4-FFF2-40B4-BE49-F238E27FC236}">
                    <a16:creationId xmlns:a16="http://schemas.microsoft.com/office/drawing/2014/main" id="{A8C85FB9-310C-427D-8FCE-42B8DCC6BE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8849952" y="3207153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20" name="图片 419">
                <a:extLst>
                  <a:ext uri="{FF2B5EF4-FFF2-40B4-BE49-F238E27FC236}">
                    <a16:creationId xmlns:a16="http://schemas.microsoft.com/office/drawing/2014/main" id="{946F87D1-429D-4AA9-8A1D-A79B32C640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7301906" y="3460008"/>
                <a:ext cx="375167" cy="283733"/>
              </a:xfrm>
              <a:prstGeom prst="rect">
                <a:avLst/>
              </a:prstGeom>
            </p:spPr>
          </p:pic>
          <p:grpSp>
            <p:nvGrpSpPr>
              <p:cNvPr id="421" name="组合 420">
                <a:extLst>
                  <a:ext uri="{FF2B5EF4-FFF2-40B4-BE49-F238E27FC236}">
                    <a16:creationId xmlns:a16="http://schemas.microsoft.com/office/drawing/2014/main" id="{E8394EE4-274B-4C7B-A80D-6A736B9A7B1C}"/>
                  </a:ext>
                </a:extLst>
              </p:cNvPr>
              <p:cNvGrpSpPr/>
              <p:nvPr/>
            </p:nvGrpSpPr>
            <p:grpSpPr>
              <a:xfrm>
                <a:off x="7403619" y="3475220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3" name="图片 472">
                  <a:extLst>
                    <a:ext uri="{FF2B5EF4-FFF2-40B4-BE49-F238E27FC236}">
                      <a16:creationId xmlns:a16="http://schemas.microsoft.com/office/drawing/2014/main" id="{4F3CC76A-9946-4182-BBC9-ECC10FE093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4" name="图片 473">
                  <a:extLst>
                    <a:ext uri="{FF2B5EF4-FFF2-40B4-BE49-F238E27FC236}">
                      <a16:creationId xmlns:a16="http://schemas.microsoft.com/office/drawing/2014/main" id="{5C3EE153-0044-44D7-B943-4DB533451A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22" name="图片 421">
                <a:extLst>
                  <a:ext uri="{FF2B5EF4-FFF2-40B4-BE49-F238E27FC236}">
                    <a16:creationId xmlns:a16="http://schemas.microsoft.com/office/drawing/2014/main" id="{07612EFC-271A-4738-BA9D-DF9C6F6E0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49284" y="5061285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23" name="图片 422">
                <a:extLst>
                  <a:ext uri="{FF2B5EF4-FFF2-40B4-BE49-F238E27FC236}">
                    <a16:creationId xmlns:a16="http://schemas.microsoft.com/office/drawing/2014/main" id="{F8EE9DFB-373B-49D6-978E-6FB5171554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6244374" y="4714776"/>
                <a:ext cx="554041" cy="581393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24" name="图片 423">
                <a:extLst>
                  <a:ext uri="{FF2B5EF4-FFF2-40B4-BE49-F238E27FC236}">
                    <a16:creationId xmlns:a16="http://schemas.microsoft.com/office/drawing/2014/main" id="{03991725-0441-43A5-B65A-CF159595A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4740284" y="3949338"/>
                <a:ext cx="437274" cy="4185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25" name="图片 424">
                <a:extLst>
                  <a:ext uri="{FF2B5EF4-FFF2-40B4-BE49-F238E27FC236}">
                    <a16:creationId xmlns:a16="http://schemas.microsoft.com/office/drawing/2014/main" id="{B2478F1A-F1F7-4281-9B14-2531D12F54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3118986" y="5368760"/>
                <a:ext cx="476725" cy="489043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grpSp>
            <p:nvGrpSpPr>
              <p:cNvPr id="426" name="组合 425">
                <a:extLst>
                  <a:ext uri="{FF2B5EF4-FFF2-40B4-BE49-F238E27FC236}">
                    <a16:creationId xmlns:a16="http://schemas.microsoft.com/office/drawing/2014/main" id="{256DA7BB-63E7-4CE3-B10B-E04B641F2790}"/>
                  </a:ext>
                </a:extLst>
              </p:cNvPr>
              <p:cNvGrpSpPr/>
              <p:nvPr/>
            </p:nvGrpSpPr>
            <p:grpSpPr>
              <a:xfrm>
                <a:off x="6430801" y="5257851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1" name="图片 470">
                  <a:extLst>
                    <a:ext uri="{FF2B5EF4-FFF2-40B4-BE49-F238E27FC236}">
                      <a16:creationId xmlns:a16="http://schemas.microsoft.com/office/drawing/2014/main" id="{DB831CE5-18B6-4F3F-B92D-147A7F5FF9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2" name="图片 471">
                  <a:extLst>
                    <a:ext uri="{FF2B5EF4-FFF2-40B4-BE49-F238E27FC236}">
                      <a16:creationId xmlns:a16="http://schemas.microsoft.com/office/drawing/2014/main" id="{9D4BA67F-6E08-4804-A25A-190D6FC549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27" name="图片 426">
                <a:extLst>
                  <a:ext uri="{FF2B5EF4-FFF2-40B4-BE49-F238E27FC236}">
                    <a16:creationId xmlns:a16="http://schemas.microsoft.com/office/drawing/2014/main" id="{0510C5D6-9269-4A88-9A98-FF4415A5C9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5435457" y="5281881"/>
                <a:ext cx="437274" cy="4185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28" name="图片 427">
                <a:extLst>
                  <a:ext uri="{FF2B5EF4-FFF2-40B4-BE49-F238E27FC236}">
                    <a16:creationId xmlns:a16="http://schemas.microsoft.com/office/drawing/2014/main" id="{A2E8DDAE-AF21-4055-93AD-063E1BBF36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7910661" y="5378799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30" name="图片 429">
                <a:extLst>
                  <a:ext uri="{FF2B5EF4-FFF2-40B4-BE49-F238E27FC236}">
                    <a16:creationId xmlns:a16="http://schemas.microsoft.com/office/drawing/2014/main" id="{D6F6CD72-852C-464A-B3BA-FE98FEF371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7437854" y="5378444"/>
                <a:ext cx="554041" cy="581393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31" name="图片 430">
                <a:extLst>
                  <a:ext uri="{FF2B5EF4-FFF2-40B4-BE49-F238E27FC236}">
                    <a16:creationId xmlns:a16="http://schemas.microsoft.com/office/drawing/2014/main" id="{561401D3-F5CF-4EF2-A109-7F02523947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6985222" y="5348034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32" name="图片 431">
                <a:extLst>
                  <a:ext uri="{FF2B5EF4-FFF2-40B4-BE49-F238E27FC236}">
                    <a16:creationId xmlns:a16="http://schemas.microsoft.com/office/drawing/2014/main" id="{60A1D62F-7B05-45FE-AB47-9FDFACB5EB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8447840" y="4817131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33" name="图片 432">
                <a:extLst>
                  <a:ext uri="{FF2B5EF4-FFF2-40B4-BE49-F238E27FC236}">
                    <a16:creationId xmlns:a16="http://schemas.microsoft.com/office/drawing/2014/main" id="{47EDE06B-FE34-444B-993C-E7B2AFD437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8698231" y="4347064"/>
                <a:ext cx="554041" cy="581393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37" name="图片 436">
                <a:extLst>
                  <a:ext uri="{FF2B5EF4-FFF2-40B4-BE49-F238E27FC236}">
                    <a16:creationId xmlns:a16="http://schemas.microsoft.com/office/drawing/2014/main" id="{CE514FA7-CE25-410E-B70D-703B6A136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64236" y="4306995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39" name="图片 438">
                <a:extLst>
                  <a:ext uri="{FF2B5EF4-FFF2-40B4-BE49-F238E27FC236}">
                    <a16:creationId xmlns:a16="http://schemas.microsoft.com/office/drawing/2014/main" id="{18044831-DA52-4865-9B71-7AFE10A006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6000" t="6790" r="37199" b="55755"/>
              <a:stretch/>
            </p:blipFill>
            <p:spPr>
              <a:xfrm>
                <a:off x="8831745" y="3873111"/>
                <a:ext cx="310890" cy="255571"/>
              </a:xfrm>
              <a:prstGeom prst="rect">
                <a:avLst/>
              </a:prstGeom>
              <a:effectLst/>
            </p:spPr>
          </p:pic>
          <p:grpSp>
            <p:nvGrpSpPr>
              <p:cNvPr id="441" name="组合 440">
                <a:extLst>
                  <a:ext uri="{FF2B5EF4-FFF2-40B4-BE49-F238E27FC236}">
                    <a16:creationId xmlns:a16="http://schemas.microsoft.com/office/drawing/2014/main" id="{66D7D1DB-240E-46CF-8D80-AB6BA936A442}"/>
                  </a:ext>
                </a:extLst>
              </p:cNvPr>
              <p:cNvGrpSpPr/>
              <p:nvPr/>
            </p:nvGrpSpPr>
            <p:grpSpPr>
              <a:xfrm>
                <a:off x="7269441" y="4963958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69" name="图片 468">
                  <a:extLst>
                    <a:ext uri="{FF2B5EF4-FFF2-40B4-BE49-F238E27FC236}">
                      <a16:creationId xmlns:a16="http://schemas.microsoft.com/office/drawing/2014/main" id="{D859AB5B-1573-45F4-9343-24F54B816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0" name="图片 469">
                  <a:extLst>
                    <a:ext uri="{FF2B5EF4-FFF2-40B4-BE49-F238E27FC236}">
                      <a16:creationId xmlns:a16="http://schemas.microsoft.com/office/drawing/2014/main" id="{B595F869-3FBD-449F-BA1A-8AFFDD34AD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grpSp>
            <p:nvGrpSpPr>
              <p:cNvPr id="442" name="组合 441">
                <a:extLst>
                  <a:ext uri="{FF2B5EF4-FFF2-40B4-BE49-F238E27FC236}">
                    <a16:creationId xmlns:a16="http://schemas.microsoft.com/office/drawing/2014/main" id="{9C5E2560-06EF-47BC-BE45-53BE9E44E803}"/>
                  </a:ext>
                </a:extLst>
              </p:cNvPr>
              <p:cNvGrpSpPr/>
              <p:nvPr/>
            </p:nvGrpSpPr>
            <p:grpSpPr>
              <a:xfrm>
                <a:off x="6851839" y="3508978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67" name="图片 466">
                  <a:extLst>
                    <a:ext uri="{FF2B5EF4-FFF2-40B4-BE49-F238E27FC236}">
                      <a16:creationId xmlns:a16="http://schemas.microsoft.com/office/drawing/2014/main" id="{32AFB3C2-4D38-4326-9380-C1315A3594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68" name="图片 467">
                  <a:extLst>
                    <a:ext uri="{FF2B5EF4-FFF2-40B4-BE49-F238E27FC236}">
                      <a16:creationId xmlns:a16="http://schemas.microsoft.com/office/drawing/2014/main" id="{1247E53B-6C77-40B5-A288-EDE8E1E706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sp>
            <p:nvSpPr>
              <p:cNvPr id="443" name="任意多边形: 形状 442">
                <a:extLst>
                  <a:ext uri="{FF2B5EF4-FFF2-40B4-BE49-F238E27FC236}">
                    <a16:creationId xmlns:a16="http://schemas.microsoft.com/office/drawing/2014/main" id="{0A3321F1-1A49-4C32-95DE-B9DC5541ADCE}"/>
                  </a:ext>
                </a:extLst>
              </p:cNvPr>
              <p:cNvSpPr/>
              <p:nvPr/>
            </p:nvSpPr>
            <p:spPr>
              <a:xfrm>
                <a:off x="5795905" y="4492506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任意多边形: 形状 443">
                <a:extLst>
                  <a:ext uri="{FF2B5EF4-FFF2-40B4-BE49-F238E27FC236}">
                    <a16:creationId xmlns:a16="http://schemas.microsoft.com/office/drawing/2014/main" id="{DE103C56-5A27-478C-97C7-106976649857}"/>
                  </a:ext>
                </a:extLst>
              </p:cNvPr>
              <p:cNvSpPr/>
              <p:nvPr/>
            </p:nvSpPr>
            <p:spPr>
              <a:xfrm>
                <a:off x="5349807" y="3957153"/>
                <a:ext cx="72491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5" name="任意多边形: 形状 444">
                <a:extLst>
                  <a:ext uri="{FF2B5EF4-FFF2-40B4-BE49-F238E27FC236}">
                    <a16:creationId xmlns:a16="http://schemas.microsoft.com/office/drawing/2014/main" id="{F1AB3B96-4E2F-406E-A363-5B725C243330}"/>
                  </a:ext>
                </a:extLst>
              </p:cNvPr>
              <p:cNvSpPr/>
              <p:nvPr/>
            </p:nvSpPr>
            <p:spPr>
              <a:xfrm>
                <a:off x="3971396" y="4479998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6" name="任意多边形: 形状 445">
                <a:extLst>
                  <a:ext uri="{FF2B5EF4-FFF2-40B4-BE49-F238E27FC236}">
                    <a16:creationId xmlns:a16="http://schemas.microsoft.com/office/drawing/2014/main" id="{1A3470B1-DE3C-4CDB-A47C-4862212A713D}"/>
                  </a:ext>
                </a:extLst>
              </p:cNvPr>
              <p:cNvSpPr/>
              <p:nvPr/>
            </p:nvSpPr>
            <p:spPr>
              <a:xfrm>
                <a:off x="4533184" y="3753284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47" name="图片 446">
                <a:extLst>
                  <a:ext uri="{FF2B5EF4-FFF2-40B4-BE49-F238E27FC236}">
                    <a16:creationId xmlns:a16="http://schemas.microsoft.com/office/drawing/2014/main" id="{59EE79DA-3714-4AB8-BE32-FC42BE6D72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77822" y="467275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48" name="图片 447">
                <a:extLst>
                  <a:ext uri="{FF2B5EF4-FFF2-40B4-BE49-F238E27FC236}">
                    <a16:creationId xmlns:a16="http://schemas.microsoft.com/office/drawing/2014/main" id="{3BFC6F6D-5755-46F0-A3FC-3A92BB097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65044" y="430805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2" name="图片 451">
                <a:extLst>
                  <a:ext uri="{FF2B5EF4-FFF2-40B4-BE49-F238E27FC236}">
                    <a16:creationId xmlns:a16="http://schemas.microsoft.com/office/drawing/2014/main" id="{5718AEF0-AC78-4ABF-A6B2-6F20005D6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32326" y="3858348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4" name="图片 453">
                <a:extLst>
                  <a:ext uri="{FF2B5EF4-FFF2-40B4-BE49-F238E27FC236}">
                    <a16:creationId xmlns:a16="http://schemas.microsoft.com/office/drawing/2014/main" id="{9948CAA4-8857-4FC9-9A76-40D66F2F0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20533" y="378665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5" name="图片 454">
                <a:extLst>
                  <a:ext uri="{FF2B5EF4-FFF2-40B4-BE49-F238E27FC236}">
                    <a16:creationId xmlns:a16="http://schemas.microsoft.com/office/drawing/2014/main" id="{635E234A-FD4B-4469-828E-CFA0910D8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69909" y="3511176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6" name="图片 455">
                <a:extLst>
                  <a:ext uri="{FF2B5EF4-FFF2-40B4-BE49-F238E27FC236}">
                    <a16:creationId xmlns:a16="http://schemas.microsoft.com/office/drawing/2014/main" id="{C34A1581-FCF0-467D-BB96-84FF3E3CF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63427" y="4680136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7" name="图片 456">
                <a:extLst>
                  <a:ext uri="{FF2B5EF4-FFF2-40B4-BE49-F238E27FC236}">
                    <a16:creationId xmlns:a16="http://schemas.microsoft.com/office/drawing/2014/main" id="{D86FF8C4-4BB8-4521-9437-8D5167E514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71763" y="4271116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8" name="图片 457">
                <a:extLst>
                  <a:ext uri="{FF2B5EF4-FFF2-40B4-BE49-F238E27FC236}">
                    <a16:creationId xmlns:a16="http://schemas.microsoft.com/office/drawing/2014/main" id="{181C24EA-CDC7-47C7-9C95-69ECB54F3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01333" y="4347814"/>
                <a:ext cx="429948" cy="537435"/>
              </a:xfrm>
              <a:prstGeom prst="rect">
                <a:avLst/>
              </a:prstGeom>
            </p:spPr>
          </p:pic>
          <p:cxnSp>
            <p:nvCxnSpPr>
              <p:cNvPr id="459" name="直接箭头连接符 458">
                <a:extLst>
                  <a:ext uri="{FF2B5EF4-FFF2-40B4-BE49-F238E27FC236}">
                    <a16:creationId xmlns:a16="http://schemas.microsoft.com/office/drawing/2014/main" id="{C3F36F58-55B5-4998-8F21-6E21EDEBF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6142" y="2450806"/>
                <a:ext cx="29882" cy="2270141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prstDash val="solid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1" name="图片 460">
                <a:extLst>
                  <a:ext uri="{FF2B5EF4-FFF2-40B4-BE49-F238E27FC236}">
                    <a16:creationId xmlns:a16="http://schemas.microsoft.com/office/drawing/2014/main" id="{5D84ACEF-EE2E-46AF-8F94-F15CAFAA6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75870" y="3875953"/>
                <a:ext cx="429948" cy="537435"/>
              </a:xfrm>
              <a:prstGeom prst="rect">
                <a:avLst/>
              </a:prstGeom>
            </p:spPr>
          </p:pic>
          <p:cxnSp>
            <p:nvCxnSpPr>
              <p:cNvPr id="462" name="曲线连接符 52">
                <a:extLst>
                  <a:ext uri="{FF2B5EF4-FFF2-40B4-BE49-F238E27FC236}">
                    <a16:creationId xmlns:a16="http://schemas.microsoft.com/office/drawing/2014/main" id="{C540F72A-F4BA-407A-8E2B-CB011C8908C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157756" y="2170335"/>
                <a:ext cx="3903319" cy="1196484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接箭头连接符 463">
                <a:extLst>
                  <a:ext uri="{FF2B5EF4-FFF2-40B4-BE49-F238E27FC236}">
                    <a16:creationId xmlns:a16="http://schemas.microsoft.com/office/drawing/2014/main" id="{3DDA8FB4-DBFB-4442-853B-550144F017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17303" y="2057416"/>
                <a:ext cx="315057" cy="2409390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prstDash val="solid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接箭头连接符 464">
                <a:extLst>
                  <a:ext uri="{FF2B5EF4-FFF2-40B4-BE49-F238E27FC236}">
                    <a16:creationId xmlns:a16="http://schemas.microsoft.com/office/drawing/2014/main" id="{DFB7BA07-0E66-4AA0-9DD0-F544471A2A26}"/>
                  </a:ext>
                </a:extLst>
              </p:cNvPr>
              <p:cNvCxnSpPr>
                <a:cxnSpLocks/>
                <a:endCxn id="393" idx="3"/>
              </p:cNvCxnSpPr>
              <p:nvPr/>
            </p:nvCxnSpPr>
            <p:spPr>
              <a:xfrm flipH="1">
                <a:off x="6052883" y="1917172"/>
                <a:ext cx="1265" cy="2264865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prstDash val="solid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6" name="图片 465">
                <a:extLst>
                  <a:ext uri="{FF2B5EF4-FFF2-40B4-BE49-F238E27FC236}">
                    <a16:creationId xmlns:a16="http://schemas.microsoft.com/office/drawing/2014/main" id="{4EB317F9-A4C9-4B1F-96C3-8284BD8C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17047" y="4758007"/>
                <a:ext cx="429948" cy="537435"/>
              </a:xfrm>
              <a:prstGeom prst="rect">
                <a:avLst/>
              </a:prstGeom>
            </p:spPr>
          </p:pic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2F9084B-E734-4F1B-8303-A9F700A66F24}"/>
              </a:ext>
            </a:extLst>
          </p:cNvPr>
          <p:cNvGrpSpPr/>
          <p:nvPr/>
        </p:nvGrpSpPr>
        <p:grpSpPr>
          <a:xfrm>
            <a:off x="6157836" y="1197905"/>
            <a:ext cx="1272182" cy="1547629"/>
            <a:chOff x="5554652" y="1642752"/>
            <a:chExt cx="1272182" cy="1547629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62FB98E-150D-452E-AEEE-28C27CCE5A85}"/>
                </a:ext>
              </a:extLst>
            </p:cNvPr>
            <p:cNvSpPr/>
            <p:nvPr/>
          </p:nvSpPr>
          <p:spPr>
            <a:xfrm>
              <a:off x="5568389" y="1643979"/>
              <a:ext cx="1252912" cy="1546402"/>
            </a:xfrm>
            <a:prstGeom prst="roundRect">
              <a:avLst>
                <a:gd name="adj" fmla="val 6874"/>
              </a:avLst>
            </a:prstGeom>
            <a:solidFill>
              <a:srgbClr val="EFB285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F3D8A05-764C-440D-B217-ADD2C575563C}"/>
                </a:ext>
              </a:extLst>
            </p:cNvPr>
            <p:cNvSpPr txBox="1"/>
            <p:nvPr/>
          </p:nvSpPr>
          <p:spPr>
            <a:xfrm>
              <a:off x="5554652" y="1642752"/>
              <a:ext cx="12721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Actor network</a:t>
              </a:r>
            </a:p>
          </p:txBody>
        </p:sp>
        <p:grpSp>
          <p:nvGrpSpPr>
            <p:cNvPr id="560" name="组合 559">
              <a:extLst>
                <a:ext uri="{FF2B5EF4-FFF2-40B4-BE49-F238E27FC236}">
                  <a16:creationId xmlns:a16="http://schemas.microsoft.com/office/drawing/2014/main" id="{6F08D9CD-3125-488E-9E1F-AE850B62D93A}"/>
                </a:ext>
              </a:extLst>
            </p:cNvPr>
            <p:cNvGrpSpPr/>
            <p:nvPr/>
          </p:nvGrpSpPr>
          <p:grpSpPr>
            <a:xfrm>
              <a:off x="5755378" y="1913586"/>
              <a:ext cx="870731" cy="1230730"/>
              <a:chOff x="3074124" y="1974065"/>
              <a:chExt cx="1992038" cy="2815638"/>
            </a:xfrm>
          </p:grpSpPr>
          <p:sp>
            <p:nvSpPr>
              <p:cNvPr id="561" name="椭圆 560">
                <a:extLst>
                  <a:ext uri="{FF2B5EF4-FFF2-40B4-BE49-F238E27FC236}">
                    <a16:creationId xmlns:a16="http://schemas.microsoft.com/office/drawing/2014/main" id="{73B94F5A-B520-4158-9F9F-A832E06D43B5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2" name="椭圆 561">
                <a:extLst>
                  <a:ext uri="{FF2B5EF4-FFF2-40B4-BE49-F238E27FC236}">
                    <a16:creationId xmlns:a16="http://schemas.microsoft.com/office/drawing/2014/main" id="{4BD991C1-24BF-44F4-ACBF-9125DD6469EC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3" name="椭圆 562">
                <a:extLst>
                  <a:ext uri="{FF2B5EF4-FFF2-40B4-BE49-F238E27FC236}">
                    <a16:creationId xmlns:a16="http://schemas.microsoft.com/office/drawing/2014/main" id="{F55DFCB0-9721-461E-BE0A-7DD8414A327D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椭圆 563">
                <a:extLst>
                  <a:ext uri="{FF2B5EF4-FFF2-40B4-BE49-F238E27FC236}">
                    <a16:creationId xmlns:a16="http://schemas.microsoft.com/office/drawing/2014/main" id="{5DB4EF1C-46B7-418B-B566-6A73139D4EB1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5" name="椭圆 564">
                <a:extLst>
                  <a:ext uri="{FF2B5EF4-FFF2-40B4-BE49-F238E27FC236}">
                    <a16:creationId xmlns:a16="http://schemas.microsoft.com/office/drawing/2014/main" id="{E64C24D3-1EB2-4E8F-9735-60EFF45FAE98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椭圆 565">
                <a:extLst>
                  <a:ext uri="{FF2B5EF4-FFF2-40B4-BE49-F238E27FC236}">
                    <a16:creationId xmlns:a16="http://schemas.microsoft.com/office/drawing/2014/main" id="{4FCD22C9-708B-4DCC-B1A1-452954E741FD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椭圆 566">
                <a:extLst>
                  <a:ext uri="{FF2B5EF4-FFF2-40B4-BE49-F238E27FC236}">
                    <a16:creationId xmlns:a16="http://schemas.microsoft.com/office/drawing/2014/main" id="{E97FFAD0-D980-4CCD-B4BA-26EC98057BBA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椭圆 567">
                <a:extLst>
                  <a:ext uri="{FF2B5EF4-FFF2-40B4-BE49-F238E27FC236}">
                    <a16:creationId xmlns:a16="http://schemas.microsoft.com/office/drawing/2014/main" id="{63904FC8-0773-412E-8068-45B5153F0F42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9" name="椭圆 568">
                <a:extLst>
                  <a:ext uri="{FF2B5EF4-FFF2-40B4-BE49-F238E27FC236}">
                    <a16:creationId xmlns:a16="http://schemas.microsoft.com/office/drawing/2014/main" id="{B9A90906-77B4-44E3-9693-D34C9B2DD0F5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椭圆 569">
                <a:extLst>
                  <a:ext uri="{FF2B5EF4-FFF2-40B4-BE49-F238E27FC236}">
                    <a16:creationId xmlns:a16="http://schemas.microsoft.com/office/drawing/2014/main" id="{63B12742-FB77-44BD-A470-D00E3E3CC117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1" name="椭圆 570">
                <a:extLst>
                  <a:ext uri="{FF2B5EF4-FFF2-40B4-BE49-F238E27FC236}">
                    <a16:creationId xmlns:a16="http://schemas.microsoft.com/office/drawing/2014/main" id="{DF8BD602-BB60-4985-95F1-4053091C6650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2" name="椭圆 571">
                <a:extLst>
                  <a:ext uri="{FF2B5EF4-FFF2-40B4-BE49-F238E27FC236}">
                    <a16:creationId xmlns:a16="http://schemas.microsoft.com/office/drawing/2014/main" id="{8C8BB521-A01C-4B5F-A0A7-9525D3D9484D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椭圆 572">
                <a:extLst>
                  <a:ext uri="{FF2B5EF4-FFF2-40B4-BE49-F238E27FC236}">
                    <a16:creationId xmlns:a16="http://schemas.microsoft.com/office/drawing/2014/main" id="{7FA7320D-1172-4E99-A621-0FAFF2AFC039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4" name="椭圆 573">
                <a:extLst>
                  <a:ext uri="{FF2B5EF4-FFF2-40B4-BE49-F238E27FC236}">
                    <a16:creationId xmlns:a16="http://schemas.microsoft.com/office/drawing/2014/main" id="{6F7A6D17-5193-4211-9509-190144C09AC8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75" name="直接连接符 574">
                <a:extLst>
                  <a:ext uri="{FF2B5EF4-FFF2-40B4-BE49-F238E27FC236}">
                    <a16:creationId xmlns:a16="http://schemas.microsoft.com/office/drawing/2014/main" id="{7FCC5E23-3731-4EE7-9929-9ED2C410AFAF}"/>
                  </a:ext>
                </a:extLst>
              </p:cNvPr>
              <p:cNvCxnSpPr>
                <a:cxnSpLocks/>
                <a:stCxn id="561" idx="6"/>
                <a:endCxn id="566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直接连接符 575">
                <a:extLst>
                  <a:ext uri="{FF2B5EF4-FFF2-40B4-BE49-F238E27FC236}">
                    <a16:creationId xmlns:a16="http://schemas.microsoft.com/office/drawing/2014/main" id="{1B20D825-8A21-4DE0-A989-A842F4365B6D}"/>
                  </a:ext>
                </a:extLst>
              </p:cNvPr>
              <p:cNvCxnSpPr>
                <a:cxnSpLocks/>
                <a:stCxn id="561" idx="6"/>
                <a:endCxn id="567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7" name="直接连接符 576">
                <a:extLst>
                  <a:ext uri="{FF2B5EF4-FFF2-40B4-BE49-F238E27FC236}">
                    <a16:creationId xmlns:a16="http://schemas.microsoft.com/office/drawing/2014/main" id="{7732DA36-2FA1-4738-A14A-A747DE31567E}"/>
                  </a:ext>
                </a:extLst>
              </p:cNvPr>
              <p:cNvCxnSpPr>
                <a:cxnSpLocks/>
                <a:stCxn id="561" idx="6"/>
                <a:endCxn id="568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8" name="直接连接符 577">
                <a:extLst>
                  <a:ext uri="{FF2B5EF4-FFF2-40B4-BE49-F238E27FC236}">
                    <a16:creationId xmlns:a16="http://schemas.microsoft.com/office/drawing/2014/main" id="{0B40F6C9-E724-4D8B-86ED-99F99B0AFB24}"/>
                  </a:ext>
                </a:extLst>
              </p:cNvPr>
              <p:cNvCxnSpPr>
                <a:cxnSpLocks/>
                <a:stCxn id="561" idx="6"/>
                <a:endCxn id="569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9" name="直接连接符 578">
                <a:extLst>
                  <a:ext uri="{FF2B5EF4-FFF2-40B4-BE49-F238E27FC236}">
                    <a16:creationId xmlns:a16="http://schemas.microsoft.com/office/drawing/2014/main" id="{8A0060F1-2B0C-4BAF-801A-E7F395B9CEE1}"/>
                  </a:ext>
                </a:extLst>
              </p:cNvPr>
              <p:cNvCxnSpPr>
                <a:cxnSpLocks/>
                <a:stCxn id="561" idx="6"/>
                <a:endCxn id="570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0" name="直接连接符 579">
                <a:extLst>
                  <a:ext uri="{FF2B5EF4-FFF2-40B4-BE49-F238E27FC236}">
                    <a16:creationId xmlns:a16="http://schemas.microsoft.com/office/drawing/2014/main" id="{DC19D688-A390-486F-9929-15A4F80E3EB5}"/>
                  </a:ext>
                </a:extLst>
              </p:cNvPr>
              <p:cNvCxnSpPr>
                <a:cxnSpLocks/>
                <a:stCxn id="562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1" name="直接连接符 580">
                <a:extLst>
                  <a:ext uri="{FF2B5EF4-FFF2-40B4-BE49-F238E27FC236}">
                    <a16:creationId xmlns:a16="http://schemas.microsoft.com/office/drawing/2014/main" id="{B2735E34-0D8B-4B1C-B47B-9FDB5B2B9569}"/>
                  </a:ext>
                </a:extLst>
              </p:cNvPr>
              <p:cNvCxnSpPr>
                <a:cxnSpLocks/>
                <a:stCxn id="562" idx="6"/>
                <a:endCxn id="567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2" name="直接连接符 581">
                <a:extLst>
                  <a:ext uri="{FF2B5EF4-FFF2-40B4-BE49-F238E27FC236}">
                    <a16:creationId xmlns:a16="http://schemas.microsoft.com/office/drawing/2014/main" id="{09BAB084-B513-4534-8E1B-F2F45BFD0A8A}"/>
                  </a:ext>
                </a:extLst>
              </p:cNvPr>
              <p:cNvCxnSpPr>
                <a:cxnSpLocks/>
                <a:stCxn id="562" idx="6"/>
                <a:endCxn id="568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3" name="直接连接符 582">
                <a:extLst>
                  <a:ext uri="{FF2B5EF4-FFF2-40B4-BE49-F238E27FC236}">
                    <a16:creationId xmlns:a16="http://schemas.microsoft.com/office/drawing/2014/main" id="{52F1A59B-A551-404A-9D61-7DCA99EA7E30}"/>
                  </a:ext>
                </a:extLst>
              </p:cNvPr>
              <p:cNvCxnSpPr>
                <a:cxnSpLocks/>
                <a:stCxn id="562" idx="6"/>
                <a:endCxn id="569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4" name="直接连接符 583">
                <a:extLst>
                  <a:ext uri="{FF2B5EF4-FFF2-40B4-BE49-F238E27FC236}">
                    <a16:creationId xmlns:a16="http://schemas.microsoft.com/office/drawing/2014/main" id="{E0822D77-976A-442A-961B-DE505FEA479A}"/>
                  </a:ext>
                </a:extLst>
              </p:cNvPr>
              <p:cNvCxnSpPr>
                <a:cxnSpLocks/>
                <a:stCxn id="562" idx="6"/>
                <a:endCxn id="570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5" name="直接连接符 584">
                <a:extLst>
                  <a:ext uri="{FF2B5EF4-FFF2-40B4-BE49-F238E27FC236}">
                    <a16:creationId xmlns:a16="http://schemas.microsoft.com/office/drawing/2014/main" id="{0A5099D9-7990-4EDC-9875-AECA4156296A}"/>
                  </a:ext>
                </a:extLst>
              </p:cNvPr>
              <p:cNvCxnSpPr>
                <a:cxnSpLocks/>
                <a:stCxn id="563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6" name="直接连接符 585">
                <a:extLst>
                  <a:ext uri="{FF2B5EF4-FFF2-40B4-BE49-F238E27FC236}">
                    <a16:creationId xmlns:a16="http://schemas.microsoft.com/office/drawing/2014/main" id="{9D73D478-2D80-4F55-970B-86AB22095A44}"/>
                  </a:ext>
                </a:extLst>
              </p:cNvPr>
              <p:cNvCxnSpPr>
                <a:cxnSpLocks/>
                <a:stCxn id="563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7" name="直接连接符 586">
                <a:extLst>
                  <a:ext uri="{FF2B5EF4-FFF2-40B4-BE49-F238E27FC236}">
                    <a16:creationId xmlns:a16="http://schemas.microsoft.com/office/drawing/2014/main" id="{5A9DAB80-9A48-4D04-9199-864CF3E2CDF0}"/>
                  </a:ext>
                </a:extLst>
              </p:cNvPr>
              <p:cNvCxnSpPr>
                <a:cxnSpLocks/>
                <a:stCxn id="563" idx="6"/>
                <a:endCxn id="568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8" name="直接连接符 587">
                <a:extLst>
                  <a:ext uri="{FF2B5EF4-FFF2-40B4-BE49-F238E27FC236}">
                    <a16:creationId xmlns:a16="http://schemas.microsoft.com/office/drawing/2014/main" id="{1B4EF492-AD41-4DB3-A1D7-E56761BCDBFB}"/>
                  </a:ext>
                </a:extLst>
              </p:cNvPr>
              <p:cNvCxnSpPr>
                <a:cxnSpLocks/>
                <a:stCxn id="563" idx="6"/>
                <a:endCxn id="569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9" name="直接连接符 588">
                <a:extLst>
                  <a:ext uri="{FF2B5EF4-FFF2-40B4-BE49-F238E27FC236}">
                    <a16:creationId xmlns:a16="http://schemas.microsoft.com/office/drawing/2014/main" id="{27FF03ED-E5CC-41DF-8901-E5EE3DDC2BEE}"/>
                  </a:ext>
                </a:extLst>
              </p:cNvPr>
              <p:cNvCxnSpPr>
                <a:cxnSpLocks/>
                <a:stCxn id="563" idx="6"/>
                <a:endCxn id="570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0" name="直接连接符 589">
                <a:extLst>
                  <a:ext uri="{FF2B5EF4-FFF2-40B4-BE49-F238E27FC236}">
                    <a16:creationId xmlns:a16="http://schemas.microsoft.com/office/drawing/2014/main" id="{BBF1754D-04B2-41CC-91F0-5DE840F39E21}"/>
                  </a:ext>
                </a:extLst>
              </p:cNvPr>
              <p:cNvCxnSpPr>
                <a:cxnSpLocks/>
                <a:stCxn id="564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连接符 590">
                <a:extLst>
                  <a:ext uri="{FF2B5EF4-FFF2-40B4-BE49-F238E27FC236}">
                    <a16:creationId xmlns:a16="http://schemas.microsoft.com/office/drawing/2014/main" id="{4097C1D4-38AD-47EA-85B8-06C060EB1E97}"/>
                  </a:ext>
                </a:extLst>
              </p:cNvPr>
              <p:cNvCxnSpPr>
                <a:cxnSpLocks/>
                <a:stCxn id="564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2" name="直接连接符 591">
                <a:extLst>
                  <a:ext uri="{FF2B5EF4-FFF2-40B4-BE49-F238E27FC236}">
                    <a16:creationId xmlns:a16="http://schemas.microsoft.com/office/drawing/2014/main" id="{4B9B0845-BFC5-41AB-B0C3-1135E91400A4}"/>
                  </a:ext>
                </a:extLst>
              </p:cNvPr>
              <p:cNvCxnSpPr>
                <a:cxnSpLocks/>
                <a:stCxn id="564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3" name="直接连接符 592">
                <a:extLst>
                  <a:ext uri="{FF2B5EF4-FFF2-40B4-BE49-F238E27FC236}">
                    <a16:creationId xmlns:a16="http://schemas.microsoft.com/office/drawing/2014/main" id="{50CD71F3-F520-4034-A68C-A680514AA169}"/>
                  </a:ext>
                </a:extLst>
              </p:cNvPr>
              <p:cNvCxnSpPr>
                <a:cxnSpLocks/>
                <a:stCxn id="564" idx="6"/>
                <a:endCxn id="569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4" name="直接连接符 593">
                <a:extLst>
                  <a:ext uri="{FF2B5EF4-FFF2-40B4-BE49-F238E27FC236}">
                    <a16:creationId xmlns:a16="http://schemas.microsoft.com/office/drawing/2014/main" id="{41B567EE-E3B7-4AD3-AF74-5DAA64065EB9}"/>
                  </a:ext>
                </a:extLst>
              </p:cNvPr>
              <p:cNvCxnSpPr>
                <a:cxnSpLocks/>
                <a:stCxn id="564" idx="6"/>
                <a:endCxn id="570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5" name="直接连接符 594">
                <a:extLst>
                  <a:ext uri="{FF2B5EF4-FFF2-40B4-BE49-F238E27FC236}">
                    <a16:creationId xmlns:a16="http://schemas.microsoft.com/office/drawing/2014/main" id="{1779EFB7-D5BD-4221-ADC4-FD7CECEE8AFA}"/>
                  </a:ext>
                </a:extLst>
              </p:cNvPr>
              <p:cNvCxnSpPr>
                <a:cxnSpLocks/>
                <a:stCxn id="565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6" name="直接连接符 595">
                <a:extLst>
                  <a:ext uri="{FF2B5EF4-FFF2-40B4-BE49-F238E27FC236}">
                    <a16:creationId xmlns:a16="http://schemas.microsoft.com/office/drawing/2014/main" id="{7F72537D-7872-4845-8649-0BE91ED48DB6}"/>
                  </a:ext>
                </a:extLst>
              </p:cNvPr>
              <p:cNvCxnSpPr>
                <a:cxnSpLocks/>
                <a:stCxn id="565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7" name="直接连接符 596">
                <a:extLst>
                  <a:ext uri="{FF2B5EF4-FFF2-40B4-BE49-F238E27FC236}">
                    <a16:creationId xmlns:a16="http://schemas.microsoft.com/office/drawing/2014/main" id="{E6925DF0-F957-4E15-B1CC-B124AE002570}"/>
                  </a:ext>
                </a:extLst>
              </p:cNvPr>
              <p:cNvCxnSpPr>
                <a:cxnSpLocks/>
                <a:stCxn id="565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8" name="直接连接符 597">
                <a:extLst>
                  <a:ext uri="{FF2B5EF4-FFF2-40B4-BE49-F238E27FC236}">
                    <a16:creationId xmlns:a16="http://schemas.microsoft.com/office/drawing/2014/main" id="{A223E827-81A5-4FA9-88E6-09FB0D358F20}"/>
                  </a:ext>
                </a:extLst>
              </p:cNvPr>
              <p:cNvCxnSpPr>
                <a:cxnSpLocks/>
                <a:stCxn id="565" idx="6"/>
                <a:endCxn id="569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9" name="直接连接符 598">
                <a:extLst>
                  <a:ext uri="{FF2B5EF4-FFF2-40B4-BE49-F238E27FC236}">
                    <a16:creationId xmlns:a16="http://schemas.microsoft.com/office/drawing/2014/main" id="{33E3D74E-3BD5-4E44-A59C-0CF2ACC09A22}"/>
                  </a:ext>
                </a:extLst>
              </p:cNvPr>
              <p:cNvCxnSpPr>
                <a:cxnSpLocks/>
                <a:stCxn id="565" idx="6"/>
                <a:endCxn id="570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0" name="直接连接符 599">
                <a:extLst>
                  <a:ext uri="{FF2B5EF4-FFF2-40B4-BE49-F238E27FC236}">
                    <a16:creationId xmlns:a16="http://schemas.microsoft.com/office/drawing/2014/main" id="{45481DBC-2DE3-48FB-9A0B-0FD63E93F956}"/>
                  </a:ext>
                </a:extLst>
              </p:cNvPr>
              <p:cNvCxnSpPr>
                <a:cxnSpLocks/>
                <a:stCxn id="566" idx="6"/>
                <a:endCxn id="571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1" name="直接连接符 600">
                <a:extLst>
                  <a:ext uri="{FF2B5EF4-FFF2-40B4-BE49-F238E27FC236}">
                    <a16:creationId xmlns:a16="http://schemas.microsoft.com/office/drawing/2014/main" id="{C166CC88-C52B-4AD6-9C57-ACC1F2EE6917}"/>
                  </a:ext>
                </a:extLst>
              </p:cNvPr>
              <p:cNvCxnSpPr>
                <a:cxnSpLocks/>
                <a:stCxn id="566" idx="6"/>
                <a:endCxn id="572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2" name="直接连接符 601">
                <a:extLst>
                  <a:ext uri="{FF2B5EF4-FFF2-40B4-BE49-F238E27FC236}">
                    <a16:creationId xmlns:a16="http://schemas.microsoft.com/office/drawing/2014/main" id="{DB6A6084-37F1-45A1-B383-D5993606C278}"/>
                  </a:ext>
                </a:extLst>
              </p:cNvPr>
              <p:cNvCxnSpPr>
                <a:cxnSpLocks/>
                <a:stCxn id="566" idx="6"/>
                <a:endCxn id="573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3" name="直接连接符 602">
                <a:extLst>
                  <a:ext uri="{FF2B5EF4-FFF2-40B4-BE49-F238E27FC236}">
                    <a16:creationId xmlns:a16="http://schemas.microsoft.com/office/drawing/2014/main" id="{739A4F75-6DC6-4168-BED5-390916CB511A}"/>
                  </a:ext>
                </a:extLst>
              </p:cNvPr>
              <p:cNvCxnSpPr>
                <a:cxnSpLocks/>
                <a:stCxn id="566" idx="6"/>
                <a:endCxn id="574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4" name="直接连接符 603">
                <a:extLst>
                  <a:ext uri="{FF2B5EF4-FFF2-40B4-BE49-F238E27FC236}">
                    <a16:creationId xmlns:a16="http://schemas.microsoft.com/office/drawing/2014/main" id="{90EAF91B-9427-475A-A74C-3206FE8B1C2A}"/>
                  </a:ext>
                </a:extLst>
              </p:cNvPr>
              <p:cNvCxnSpPr>
                <a:cxnSpLocks/>
                <a:stCxn id="567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5" name="直接连接符 604">
                <a:extLst>
                  <a:ext uri="{FF2B5EF4-FFF2-40B4-BE49-F238E27FC236}">
                    <a16:creationId xmlns:a16="http://schemas.microsoft.com/office/drawing/2014/main" id="{F9A9D021-992D-4F12-B724-BAB7F93EE56A}"/>
                  </a:ext>
                </a:extLst>
              </p:cNvPr>
              <p:cNvCxnSpPr>
                <a:cxnSpLocks/>
                <a:stCxn id="567" idx="6"/>
                <a:endCxn id="572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6" name="直接连接符 605">
                <a:extLst>
                  <a:ext uri="{FF2B5EF4-FFF2-40B4-BE49-F238E27FC236}">
                    <a16:creationId xmlns:a16="http://schemas.microsoft.com/office/drawing/2014/main" id="{E33F6F72-1A75-445F-9215-72A2C22795B3}"/>
                  </a:ext>
                </a:extLst>
              </p:cNvPr>
              <p:cNvCxnSpPr>
                <a:cxnSpLocks/>
                <a:stCxn id="567" idx="6"/>
                <a:endCxn id="573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7" name="直接连接符 606">
                <a:extLst>
                  <a:ext uri="{FF2B5EF4-FFF2-40B4-BE49-F238E27FC236}">
                    <a16:creationId xmlns:a16="http://schemas.microsoft.com/office/drawing/2014/main" id="{4020EC61-0511-4168-ADDF-27CAB43A8F19}"/>
                  </a:ext>
                </a:extLst>
              </p:cNvPr>
              <p:cNvCxnSpPr>
                <a:cxnSpLocks/>
                <a:stCxn id="567" idx="6"/>
                <a:endCxn id="574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8" name="直接连接符 607">
                <a:extLst>
                  <a:ext uri="{FF2B5EF4-FFF2-40B4-BE49-F238E27FC236}">
                    <a16:creationId xmlns:a16="http://schemas.microsoft.com/office/drawing/2014/main" id="{2A70C7C8-2C57-4310-9983-643A7C60793B}"/>
                  </a:ext>
                </a:extLst>
              </p:cNvPr>
              <p:cNvCxnSpPr>
                <a:cxnSpLocks/>
                <a:stCxn id="568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9" name="直接连接符 608">
                <a:extLst>
                  <a:ext uri="{FF2B5EF4-FFF2-40B4-BE49-F238E27FC236}">
                    <a16:creationId xmlns:a16="http://schemas.microsoft.com/office/drawing/2014/main" id="{D3EC4526-086A-4A74-8035-31FDABD54837}"/>
                  </a:ext>
                </a:extLst>
              </p:cNvPr>
              <p:cNvCxnSpPr>
                <a:cxnSpLocks/>
                <a:stCxn id="569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0" name="直接连接符 609">
                <a:extLst>
                  <a:ext uri="{FF2B5EF4-FFF2-40B4-BE49-F238E27FC236}">
                    <a16:creationId xmlns:a16="http://schemas.microsoft.com/office/drawing/2014/main" id="{D9569719-EE74-4B56-83A7-7AECF7BD0125}"/>
                  </a:ext>
                </a:extLst>
              </p:cNvPr>
              <p:cNvCxnSpPr>
                <a:cxnSpLocks/>
                <a:stCxn id="569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1" name="直接连接符 610">
                <a:extLst>
                  <a:ext uri="{FF2B5EF4-FFF2-40B4-BE49-F238E27FC236}">
                    <a16:creationId xmlns:a16="http://schemas.microsoft.com/office/drawing/2014/main" id="{EECD66E7-F609-44D1-8FEA-55B61F40A1F7}"/>
                  </a:ext>
                </a:extLst>
              </p:cNvPr>
              <p:cNvCxnSpPr>
                <a:cxnSpLocks/>
                <a:stCxn id="569" idx="6"/>
                <a:endCxn id="574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2" name="直接连接符 611">
                <a:extLst>
                  <a:ext uri="{FF2B5EF4-FFF2-40B4-BE49-F238E27FC236}">
                    <a16:creationId xmlns:a16="http://schemas.microsoft.com/office/drawing/2014/main" id="{B99CE9AD-9BCE-4778-BBCD-47DB3FD56CEF}"/>
                  </a:ext>
                </a:extLst>
              </p:cNvPr>
              <p:cNvCxnSpPr>
                <a:cxnSpLocks/>
                <a:stCxn id="570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3" name="直接连接符 612">
                <a:extLst>
                  <a:ext uri="{FF2B5EF4-FFF2-40B4-BE49-F238E27FC236}">
                    <a16:creationId xmlns:a16="http://schemas.microsoft.com/office/drawing/2014/main" id="{58A758F6-BBD0-4AE5-8DB3-AB64908D1DDA}"/>
                  </a:ext>
                </a:extLst>
              </p:cNvPr>
              <p:cNvCxnSpPr>
                <a:cxnSpLocks/>
                <a:stCxn id="570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4" name="直接连接符 613">
                <a:extLst>
                  <a:ext uri="{FF2B5EF4-FFF2-40B4-BE49-F238E27FC236}">
                    <a16:creationId xmlns:a16="http://schemas.microsoft.com/office/drawing/2014/main" id="{0E603FF0-EF2A-4BB7-97D6-5C562E50E386}"/>
                  </a:ext>
                </a:extLst>
              </p:cNvPr>
              <p:cNvCxnSpPr>
                <a:cxnSpLocks/>
                <a:stCxn id="570" idx="6"/>
                <a:endCxn id="574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5" name="直接连接符 614">
                <a:extLst>
                  <a:ext uri="{FF2B5EF4-FFF2-40B4-BE49-F238E27FC236}">
                    <a16:creationId xmlns:a16="http://schemas.microsoft.com/office/drawing/2014/main" id="{B4CD063C-A55F-4FFE-8347-98ED3B3C2A87}"/>
                  </a:ext>
                </a:extLst>
              </p:cNvPr>
              <p:cNvCxnSpPr>
                <a:cxnSpLocks/>
                <a:stCxn id="568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6" name="直接连接符 615">
                <a:extLst>
                  <a:ext uri="{FF2B5EF4-FFF2-40B4-BE49-F238E27FC236}">
                    <a16:creationId xmlns:a16="http://schemas.microsoft.com/office/drawing/2014/main" id="{C10C862D-4B96-4FC9-ABBF-FEFBBC8040B1}"/>
                  </a:ext>
                </a:extLst>
              </p:cNvPr>
              <p:cNvCxnSpPr>
                <a:cxnSpLocks/>
                <a:stCxn id="568" idx="6"/>
                <a:endCxn id="573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7" name="直接连接符 616">
                <a:extLst>
                  <a:ext uri="{FF2B5EF4-FFF2-40B4-BE49-F238E27FC236}">
                    <a16:creationId xmlns:a16="http://schemas.microsoft.com/office/drawing/2014/main" id="{8B31453C-2D06-4032-8EED-70DCA00CD847}"/>
                  </a:ext>
                </a:extLst>
              </p:cNvPr>
              <p:cNvCxnSpPr>
                <a:cxnSpLocks/>
                <a:stCxn id="568" idx="6"/>
                <a:endCxn id="574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8" name="直接连接符 617">
                <a:extLst>
                  <a:ext uri="{FF2B5EF4-FFF2-40B4-BE49-F238E27FC236}">
                    <a16:creationId xmlns:a16="http://schemas.microsoft.com/office/drawing/2014/main" id="{2F504F01-A50A-4B5F-B52F-6823B02F31E0}"/>
                  </a:ext>
                </a:extLst>
              </p:cNvPr>
              <p:cNvCxnSpPr>
                <a:cxnSpLocks/>
                <a:stCxn id="569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9" name="直接连接符 618">
                <a:extLst>
                  <a:ext uri="{FF2B5EF4-FFF2-40B4-BE49-F238E27FC236}">
                    <a16:creationId xmlns:a16="http://schemas.microsoft.com/office/drawing/2014/main" id="{BD075404-F8C2-4212-AFE2-0351CCBB602A}"/>
                  </a:ext>
                </a:extLst>
              </p:cNvPr>
              <p:cNvCxnSpPr>
                <a:cxnSpLocks/>
                <a:stCxn id="570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6B1D4AA1-0C1F-4028-9663-53B5431D9D69}"/>
              </a:ext>
            </a:extLst>
          </p:cNvPr>
          <p:cNvCxnSpPr>
            <a:cxnSpLocks/>
            <a:stCxn id="571" idx="6"/>
            <a:endCxn id="232" idx="1"/>
          </p:cNvCxnSpPr>
          <p:nvPr/>
        </p:nvCxnSpPr>
        <p:spPr>
          <a:xfrm>
            <a:off x="7229293" y="1680608"/>
            <a:ext cx="498887" cy="95236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56568D59-A06C-450E-AAF8-1478D9538F63}"/>
              </a:ext>
            </a:extLst>
          </p:cNvPr>
          <p:cNvCxnSpPr>
            <a:cxnSpLocks/>
            <a:stCxn id="572" idx="6"/>
            <a:endCxn id="232" idx="1"/>
          </p:cNvCxnSpPr>
          <p:nvPr/>
        </p:nvCxnSpPr>
        <p:spPr>
          <a:xfrm flipV="1">
            <a:off x="7229293" y="1775844"/>
            <a:ext cx="498887" cy="175029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A0503CF5-05D4-4712-9D03-CF3F664F6BAA}"/>
              </a:ext>
            </a:extLst>
          </p:cNvPr>
          <p:cNvCxnSpPr>
            <a:cxnSpLocks/>
            <a:stCxn id="573" idx="6"/>
            <a:endCxn id="232" idx="1"/>
          </p:cNvCxnSpPr>
          <p:nvPr/>
        </p:nvCxnSpPr>
        <p:spPr>
          <a:xfrm flipV="1">
            <a:off x="7229293" y="1775844"/>
            <a:ext cx="498887" cy="445295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D857325C-1A33-4906-AD80-244B596635D8}"/>
              </a:ext>
            </a:extLst>
          </p:cNvPr>
          <p:cNvCxnSpPr>
            <a:cxnSpLocks/>
            <a:stCxn id="574" idx="6"/>
            <a:endCxn id="232" idx="1"/>
          </p:cNvCxnSpPr>
          <p:nvPr/>
        </p:nvCxnSpPr>
        <p:spPr>
          <a:xfrm flipV="1">
            <a:off x="7229293" y="1775844"/>
            <a:ext cx="498887" cy="715560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F52A00D0-63A2-4F30-B9C5-F15C32CF043B}"/>
              </a:ext>
            </a:extLst>
          </p:cNvPr>
          <p:cNvCxnSpPr>
            <a:cxnSpLocks/>
            <a:stCxn id="571" idx="6"/>
            <a:endCxn id="233" idx="1"/>
          </p:cNvCxnSpPr>
          <p:nvPr/>
        </p:nvCxnSpPr>
        <p:spPr>
          <a:xfrm>
            <a:off x="7229293" y="1680608"/>
            <a:ext cx="496416" cy="381424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1" name="直接箭头连接符 640">
            <a:extLst>
              <a:ext uri="{FF2B5EF4-FFF2-40B4-BE49-F238E27FC236}">
                <a16:creationId xmlns:a16="http://schemas.microsoft.com/office/drawing/2014/main" id="{6D97279E-87ED-409A-BD6D-9E9432330C2C}"/>
              </a:ext>
            </a:extLst>
          </p:cNvPr>
          <p:cNvCxnSpPr>
            <a:cxnSpLocks/>
            <a:stCxn id="571" idx="6"/>
            <a:endCxn id="235" idx="1"/>
          </p:cNvCxnSpPr>
          <p:nvPr/>
        </p:nvCxnSpPr>
        <p:spPr>
          <a:xfrm>
            <a:off x="7229293" y="1680608"/>
            <a:ext cx="498889" cy="689405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直接箭头连接符 642">
            <a:extLst>
              <a:ext uri="{FF2B5EF4-FFF2-40B4-BE49-F238E27FC236}">
                <a16:creationId xmlns:a16="http://schemas.microsoft.com/office/drawing/2014/main" id="{9C4A8E1D-7243-448C-9D7E-FB25BC6571F7}"/>
              </a:ext>
            </a:extLst>
          </p:cNvPr>
          <p:cNvCxnSpPr>
            <a:cxnSpLocks/>
            <a:stCxn id="572" idx="6"/>
            <a:endCxn id="233" idx="1"/>
          </p:cNvCxnSpPr>
          <p:nvPr/>
        </p:nvCxnSpPr>
        <p:spPr>
          <a:xfrm>
            <a:off x="7229293" y="1950873"/>
            <a:ext cx="496416" cy="111159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5" name="直接箭头连接符 644">
            <a:extLst>
              <a:ext uri="{FF2B5EF4-FFF2-40B4-BE49-F238E27FC236}">
                <a16:creationId xmlns:a16="http://schemas.microsoft.com/office/drawing/2014/main" id="{198DCE19-EB88-4F61-AFA7-25DA44B1C7CD}"/>
              </a:ext>
            </a:extLst>
          </p:cNvPr>
          <p:cNvCxnSpPr>
            <a:cxnSpLocks/>
            <a:endCxn id="235" idx="1"/>
          </p:cNvCxnSpPr>
          <p:nvPr/>
        </p:nvCxnSpPr>
        <p:spPr>
          <a:xfrm>
            <a:off x="7114643" y="1939633"/>
            <a:ext cx="613539" cy="430380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7" name="直接箭头连接符 646">
            <a:extLst>
              <a:ext uri="{FF2B5EF4-FFF2-40B4-BE49-F238E27FC236}">
                <a16:creationId xmlns:a16="http://schemas.microsoft.com/office/drawing/2014/main" id="{6128543C-066E-4CE7-A60A-E1708A8847CD}"/>
              </a:ext>
            </a:extLst>
          </p:cNvPr>
          <p:cNvCxnSpPr>
            <a:cxnSpLocks/>
            <a:stCxn id="573" idx="6"/>
            <a:endCxn id="233" idx="1"/>
          </p:cNvCxnSpPr>
          <p:nvPr/>
        </p:nvCxnSpPr>
        <p:spPr>
          <a:xfrm flipV="1">
            <a:off x="7229293" y="2062032"/>
            <a:ext cx="496416" cy="159107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9" name="直接箭头连接符 648">
            <a:extLst>
              <a:ext uri="{FF2B5EF4-FFF2-40B4-BE49-F238E27FC236}">
                <a16:creationId xmlns:a16="http://schemas.microsoft.com/office/drawing/2014/main" id="{1E47796D-96A3-4699-B979-618F87FF2571}"/>
              </a:ext>
            </a:extLst>
          </p:cNvPr>
          <p:cNvCxnSpPr>
            <a:cxnSpLocks/>
            <a:endCxn id="235" idx="1"/>
          </p:cNvCxnSpPr>
          <p:nvPr/>
        </p:nvCxnSpPr>
        <p:spPr>
          <a:xfrm>
            <a:off x="7114643" y="2209899"/>
            <a:ext cx="613539" cy="160114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1" name="直接箭头连接符 650">
            <a:extLst>
              <a:ext uri="{FF2B5EF4-FFF2-40B4-BE49-F238E27FC236}">
                <a16:creationId xmlns:a16="http://schemas.microsoft.com/office/drawing/2014/main" id="{4B8F94A8-154A-4464-9E23-2EDA9D515DCD}"/>
              </a:ext>
            </a:extLst>
          </p:cNvPr>
          <p:cNvCxnSpPr>
            <a:cxnSpLocks/>
            <a:endCxn id="233" idx="1"/>
          </p:cNvCxnSpPr>
          <p:nvPr/>
        </p:nvCxnSpPr>
        <p:spPr>
          <a:xfrm flipV="1">
            <a:off x="7114643" y="2062032"/>
            <a:ext cx="611066" cy="423858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3" name="直接箭头连接符 652">
            <a:extLst>
              <a:ext uri="{FF2B5EF4-FFF2-40B4-BE49-F238E27FC236}">
                <a16:creationId xmlns:a16="http://schemas.microsoft.com/office/drawing/2014/main" id="{07EEB29A-8F31-4953-A09B-3FD0B4D93A8B}"/>
              </a:ext>
            </a:extLst>
          </p:cNvPr>
          <p:cNvCxnSpPr>
            <a:cxnSpLocks/>
            <a:stCxn id="574" idx="6"/>
            <a:endCxn id="235" idx="1"/>
          </p:cNvCxnSpPr>
          <p:nvPr/>
        </p:nvCxnSpPr>
        <p:spPr>
          <a:xfrm flipV="1">
            <a:off x="7229293" y="2370013"/>
            <a:ext cx="498889" cy="121391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直接箭头连接符 658">
            <a:extLst>
              <a:ext uri="{FF2B5EF4-FFF2-40B4-BE49-F238E27FC236}">
                <a16:creationId xmlns:a16="http://schemas.microsoft.com/office/drawing/2014/main" id="{C2F6141C-4A2C-482F-AFF4-C095A85F8889}"/>
              </a:ext>
            </a:extLst>
          </p:cNvPr>
          <p:cNvCxnSpPr>
            <a:cxnSpLocks/>
            <a:stCxn id="50" idx="3"/>
            <a:endCxn id="561" idx="3"/>
          </p:cNvCxnSpPr>
          <p:nvPr/>
        </p:nvCxnSpPr>
        <p:spPr>
          <a:xfrm flipV="1">
            <a:off x="5623996" y="1596490"/>
            <a:ext cx="757185" cy="188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1" name="直接箭头连接符 660">
            <a:extLst>
              <a:ext uri="{FF2B5EF4-FFF2-40B4-BE49-F238E27FC236}">
                <a16:creationId xmlns:a16="http://schemas.microsoft.com/office/drawing/2014/main" id="{5E917BB2-E8C6-43FA-9A84-0DE856300DB6}"/>
              </a:ext>
            </a:extLst>
          </p:cNvPr>
          <p:cNvCxnSpPr>
            <a:cxnSpLocks/>
            <a:stCxn id="50" idx="3"/>
            <a:endCxn id="562" idx="2"/>
          </p:cNvCxnSpPr>
          <p:nvPr/>
        </p:nvCxnSpPr>
        <p:spPr>
          <a:xfrm>
            <a:off x="5623996" y="1785431"/>
            <a:ext cx="734566" cy="28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3" name="直接箭头连接符 662">
            <a:extLst>
              <a:ext uri="{FF2B5EF4-FFF2-40B4-BE49-F238E27FC236}">
                <a16:creationId xmlns:a16="http://schemas.microsoft.com/office/drawing/2014/main" id="{5E5BBEA5-7035-4899-B464-C7599B9F75A7}"/>
              </a:ext>
            </a:extLst>
          </p:cNvPr>
          <p:cNvCxnSpPr>
            <a:cxnSpLocks/>
            <a:stCxn id="50" idx="3"/>
            <a:endCxn id="563" idx="2"/>
          </p:cNvCxnSpPr>
          <p:nvPr/>
        </p:nvCxnSpPr>
        <p:spPr>
          <a:xfrm>
            <a:off x="5623996" y="1785431"/>
            <a:ext cx="734566" cy="298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5" name="直接箭头连接符 664">
            <a:extLst>
              <a:ext uri="{FF2B5EF4-FFF2-40B4-BE49-F238E27FC236}">
                <a16:creationId xmlns:a16="http://schemas.microsoft.com/office/drawing/2014/main" id="{B23A2BA4-F26F-403E-B5DC-18219969F28E}"/>
              </a:ext>
            </a:extLst>
          </p:cNvPr>
          <p:cNvCxnSpPr>
            <a:cxnSpLocks/>
            <a:stCxn id="50" idx="3"/>
            <a:endCxn id="564" idx="3"/>
          </p:cNvCxnSpPr>
          <p:nvPr/>
        </p:nvCxnSpPr>
        <p:spPr>
          <a:xfrm>
            <a:off x="5623996" y="1785431"/>
            <a:ext cx="757185" cy="621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7" name="直接箭头连接符 666">
            <a:extLst>
              <a:ext uri="{FF2B5EF4-FFF2-40B4-BE49-F238E27FC236}">
                <a16:creationId xmlns:a16="http://schemas.microsoft.com/office/drawing/2014/main" id="{5221F55F-97F3-4963-B901-5D2B44DF82BD}"/>
              </a:ext>
            </a:extLst>
          </p:cNvPr>
          <p:cNvCxnSpPr>
            <a:cxnSpLocks/>
            <a:stCxn id="50" idx="3"/>
            <a:endCxn id="565" idx="2"/>
          </p:cNvCxnSpPr>
          <p:nvPr/>
        </p:nvCxnSpPr>
        <p:spPr>
          <a:xfrm>
            <a:off x="5623996" y="1785431"/>
            <a:ext cx="734566" cy="83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0" name="直接箭头连接符 669">
            <a:extLst>
              <a:ext uri="{FF2B5EF4-FFF2-40B4-BE49-F238E27FC236}">
                <a16:creationId xmlns:a16="http://schemas.microsoft.com/office/drawing/2014/main" id="{7C747971-8BB9-4564-9A95-74CB9BE76BEB}"/>
              </a:ext>
            </a:extLst>
          </p:cNvPr>
          <p:cNvCxnSpPr>
            <a:cxnSpLocks/>
            <a:stCxn id="51" idx="3"/>
            <a:endCxn id="561" idx="2"/>
          </p:cNvCxnSpPr>
          <p:nvPr/>
        </p:nvCxnSpPr>
        <p:spPr>
          <a:xfrm flipV="1">
            <a:off x="5635662" y="1543574"/>
            <a:ext cx="722900" cy="81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2" name="直接箭头连接符 671">
            <a:extLst>
              <a:ext uri="{FF2B5EF4-FFF2-40B4-BE49-F238E27FC236}">
                <a16:creationId xmlns:a16="http://schemas.microsoft.com/office/drawing/2014/main" id="{988D7798-6B3E-46CA-9367-CD8D6C2BBE61}"/>
              </a:ext>
            </a:extLst>
          </p:cNvPr>
          <p:cNvCxnSpPr>
            <a:cxnSpLocks/>
            <a:stCxn id="51" idx="3"/>
            <a:endCxn id="562" idx="2"/>
          </p:cNvCxnSpPr>
          <p:nvPr/>
        </p:nvCxnSpPr>
        <p:spPr>
          <a:xfrm flipV="1">
            <a:off x="5635662" y="1813839"/>
            <a:ext cx="722900" cy="549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4" name="直接箭头连接符 673">
            <a:extLst>
              <a:ext uri="{FF2B5EF4-FFF2-40B4-BE49-F238E27FC236}">
                <a16:creationId xmlns:a16="http://schemas.microsoft.com/office/drawing/2014/main" id="{754D4E66-51CB-41AA-976B-E4872DBD6E0A}"/>
              </a:ext>
            </a:extLst>
          </p:cNvPr>
          <p:cNvCxnSpPr>
            <a:cxnSpLocks/>
            <a:stCxn id="51" idx="3"/>
            <a:endCxn id="563" idx="2"/>
          </p:cNvCxnSpPr>
          <p:nvPr/>
        </p:nvCxnSpPr>
        <p:spPr>
          <a:xfrm flipV="1">
            <a:off x="5635662" y="2084104"/>
            <a:ext cx="722900" cy="279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6" name="直接箭头连接符 675">
            <a:extLst>
              <a:ext uri="{FF2B5EF4-FFF2-40B4-BE49-F238E27FC236}">
                <a16:creationId xmlns:a16="http://schemas.microsoft.com/office/drawing/2014/main" id="{D6885F6F-214E-4491-8262-BF93803828F3}"/>
              </a:ext>
            </a:extLst>
          </p:cNvPr>
          <p:cNvCxnSpPr>
            <a:cxnSpLocks/>
            <a:stCxn id="51" idx="3"/>
            <a:endCxn id="564" idx="2"/>
          </p:cNvCxnSpPr>
          <p:nvPr/>
        </p:nvCxnSpPr>
        <p:spPr>
          <a:xfrm flipV="1">
            <a:off x="5635662" y="2354369"/>
            <a:ext cx="722900" cy="9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8" name="直接箭头连接符 677">
            <a:extLst>
              <a:ext uri="{FF2B5EF4-FFF2-40B4-BE49-F238E27FC236}">
                <a16:creationId xmlns:a16="http://schemas.microsoft.com/office/drawing/2014/main" id="{F0497AF4-CCC3-4333-A60D-A096A9473994}"/>
              </a:ext>
            </a:extLst>
          </p:cNvPr>
          <p:cNvCxnSpPr>
            <a:cxnSpLocks/>
            <a:stCxn id="51" idx="3"/>
            <a:endCxn id="565" idx="2"/>
          </p:cNvCxnSpPr>
          <p:nvPr/>
        </p:nvCxnSpPr>
        <p:spPr>
          <a:xfrm>
            <a:off x="5635662" y="2363492"/>
            <a:ext cx="722900" cy="261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14" name="任意多边形: 形状 713">
            <a:extLst>
              <a:ext uri="{FF2B5EF4-FFF2-40B4-BE49-F238E27FC236}">
                <a16:creationId xmlns:a16="http://schemas.microsoft.com/office/drawing/2014/main" id="{6BBA2E34-516E-4528-8EC6-4F192A54A276}"/>
              </a:ext>
            </a:extLst>
          </p:cNvPr>
          <p:cNvSpPr/>
          <p:nvPr/>
        </p:nvSpPr>
        <p:spPr>
          <a:xfrm>
            <a:off x="4247775" y="1148249"/>
            <a:ext cx="630373" cy="1820975"/>
          </a:xfrm>
          <a:custGeom>
            <a:avLst/>
            <a:gdLst>
              <a:gd name="connsiteX0" fmla="*/ 0 w 686102"/>
              <a:gd name="connsiteY0" fmla="*/ 0 h 1958100"/>
              <a:gd name="connsiteX1" fmla="*/ 29823 w 686102"/>
              <a:gd name="connsiteY1" fmla="*/ 80805 h 1958100"/>
              <a:gd name="connsiteX2" fmla="*/ 146454 w 686102"/>
              <a:gd name="connsiteY2" fmla="*/ 289596 h 1958100"/>
              <a:gd name="connsiteX3" fmla="*/ 676753 w 686102"/>
              <a:gd name="connsiteY3" fmla="*/ 651568 h 1958100"/>
              <a:gd name="connsiteX4" fmla="*/ 686102 w 686102"/>
              <a:gd name="connsiteY4" fmla="*/ 647680 h 1958100"/>
              <a:gd name="connsiteX5" fmla="*/ 686102 w 686102"/>
              <a:gd name="connsiteY5" fmla="*/ 686598 h 1958100"/>
              <a:gd name="connsiteX6" fmla="*/ 606353 w 686102"/>
              <a:gd name="connsiteY6" fmla="*/ 755151 h 1958100"/>
              <a:gd name="connsiteX7" fmla="*/ 244387 w 686102"/>
              <a:gd name="connsiteY7" fmla="*/ 1265845 h 1958100"/>
              <a:gd name="connsiteX8" fmla="*/ 32409 w 686102"/>
              <a:gd name="connsiteY8" fmla="*/ 1854820 h 1958100"/>
              <a:gd name="connsiteX9" fmla="*/ 21910 w 686102"/>
              <a:gd name="connsiteY9" fmla="*/ 1958100 h 1958100"/>
              <a:gd name="connsiteX10" fmla="*/ 0 w 686102"/>
              <a:gd name="connsiteY10" fmla="*/ 1958100 h 1958100"/>
              <a:gd name="connsiteX11" fmla="*/ 0 w 686102"/>
              <a:gd name="connsiteY11" fmla="*/ 0 h 195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6102" h="1958100">
                <a:moveTo>
                  <a:pt x="0" y="0"/>
                </a:moveTo>
                <a:lnTo>
                  <a:pt x="29823" y="80805"/>
                </a:lnTo>
                <a:cubicBezTo>
                  <a:pt x="59386" y="149321"/>
                  <a:pt x="98459" y="220110"/>
                  <a:pt x="146454" y="289596"/>
                </a:cubicBezTo>
                <a:cubicBezTo>
                  <a:pt x="314437" y="532796"/>
                  <a:pt x="536050" y="679439"/>
                  <a:pt x="676753" y="651568"/>
                </a:cubicBezTo>
                <a:lnTo>
                  <a:pt x="686102" y="647680"/>
                </a:lnTo>
                <a:lnTo>
                  <a:pt x="686102" y="686598"/>
                </a:lnTo>
                <a:lnTo>
                  <a:pt x="606353" y="755151"/>
                </a:lnTo>
                <a:cubicBezTo>
                  <a:pt x="486575" y="871683"/>
                  <a:pt x="356457" y="1051121"/>
                  <a:pt x="244387" y="1265845"/>
                </a:cubicBezTo>
                <a:cubicBezTo>
                  <a:pt x="132318" y="1480569"/>
                  <a:pt x="59516" y="1689922"/>
                  <a:pt x="32409" y="1854820"/>
                </a:cubicBezTo>
                <a:lnTo>
                  <a:pt x="21910" y="1958100"/>
                </a:lnTo>
                <a:lnTo>
                  <a:pt x="0" y="195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1000">
                <a:srgbClr val="DADBDD">
                  <a:alpha val="61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19" name="任意多边形: 形状 718">
            <a:extLst>
              <a:ext uri="{FF2B5EF4-FFF2-40B4-BE49-F238E27FC236}">
                <a16:creationId xmlns:a16="http://schemas.microsoft.com/office/drawing/2014/main" id="{7C9DA476-50E9-418C-93FA-8FC5620FAEFD}"/>
              </a:ext>
            </a:extLst>
          </p:cNvPr>
          <p:cNvSpPr/>
          <p:nvPr/>
        </p:nvSpPr>
        <p:spPr>
          <a:xfrm flipV="1">
            <a:off x="4238362" y="1188516"/>
            <a:ext cx="635091" cy="1820975"/>
          </a:xfrm>
          <a:custGeom>
            <a:avLst/>
            <a:gdLst>
              <a:gd name="connsiteX0" fmla="*/ 0 w 686102"/>
              <a:gd name="connsiteY0" fmla="*/ 0 h 1958100"/>
              <a:gd name="connsiteX1" fmla="*/ 29823 w 686102"/>
              <a:gd name="connsiteY1" fmla="*/ 80805 h 1958100"/>
              <a:gd name="connsiteX2" fmla="*/ 146454 w 686102"/>
              <a:gd name="connsiteY2" fmla="*/ 289596 h 1958100"/>
              <a:gd name="connsiteX3" fmla="*/ 676753 w 686102"/>
              <a:gd name="connsiteY3" fmla="*/ 651568 h 1958100"/>
              <a:gd name="connsiteX4" fmla="*/ 686102 w 686102"/>
              <a:gd name="connsiteY4" fmla="*/ 647680 h 1958100"/>
              <a:gd name="connsiteX5" fmla="*/ 686102 w 686102"/>
              <a:gd name="connsiteY5" fmla="*/ 686598 h 1958100"/>
              <a:gd name="connsiteX6" fmla="*/ 606353 w 686102"/>
              <a:gd name="connsiteY6" fmla="*/ 755151 h 1958100"/>
              <a:gd name="connsiteX7" fmla="*/ 244387 w 686102"/>
              <a:gd name="connsiteY7" fmla="*/ 1265845 h 1958100"/>
              <a:gd name="connsiteX8" fmla="*/ 32409 w 686102"/>
              <a:gd name="connsiteY8" fmla="*/ 1854820 h 1958100"/>
              <a:gd name="connsiteX9" fmla="*/ 21910 w 686102"/>
              <a:gd name="connsiteY9" fmla="*/ 1958100 h 1958100"/>
              <a:gd name="connsiteX10" fmla="*/ 0 w 686102"/>
              <a:gd name="connsiteY10" fmla="*/ 1958100 h 1958100"/>
              <a:gd name="connsiteX11" fmla="*/ 0 w 686102"/>
              <a:gd name="connsiteY11" fmla="*/ 0 h 195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6102" h="1958100">
                <a:moveTo>
                  <a:pt x="0" y="0"/>
                </a:moveTo>
                <a:lnTo>
                  <a:pt x="29823" y="80805"/>
                </a:lnTo>
                <a:cubicBezTo>
                  <a:pt x="59386" y="149321"/>
                  <a:pt x="98459" y="220110"/>
                  <a:pt x="146454" y="289596"/>
                </a:cubicBezTo>
                <a:cubicBezTo>
                  <a:pt x="314437" y="532796"/>
                  <a:pt x="536050" y="679439"/>
                  <a:pt x="676753" y="651568"/>
                </a:cubicBezTo>
                <a:lnTo>
                  <a:pt x="686102" y="647680"/>
                </a:lnTo>
                <a:lnTo>
                  <a:pt x="686102" y="686598"/>
                </a:lnTo>
                <a:lnTo>
                  <a:pt x="606353" y="755151"/>
                </a:lnTo>
                <a:cubicBezTo>
                  <a:pt x="486575" y="871683"/>
                  <a:pt x="356457" y="1051121"/>
                  <a:pt x="244387" y="1265845"/>
                </a:cubicBezTo>
                <a:cubicBezTo>
                  <a:pt x="132318" y="1480569"/>
                  <a:pt x="59516" y="1689922"/>
                  <a:pt x="32409" y="1854820"/>
                </a:cubicBezTo>
                <a:lnTo>
                  <a:pt x="21910" y="1958100"/>
                </a:lnTo>
                <a:lnTo>
                  <a:pt x="0" y="195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1000">
                <a:srgbClr val="DADBDD">
                  <a:alpha val="42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30" name="等腰三角形 729">
            <a:extLst>
              <a:ext uri="{FF2B5EF4-FFF2-40B4-BE49-F238E27FC236}">
                <a16:creationId xmlns:a16="http://schemas.microsoft.com/office/drawing/2014/main" id="{80DBEF7F-915C-45EB-A18F-5C25DBFACB27}"/>
              </a:ext>
            </a:extLst>
          </p:cNvPr>
          <p:cNvSpPr/>
          <p:nvPr/>
        </p:nvSpPr>
        <p:spPr>
          <a:xfrm rot="5400000">
            <a:off x="4698037" y="1737884"/>
            <a:ext cx="333968" cy="111381"/>
          </a:xfrm>
          <a:prstGeom prst="triangle">
            <a:avLst/>
          </a:prstGeom>
          <a:solidFill>
            <a:srgbClr val="959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1" name="等腰三角形 730">
            <a:extLst>
              <a:ext uri="{FF2B5EF4-FFF2-40B4-BE49-F238E27FC236}">
                <a16:creationId xmlns:a16="http://schemas.microsoft.com/office/drawing/2014/main" id="{327E2F28-75A6-4E0D-B769-752B7924AD1F}"/>
              </a:ext>
            </a:extLst>
          </p:cNvPr>
          <p:cNvSpPr/>
          <p:nvPr/>
        </p:nvSpPr>
        <p:spPr>
          <a:xfrm rot="5400000">
            <a:off x="4702848" y="2323722"/>
            <a:ext cx="333968" cy="111381"/>
          </a:xfrm>
          <a:prstGeom prst="triangle">
            <a:avLst/>
          </a:prstGeom>
          <a:solidFill>
            <a:srgbClr val="959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2" name="箭头: 虚尾 731">
            <a:extLst>
              <a:ext uri="{FF2B5EF4-FFF2-40B4-BE49-F238E27FC236}">
                <a16:creationId xmlns:a16="http://schemas.microsoft.com/office/drawing/2014/main" id="{A12B9C4C-68AF-41D8-90FD-61EC514A5973}"/>
              </a:ext>
            </a:extLst>
          </p:cNvPr>
          <p:cNvSpPr/>
          <p:nvPr/>
        </p:nvSpPr>
        <p:spPr>
          <a:xfrm>
            <a:off x="8535675" y="1705764"/>
            <a:ext cx="247602" cy="229003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3" name="箭头: 虚尾 732">
            <a:extLst>
              <a:ext uri="{FF2B5EF4-FFF2-40B4-BE49-F238E27FC236}">
                <a16:creationId xmlns:a16="http://schemas.microsoft.com/office/drawing/2014/main" id="{706E1164-54C0-4044-9B07-C1C9F9E9F9D1}"/>
              </a:ext>
            </a:extLst>
          </p:cNvPr>
          <p:cNvSpPr/>
          <p:nvPr/>
        </p:nvSpPr>
        <p:spPr>
          <a:xfrm>
            <a:off x="8542542" y="1931222"/>
            <a:ext cx="243100" cy="217519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8" name="箭头: 虚尾 737">
            <a:extLst>
              <a:ext uri="{FF2B5EF4-FFF2-40B4-BE49-F238E27FC236}">
                <a16:creationId xmlns:a16="http://schemas.microsoft.com/office/drawing/2014/main" id="{A860A0D5-969E-46C6-9EEE-80AFF798CDC9}"/>
              </a:ext>
            </a:extLst>
          </p:cNvPr>
          <p:cNvSpPr/>
          <p:nvPr/>
        </p:nvSpPr>
        <p:spPr>
          <a:xfrm>
            <a:off x="8527754" y="2262744"/>
            <a:ext cx="243100" cy="240653"/>
          </a:xfrm>
          <a:prstGeom prst="stripedRightArrow">
            <a:avLst/>
          </a:prstGeom>
          <a:gradFill>
            <a:gsLst>
              <a:gs pos="0">
                <a:srgbClr val="FFD44B">
                  <a:alpha val="24706"/>
                </a:srgbClr>
              </a:gs>
              <a:gs pos="100000">
                <a:srgbClr val="FFD03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91" name="组合 990">
            <a:extLst>
              <a:ext uri="{FF2B5EF4-FFF2-40B4-BE49-F238E27FC236}">
                <a16:creationId xmlns:a16="http://schemas.microsoft.com/office/drawing/2014/main" id="{5DC4606E-09C3-435D-95DF-BF9598BFF698}"/>
              </a:ext>
            </a:extLst>
          </p:cNvPr>
          <p:cNvGrpSpPr/>
          <p:nvPr/>
        </p:nvGrpSpPr>
        <p:grpSpPr>
          <a:xfrm>
            <a:off x="7265204" y="4022148"/>
            <a:ext cx="1075742" cy="1209150"/>
            <a:chOff x="6179924" y="2803735"/>
            <a:chExt cx="1075742" cy="1209150"/>
          </a:xfrm>
        </p:grpSpPr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F6BBBE41-EBBD-43D4-B819-72FBF002DA37}"/>
                </a:ext>
              </a:extLst>
            </p:cNvPr>
            <p:cNvSpPr/>
            <p:nvPr/>
          </p:nvSpPr>
          <p:spPr>
            <a:xfrm>
              <a:off x="6179924" y="2803735"/>
              <a:ext cx="1075742" cy="1209150"/>
            </a:xfrm>
            <a:prstGeom prst="roundRect">
              <a:avLst>
                <a:gd name="adj" fmla="val 8993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1" name="组合 920">
              <a:extLst>
                <a:ext uri="{FF2B5EF4-FFF2-40B4-BE49-F238E27FC236}">
                  <a16:creationId xmlns:a16="http://schemas.microsoft.com/office/drawing/2014/main" id="{157F5C4A-EFBE-49DE-9747-633693A2102B}"/>
                </a:ext>
              </a:extLst>
            </p:cNvPr>
            <p:cNvGrpSpPr/>
            <p:nvPr/>
          </p:nvGrpSpPr>
          <p:grpSpPr>
            <a:xfrm>
              <a:off x="6370682" y="2916899"/>
              <a:ext cx="735974" cy="1040258"/>
              <a:chOff x="3074127" y="1974066"/>
              <a:chExt cx="1992039" cy="2815637"/>
            </a:xfrm>
          </p:grpSpPr>
          <p:sp>
            <p:nvSpPr>
              <p:cNvPr id="922" name="椭圆 921">
                <a:extLst>
                  <a:ext uri="{FF2B5EF4-FFF2-40B4-BE49-F238E27FC236}">
                    <a16:creationId xmlns:a16="http://schemas.microsoft.com/office/drawing/2014/main" id="{F124911E-94C6-4FCA-A635-F33261956BC1}"/>
                  </a:ext>
                </a:extLst>
              </p:cNvPr>
              <p:cNvSpPr/>
              <p:nvPr/>
            </p:nvSpPr>
            <p:spPr>
              <a:xfrm>
                <a:off x="3074127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3" name="椭圆 922">
                <a:extLst>
                  <a:ext uri="{FF2B5EF4-FFF2-40B4-BE49-F238E27FC236}">
                    <a16:creationId xmlns:a16="http://schemas.microsoft.com/office/drawing/2014/main" id="{DB5EF7CC-F9BA-45E8-9B82-E359F681FB97}"/>
                  </a:ext>
                </a:extLst>
              </p:cNvPr>
              <p:cNvSpPr/>
              <p:nvPr/>
            </p:nvSpPr>
            <p:spPr>
              <a:xfrm>
                <a:off x="3074127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4" name="椭圆 923">
                <a:extLst>
                  <a:ext uri="{FF2B5EF4-FFF2-40B4-BE49-F238E27FC236}">
                    <a16:creationId xmlns:a16="http://schemas.microsoft.com/office/drawing/2014/main" id="{1FAD083E-2239-4325-9F10-191D70D78124}"/>
                  </a:ext>
                </a:extLst>
              </p:cNvPr>
              <p:cNvSpPr/>
              <p:nvPr/>
            </p:nvSpPr>
            <p:spPr>
              <a:xfrm>
                <a:off x="3074127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5" name="椭圆 924">
                <a:extLst>
                  <a:ext uri="{FF2B5EF4-FFF2-40B4-BE49-F238E27FC236}">
                    <a16:creationId xmlns:a16="http://schemas.microsoft.com/office/drawing/2014/main" id="{95698EF6-361B-437D-93F9-80BE375B7E21}"/>
                  </a:ext>
                </a:extLst>
              </p:cNvPr>
              <p:cNvSpPr/>
              <p:nvPr/>
            </p:nvSpPr>
            <p:spPr>
              <a:xfrm>
                <a:off x="3074127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6" name="椭圆 925">
                <a:extLst>
                  <a:ext uri="{FF2B5EF4-FFF2-40B4-BE49-F238E27FC236}">
                    <a16:creationId xmlns:a16="http://schemas.microsoft.com/office/drawing/2014/main" id="{A37CF67C-8C27-4AEE-B38A-A5B9F66E5E8B}"/>
                  </a:ext>
                </a:extLst>
              </p:cNvPr>
              <p:cNvSpPr/>
              <p:nvPr/>
            </p:nvSpPr>
            <p:spPr>
              <a:xfrm>
                <a:off x="3074127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7" name="椭圆 926">
                <a:extLst>
                  <a:ext uri="{FF2B5EF4-FFF2-40B4-BE49-F238E27FC236}">
                    <a16:creationId xmlns:a16="http://schemas.microsoft.com/office/drawing/2014/main" id="{953466EE-135E-4BF1-9432-5F3B083FD75E}"/>
                  </a:ext>
                </a:extLst>
              </p:cNvPr>
              <p:cNvSpPr/>
              <p:nvPr/>
            </p:nvSpPr>
            <p:spPr>
              <a:xfrm>
                <a:off x="3893469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8" name="椭圆 927">
                <a:extLst>
                  <a:ext uri="{FF2B5EF4-FFF2-40B4-BE49-F238E27FC236}">
                    <a16:creationId xmlns:a16="http://schemas.microsoft.com/office/drawing/2014/main" id="{B2D99C5B-AC25-4F03-AE59-09EAE1F89A99}"/>
                  </a:ext>
                </a:extLst>
              </p:cNvPr>
              <p:cNvSpPr/>
              <p:nvPr/>
            </p:nvSpPr>
            <p:spPr>
              <a:xfrm>
                <a:off x="3893469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9" name="椭圆 928">
                <a:extLst>
                  <a:ext uri="{FF2B5EF4-FFF2-40B4-BE49-F238E27FC236}">
                    <a16:creationId xmlns:a16="http://schemas.microsoft.com/office/drawing/2014/main" id="{B0FBACB0-60C0-4171-A5D1-6D1FAB9793EE}"/>
                  </a:ext>
                </a:extLst>
              </p:cNvPr>
              <p:cNvSpPr/>
              <p:nvPr/>
            </p:nvSpPr>
            <p:spPr>
              <a:xfrm>
                <a:off x="3893469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0" name="椭圆 929">
                <a:extLst>
                  <a:ext uri="{FF2B5EF4-FFF2-40B4-BE49-F238E27FC236}">
                    <a16:creationId xmlns:a16="http://schemas.microsoft.com/office/drawing/2014/main" id="{12C11F1E-5182-4EFE-848C-7A29BEDDE1AD}"/>
                  </a:ext>
                </a:extLst>
              </p:cNvPr>
              <p:cNvSpPr/>
              <p:nvPr/>
            </p:nvSpPr>
            <p:spPr>
              <a:xfrm>
                <a:off x="3893469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1" name="椭圆 930">
                <a:extLst>
                  <a:ext uri="{FF2B5EF4-FFF2-40B4-BE49-F238E27FC236}">
                    <a16:creationId xmlns:a16="http://schemas.microsoft.com/office/drawing/2014/main" id="{2E77396A-6E7C-44C2-BE4B-609C11B991D7}"/>
                  </a:ext>
                </a:extLst>
              </p:cNvPr>
              <p:cNvSpPr/>
              <p:nvPr/>
            </p:nvSpPr>
            <p:spPr>
              <a:xfrm>
                <a:off x="3893469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2" name="椭圆 931">
                <a:extLst>
                  <a:ext uri="{FF2B5EF4-FFF2-40B4-BE49-F238E27FC236}">
                    <a16:creationId xmlns:a16="http://schemas.microsoft.com/office/drawing/2014/main" id="{D90F3E85-0CA7-4C55-85FC-4421A076A762}"/>
                  </a:ext>
                </a:extLst>
              </p:cNvPr>
              <p:cNvSpPr/>
              <p:nvPr/>
            </p:nvSpPr>
            <p:spPr>
              <a:xfrm>
                <a:off x="4712810" y="228756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3" name="椭圆 932">
                <a:extLst>
                  <a:ext uri="{FF2B5EF4-FFF2-40B4-BE49-F238E27FC236}">
                    <a16:creationId xmlns:a16="http://schemas.microsoft.com/office/drawing/2014/main" id="{0DC96AB7-09DF-4C4B-BF97-9E216F430C21}"/>
                  </a:ext>
                </a:extLst>
              </p:cNvPr>
              <p:cNvSpPr/>
              <p:nvPr/>
            </p:nvSpPr>
            <p:spPr>
              <a:xfrm>
                <a:off x="4712810" y="290587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4" name="椭圆 933">
                <a:extLst>
                  <a:ext uri="{FF2B5EF4-FFF2-40B4-BE49-F238E27FC236}">
                    <a16:creationId xmlns:a16="http://schemas.microsoft.com/office/drawing/2014/main" id="{7C3320AF-8C9B-422E-BC00-647F8B2CA8C9}"/>
                  </a:ext>
                </a:extLst>
              </p:cNvPr>
              <p:cNvSpPr/>
              <p:nvPr/>
            </p:nvSpPr>
            <p:spPr>
              <a:xfrm>
                <a:off x="4712810" y="3524185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5" name="椭圆 934">
                <a:extLst>
                  <a:ext uri="{FF2B5EF4-FFF2-40B4-BE49-F238E27FC236}">
                    <a16:creationId xmlns:a16="http://schemas.microsoft.com/office/drawing/2014/main" id="{7215E86D-7210-4D54-AC75-1D3658A89741}"/>
                  </a:ext>
                </a:extLst>
              </p:cNvPr>
              <p:cNvSpPr/>
              <p:nvPr/>
            </p:nvSpPr>
            <p:spPr>
              <a:xfrm>
                <a:off x="4712807" y="414248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36" name="直接连接符 935">
                <a:extLst>
                  <a:ext uri="{FF2B5EF4-FFF2-40B4-BE49-F238E27FC236}">
                    <a16:creationId xmlns:a16="http://schemas.microsoft.com/office/drawing/2014/main" id="{EBFF8369-8C42-4C35-8608-B85C6B85D4AC}"/>
                  </a:ext>
                </a:extLst>
              </p:cNvPr>
              <p:cNvCxnSpPr>
                <a:cxnSpLocks/>
                <a:stCxn id="922" idx="6"/>
                <a:endCxn id="927" idx="2"/>
              </p:cNvCxnSpPr>
              <p:nvPr/>
            </p:nvCxnSpPr>
            <p:spPr>
              <a:xfrm>
                <a:off x="3427480" y="2145271"/>
                <a:ext cx="4659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7" name="直接连接符 936">
                <a:extLst>
                  <a:ext uri="{FF2B5EF4-FFF2-40B4-BE49-F238E27FC236}">
                    <a16:creationId xmlns:a16="http://schemas.microsoft.com/office/drawing/2014/main" id="{97474BC2-F3DA-4D94-99E2-67EF9D84CC21}"/>
                  </a:ext>
                </a:extLst>
              </p:cNvPr>
              <p:cNvCxnSpPr>
                <a:cxnSpLocks/>
                <a:stCxn id="922" idx="6"/>
                <a:endCxn id="928" idx="2"/>
              </p:cNvCxnSpPr>
              <p:nvPr/>
            </p:nvCxnSpPr>
            <p:spPr>
              <a:xfrm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8" name="直接连接符 937">
                <a:extLst>
                  <a:ext uri="{FF2B5EF4-FFF2-40B4-BE49-F238E27FC236}">
                    <a16:creationId xmlns:a16="http://schemas.microsoft.com/office/drawing/2014/main" id="{1F1B6419-1B80-4929-A9EF-7A4E9AAF37A0}"/>
                  </a:ext>
                </a:extLst>
              </p:cNvPr>
              <p:cNvCxnSpPr>
                <a:cxnSpLocks/>
                <a:stCxn id="922" idx="6"/>
                <a:endCxn id="92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9" name="直接连接符 938">
                <a:extLst>
                  <a:ext uri="{FF2B5EF4-FFF2-40B4-BE49-F238E27FC236}">
                    <a16:creationId xmlns:a16="http://schemas.microsoft.com/office/drawing/2014/main" id="{86E125C3-F013-4394-8250-12C89D89E9BA}"/>
                  </a:ext>
                </a:extLst>
              </p:cNvPr>
              <p:cNvCxnSpPr>
                <a:cxnSpLocks/>
                <a:stCxn id="922" idx="6"/>
                <a:endCxn id="930" idx="2"/>
              </p:cNvCxnSpPr>
              <p:nvPr/>
            </p:nvCxnSpPr>
            <p:spPr>
              <a:xfrm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0" name="直接连接符 939">
                <a:extLst>
                  <a:ext uri="{FF2B5EF4-FFF2-40B4-BE49-F238E27FC236}">
                    <a16:creationId xmlns:a16="http://schemas.microsoft.com/office/drawing/2014/main" id="{F1F640B8-8FC7-469D-B4E3-FB91F52A0235}"/>
                  </a:ext>
                </a:extLst>
              </p:cNvPr>
              <p:cNvCxnSpPr>
                <a:cxnSpLocks/>
                <a:stCxn id="922" idx="6"/>
                <a:endCxn id="931" idx="2"/>
              </p:cNvCxnSpPr>
              <p:nvPr/>
            </p:nvCxnSpPr>
            <p:spPr>
              <a:xfrm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1" name="直接连接符 940">
                <a:extLst>
                  <a:ext uri="{FF2B5EF4-FFF2-40B4-BE49-F238E27FC236}">
                    <a16:creationId xmlns:a16="http://schemas.microsoft.com/office/drawing/2014/main" id="{6A6A24BB-C912-4AE1-984D-7F7CAE73AB2D}"/>
                  </a:ext>
                </a:extLst>
              </p:cNvPr>
              <p:cNvCxnSpPr>
                <a:cxnSpLocks/>
                <a:stCxn id="923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2" name="直接连接符 941">
                <a:extLst>
                  <a:ext uri="{FF2B5EF4-FFF2-40B4-BE49-F238E27FC236}">
                    <a16:creationId xmlns:a16="http://schemas.microsoft.com/office/drawing/2014/main" id="{8DE00727-15A0-4AF7-BC8C-74301405D3ED}"/>
                  </a:ext>
                </a:extLst>
              </p:cNvPr>
              <p:cNvCxnSpPr>
                <a:cxnSpLocks/>
                <a:stCxn id="923" idx="6"/>
                <a:endCxn id="928" idx="2"/>
              </p:cNvCxnSpPr>
              <p:nvPr/>
            </p:nvCxnSpPr>
            <p:spPr>
              <a:xfrm>
                <a:off x="3427480" y="276357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3" name="直接连接符 942">
                <a:extLst>
                  <a:ext uri="{FF2B5EF4-FFF2-40B4-BE49-F238E27FC236}">
                    <a16:creationId xmlns:a16="http://schemas.microsoft.com/office/drawing/2014/main" id="{E5BA98EB-71AD-4B93-BD23-1E116B73B967}"/>
                  </a:ext>
                </a:extLst>
              </p:cNvPr>
              <p:cNvCxnSpPr>
                <a:cxnSpLocks/>
                <a:stCxn id="923" idx="6"/>
                <a:endCxn id="929" idx="2"/>
              </p:cNvCxnSpPr>
              <p:nvPr/>
            </p:nvCxnSpPr>
            <p:spPr>
              <a:xfrm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4" name="直接连接符 943">
                <a:extLst>
                  <a:ext uri="{FF2B5EF4-FFF2-40B4-BE49-F238E27FC236}">
                    <a16:creationId xmlns:a16="http://schemas.microsoft.com/office/drawing/2014/main" id="{0288CE80-5065-40A9-B33D-366128DD6720}"/>
                  </a:ext>
                </a:extLst>
              </p:cNvPr>
              <p:cNvCxnSpPr>
                <a:cxnSpLocks/>
                <a:stCxn id="923" idx="6"/>
                <a:endCxn id="930" idx="2"/>
              </p:cNvCxnSpPr>
              <p:nvPr/>
            </p:nvCxnSpPr>
            <p:spPr>
              <a:xfrm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5" name="直接连接符 944">
                <a:extLst>
                  <a:ext uri="{FF2B5EF4-FFF2-40B4-BE49-F238E27FC236}">
                    <a16:creationId xmlns:a16="http://schemas.microsoft.com/office/drawing/2014/main" id="{60FA3A41-8756-4388-9696-BA092C3C5788}"/>
                  </a:ext>
                </a:extLst>
              </p:cNvPr>
              <p:cNvCxnSpPr>
                <a:cxnSpLocks/>
                <a:stCxn id="923" idx="6"/>
                <a:endCxn id="931" idx="2"/>
              </p:cNvCxnSpPr>
              <p:nvPr/>
            </p:nvCxnSpPr>
            <p:spPr>
              <a:xfrm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6" name="直接连接符 945">
                <a:extLst>
                  <a:ext uri="{FF2B5EF4-FFF2-40B4-BE49-F238E27FC236}">
                    <a16:creationId xmlns:a16="http://schemas.microsoft.com/office/drawing/2014/main" id="{804AFC16-C8C1-455B-9652-E13EFF24221E}"/>
                  </a:ext>
                </a:extLst>
              </p:cNvPr>
              <p:cNvCxnSpPr>
                <a:cxnSpLocks/>
                <a:stCxn id="924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7" name="直接连接符 946">
                <a:extLst>
                  <a:ext uri="{FF2B5EF4-FFF2-40B4-BE49-F238E27FC236}">
                    <a16:creationId xmlns:a16="http://schemas.microsoft.com/office/drawing/2014/main" id="{B4579130-6E0F-45F0-817E-445520091436}"/>
                  </a:ext>
                </a:extLst>
              </p:cNvPr>
              <p:cNvCxnSpPr>
                <a:cxnSpLocks/>
                <a:stCxn id="924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8" name="直接连接符 947">
                <a:extLst>
                  <a:ext uri="{FF2B5EF4-FFF2-40B4-BE49-F238E27FC236}">
                    <a16:creationId xmlns:a16="http://schemas.microsoft.com/office/drawing/2014/main" id="{1835FCF2-B688-457F-B2DD-DA8CB816B592}"/>
                  </a:ext>
                </a:extLst>
              </p:cNvPr>
              <p:cNvCxnSpPr>
                <a:cxnSpLocks/>
                <a:stCxn id="924" idx="6"/>
                <a:endCxn id="929" idx="2"/>
              </p:cNvCxnSpPr>
              <p:nvPr/>
            </p:nvCxnSpPr>
            <p:spPr>
              <a:xfrm>
                <a:off x="3427480" y="3381885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9" name="直接连接符 948">
                <a:extLst>
                  <a:ext uri="{FF2B5EF4-FFF2-40B4-BE49-F238E27FC236}">
                    <a16:creationId xmlns:a16="http://schemas.microsoft.com/office/drawing/2014/main" id="{9F13E2A6-0998-43AE-90A5-5789781A409E}"/>
                  </a:ext>
                </a:extLst>
              </p:cNvPr>
              <p:cNvCxnSpPr>
                <a:cxnSpLocks/>
                <a:stCxn id="924" idx="6"/>
                <a:endCxn id="930" idx="2"/>
              </p:cNvCxnSpPr>
              <p:nvPr/>
            </p:nvCxnSpPr>
            <p:spPr>
              <a:xfrm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0" name="直接连接符 949">
                <a:extLst>
                  <a:ext uri="{FF2B5EF4-FFF2-40B4-BE49-F238E27FC236}">
                    <a16:creationId xmlns:a16="http://schemas.microsoft.com/office/drawing/2014/main" id="{D3309C57-460F-4269-8308-7BE06E38BBDD}"/>
                  </a:ext>
                </a:extLst>
              </p:cNvPr>
              <p:cNvCxnSpPr>
                <a:cxnSpLocks/>
                <a:stCxn id="924" idx="6"/>
                <a:endCxn id="931" idx="2"/>
              </p:cNvCxnSpPr>
              <p:nvPr/>
            </p:nvCxnSpPr>
            <p:spPr>
              <a:xfrm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1" name="直接连接符 950">
                <a:extLst>
                  <a:ext uri="{FF2B5EF4-FFF2-40B4-BE49-F238E27FC236}">
                    <a16:creationId xmlns:a16="http://schemas.microsoft.com/office/drawing/2014/main" id="{B36228CA-9394-43AE-9CE2-CE1D8E14BAC3}"/>
                  </a:ext>
                </a:extLst>
              </p:cNvPr>
              <p:cNvCxnSpPr>
                <a:cxnSpLocks/>
                <a:stCxn id="925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2" name="直接连接符 951">
                <a:extLst>
                  <a:ext uri="{FF2B5EF4-FFF2-40B4-BE49-F238E27FC236}">
                    <a16:creationId xmlns:a16="http://schemas.microsoft.com/office/drawing/2014/main" id="{171FD8F7-F0D5-45CD-A439-95A9C8CDA6D6}"/>
                  </a:ext>
                </a:extLst>
              </p:cNvPr>
              <p:cNvCxnSpPr>
                <a:cxnSpLocks/>
                <a:stCxn id="925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3" name="直接连接符 952">
                <a:extLst>
                  <a:ext uri="{FF2B5EF4-FFF2-40B4-BE49-F238E27FC236}">
                    <a16:creationId xmlns:a16="http://schemas.microsoft.com/office/drawing/2014/main" id="{B066C728-2CCF-40B1-B68D-E310ED7A4E01}"/>
                  </a:ext>
                </a:extLst>
              </p:cNvPr>
              <p:cNvCxnSpPr>
                <a:cxnSpLocks/>
                <a:stCxn id="925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4" name="直接连接符 953">
                <a:extLst>
                  <a:ext uri="{FF2B5EF4-FFF2-40B4-BE49-F238E27FC236}">
                    <a16:creationId xmlns:a16="http://schemas.microsoft.com/office/drawing/2014/main" id="{11278892-1FB1-42DA-8137-3244FEF0EFDD}"/>
                  </a:ext>
                </a:extLst>
              </p:cNvPr>
              <p:cNvCxnSpPr>
                <a:cxnSpLocks/>
                <a:stCxn id="925" idx="6"/>
                <a:endCxn id="930" idx="2"/>
              </p:cNvCxnSpPr>
              <p:nvPr/>
            </p:nvCxnSpPr>
            <p:spPr>
              <a:xfrm>
                <a:off x="3427480" y="4000191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5" name="直接连接符 954">
                <a:extLst>
                  <a:ext uri="{FF2B5EF4-FFF2-40B4-BE49-F238E27FC236}">
                    <a16:creationId xmlns:a16="http://schemas.microsoft.com/office/drawing/2014/main" id="{E92F8D60-BD4B-41D9-AA10-AEBA72F15BCC}"/>
                  </a:ext>
                </a:extLst>
              </p:cNvPr>
              <p:cNvCxnSpPr>
                <a:cxnSpLocks/>
                <a:stCxn id="925" idx="6"/>
                <a:endCxn id="931" idx="2"/>
              </p:cNvCxnSpPr>
              <p:nvPr/>
            </p:nvCxnSpPr>
            <p:spPr>
              <a:xfrm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6" name="直接连接符 955">
                <a:extLst>
                  <a:ext uri="{FF2B5EF4-FFF2-40B4-BE49-F238E27FC236}">
                    <a16:creationId xmlns:a16="http://schemas.microsoft.com/office/drawing/2014/main" id="{FF26BAAC-72C8-4E9B-8CEC-B41B90E23422}"/>
                  </a:ext>
                </a:extLst>
              </p:cNvPr>
              <p:cNvCxnSpPr>
                <a:cxnSpLocks/>
                <a:stCxn id="926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7" name="直接连接符 956">
                <a:extLst>
                  <a:ext uri="{FF2B5EF4-FFF2-40B4-BE49-F238E27FC236}">
                    <a16:creationId xmlns:a16="http://schemas.microsoft.com/office/drawing/2014/main" id="{73BFD494-BAFA-40EC-8BFA-7E96E9A56239}"/>
                  </a:ext>
                </a:extLst>
              </p:cNvPr>
              <p:cNvCxnSpPr>
                <a:cxnSpLocks/>
                <a:stCxn id="926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8" name="直接连接符 957">
                <a:extLst>
                  <a:ext uri="{FF2B5EF4-FFF2-40B4-BE49-F238E27FC236}">
                    <a16:creationId xmlns:a16="http://schemas.microsoft.com/office/drawing/2014/main" id="{8D7FC868-E472-4AB7-9FB1-E2BA7B45B8CA}"/>
                  </a:ext>
                </a:extLst>
              </p:cNvPr>
              <p:cNvCxnSpPr>
                <a:cxnSpLocks/>
                <a:stCxn id="926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连接符 958">
                <a:extLst>
                  <a:ext uri="{FF2B5EF4-FFF2-40B4-BE49-F238E27FC236}">
                    <a16:creationId xmlns:a16="http://schemas.microsoft.com/office/drawing/2014/main" id="{D1310A99-22EC-42CA-B987-D86F8DD130DA}"/>
                  </a:ext>
                </a:extLst>
              </p:cNvPr>
              <p:cNvCxnSpPr>
                <a:cxnSpLocks/>
                <a:stCxn id="926" idx="6"/>
                <a:endCxn id="930" idx="2"/>
              </p:cNvCxnSpPr>
              <p:nvPr/>
            </p:nvCxnSpPr>
            <p:spPr>
              <a:xfrm flipV="1"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0" name="直接连接符 959">
                <a:extLst>
                  <a:ext uri="{FF2B5EF4-FFF2-40B4-BE49-F238E27FC236}">
                    <a16:creationId xmlns:a16="http://schemas.microsoft.com/office/drawing/2014/main" id="{6DBAD3E9-358D-4466-8C8E-9E1A014815E8}"/>
                  </a:ext>
                </a:extLst>
              </p:cNvPr>
              <p:cNvCxnSpPr>
                <a:cxnSpLocks/>
                <a:stCxn id="926" idx="6"/>
                <a:endCxn id="931" idx="2"/>
              </p:cNvCxnSpPr>
              <p:nvPr/>
            </p:nvCxnSpPr>
            <p:spPr>
              <a:xfrm>
                <a:off x="3427480" y="461849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1" name="直接连接符 960">
                <a:extLst>
                  <a:ext uri="{FF2B5EF4-FFF2-40B4-BE49-F238E27FC236}">
                    <a16:creationId xmlns:a16="http://schemas.microsoft.com/office/drawing/2014/main" id="{CBF469BE-9B59-4045-9923-95BD67CEFD8B}"/>
                  </a:ext>
                </a:extLst>
              </p:cNvPr>
              <p:cNvCxnSpPr>
                <a:cxnSpLocks/>
                <a:stCxn id="927" idx="6"/>
                <a:endCxn id="932" idx="2"/>
              </p:cNvCxnSpPr>
              <p:nvPr/>
            </p:nvCxnSpPr>
            <p:spPr>
              <a:xfrm>
                <a:off x="4246821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2" name="直接连接符 961">
                <a:extLst>
                  <a:ext uri="{FF2B5EF4-FFF2-40B4-BE49-F238E27FC236}">
                    <a16:creationId xmlns:a16="http://schemas.microsoft.com/office/drawing/2014/main" id="{0C25FE9F-2739-410F-B6D5-CF674B992CBC}"/>
                  </a:ext>
                </a:extLst>
              </p:cNvPr>
              <p:cNvCxnSpPr>
                <a:cxnSpLocks/>
                <a:stCxn id="927" idx="6"/>
                <a:endCxn id="933" idx="2"/>
              </p:cNvCxnSpPr>
              <p:nvPr/>
            </p:nvCxnSpPr>
            <p:spPr>
              <a:xfrm>
                <a:off x="4246821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3" name="直接连接符 962">
                <a:extLst>
                  <a:ext uri="{FF2B5EF4-FFF2-40B4-BE49-F238E27FC236}">
                    <a16:creationId xmlns:a16="http://schemas.microsoft.com/office/drawing/2014/main" id="{FEFD4601-19EC-4A81-82F4-D461F5122727}"/>
                  </a:ext>
                </a:extLst>
              </p:cNvPr>
              <p:cNvCxnSpPr>
                <a:cxnSpLocks/>
                <a:stCxn id="927" idx="6"/>
                <a:endCxn id="934" idx="2"/>
              </p:cNvCxnSpPr>
              <p:nvPr/>
            </p:nvCxnSpPr>
            <p:spPr>
              <a:xfrm>
                <a:off x="4246821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4" name="直接连接符 963">
                <a:extLst>
                  <a:ext uri="{FF2B5EF4-FFF2-40B4-BE49-F238E27FC236}">
                    <a16:creationId xmlns:a16="http://schemas.microsoft.com/office/drawing/2014/main" id="{757C1E1E-A97B-4C3A-A1FF-C96D4734B909}"/>
                  </a:ext>
                </a:extLst>
              </p:cNvPr>
              <p:cNvCxnSpPr>
                <a:cxnSpLocks/>
                <a:stCxn id="927" idx="6"/>
                <a:endCxn id="935" idx="2"/>
              </p:cNvCxnSpPr>
              <p:nvPr/>
            </p:nvCxnSpPr>
            <p:spPr>
              <a:xfrm>
                <a:off x="4246821" y="2145271"/>
                <a:ext cx="465986" cy="21684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5" name="直接连接符 964">
                <a:extLst>
                  <a:ext uri="{FF2B5EF4-FFF2-40B4-BE49-F238E27FC236}">
                    <a16:creationId xmlns:a16="http://schemas.microsoft.com/office/drawing/2014/main" id="{B66ACC75-11A9-43F6-82E5-89D3F651D1C0}"/>
                  </a:ext>
                </a:extLst>
              </p:cNvPr>
              <p:cNvCxnSpPr>
                <a:cxnSpLocks/>
                <a:stCxn id="928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6" name="直接连接符 965">
                <a:extLst>
                  <a:ext uri="{FF2B5EF4-FFF2-40B4-BE49-F238E27FC236}">
                    <a16:creationId xmlns:a16="http://schemas.microsoft.com/office/drawing/2014/main" id="{84860023-0580-40A6-B740-226E8816B6B1}"/>
                  </a:ext>
                </a:extLst>
              </p:cNvPr>
              <p:cNvCxnSpPr>
                <a:cxnSpLocks/>
                <a:stCxn id="928" idx="6"/>
                <a:endCxn id="933" idx="2"/>
              </p:cNvCxnSpPr>
              <p:nvPr/>
            </p:nvCxnSpPr>
            <p:spPr>
              <a:xfrm>
                <a:off x="4246821" y="2763578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7" name="直接连接符 966">
                <a:extLst>
                  <a:ext uri="{FF2B5EF4-FFF2-40B4-BE49-F238E27FC236}">
                    <a16:creationId xmlns:a16="http://schemas.microsoft.com/office/drawing/2014/main" id="{87F16787-5ED2-49C8-BDCA-3D900404C5FA}"/>
                  </a:ext>
                </a:extLst>
              </p:cNvPr>
              <p:cNvCxnSpPr>
                <a:cxnSpLocks/>
                <a:stCxn id="928" idx="6"/>
                <a:endCxn id="934" idx="2"/>
              </p:cNvCxnSpPr>
              <p:nvPr/>
            </p:nvCxnSpPr>
            <p:spPr>
              <a:xfrm>
                <a:off x="4246821" y="2763578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8" name="直接连接符 967">
                <a:extLst>
                  <a:ext uri="{FF2B5EF4-FFF2-40B4-BE49-F238E27FC236}">
                    <a16:creationId xmlns:a16="http://schemas.microsoft.com/office/drawing/2014/main" id="{B0CC672D-5469-4AE3-8410-4E0407922F4A}"/>
                  </a:ext>
                </a:extLst>
              </p:cNvPr>
              <p:cNvCxnSpPr>
                <a:cxnSpLocks/>
                <a:stCxn id="928" idx="6"/>
                <a:endCxn id="935" idx="2"/>
              </p:cNvCxnSpPr>
              <p:nvPr/>
            </p:nvCxnSpPr>
            <p:spPr>
              <a:xfrm>
                <a:off x="4246821" y="2763578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9" name="直接连接符 968">
                <a:extLst>
                  <a:ext uri="{FF2B5EF4-FFF2-40B4-BE49-F238E27FC236}">
                    <a16:creationId xmlns:a16="http://schemas.microsoft.com/office/drawing/2014/main" id="{61A97EBA-422E-4780-94AE-7E531BC884B4}"/>
                  </a:ext>
                </a:extLst>
              </p:cNvPr>
              <p:cNvCxnSpPr>
                <a:cxnSpLocks/>
                <a:stCxn id="929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0" name="直接连接符 969">
                <a:extLst>
                  <a:ext uri="{FF2B5EF4-FFF2-40B4-BE49-F238E27FC236}">
                    <a16:creationId xmlns:a16="http://schemas.microsoft.com/office/drawing/2014/main" id="{609B7452-C968-4310-ADBF-C19A8F52CA9B}"/>
                  </a:ext>
                </a:extLst>
              </p:cNvPr>
              <p:cNvCxnSpPr>
                <a:cxnSpLocks/>
                <a:stCxn id="930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1" name="直接连接符 970">
                <a:extLst>
                  <a:ext uri="{FF2B5EF4-FFF2-40B4-BE49-F238E27FC236}">
                    <a16:creationId xmlns:a16="http://schemas.microsoft.com/office/drawing/2014/main" id="{AA06595C-C0EB-4CDC-83F3-547423866A9D}"/>
                  </a:ext>
                </a:extLst>
              </p:cNvPr>
              <p:cNvCxnSpPr>
                <a:cxnSpLocks/>
                <a:stCxn id="930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2" name="直接连接符 971">
                <a:extLst>
                  <a:ext uri="{FF2B5EF4-FFF2-40B4-BE49-F238E27FC236}">
                    <a16:creationId xmlns:a16="http://schemas.microsoft.com/office/drawing/2014/main" id="{4CF01D55-AADB-4AD9-90B6-E8C13663E3B5}"/>
                  </a:ext>
                </a:extLst>
              </p:cNvPr>
              <p:cNvCxnSpPr>
                <a:cxnSpLocks/>
                <a:stCxn id="930" idx="6"/>
                <a:endCxn id="935" idx="2"/>
              </p:cNvCxnSpPr>
              <p:nvPr/>
            </p:nvCxnSpPr>
            <p:spPr>
              <a:xfrm>
                <a:off x="4246821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3" name="直接连接符 972">
                <a:extLst>
                  <a:ext uri="{FF2B5EF4-FFF2-40B4-BE49-F238E27FC236}">
                    <a16:creationId xmlns:a16="http://schemas.microsoft.com/office/drawing/2014/main" id="{572A1238-B136-4F17-92A8-7B344373BEE6}"/>
                  </a:ext>
                </a:extLst>
              </p:cNvPr>
              <p:cNvCxnSpPr>
                <a:cxnSpLocks/>
                <a:stCxn id="931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215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4" name="直接连接符 973">
                <a:extLst>
                  <a:ext uri="{FF2B5EF4-FFF2-40B4-BE49-F238E27FC236}">
                    <a16:creationId xmlns:a16="http://schemas.microsoft.com/office/drawing/2014/main" id="{49CFFA97-3F15-466D-9AA3-049203AD388D}"/>
                  </a:ext>
                </a:extLst>
              </p:cNvPr>
              <p:cNvCxnSpPr>
                <a:cxnSpLocks/>
                <a:stCxn id="931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5" name="直接连接符 974">
                <a:extLst>
                  <a:ext uri="{FF2B5EF4-FFF2-40B4-BE49-F238E27FC236}">
                    <a16:creationId xmlns:a16="http://schemas.microsoft.com/office/drawing/2014/main" id="{CA06793C-D93B-4271-A856-32F2188C9A80}"/>
                  </a:ext>
                </a:extLst>
              </p:cNvPr>
              <p:cNvCxnSpPr>
                <a:cxnSpLocks/>
                <a:stCxn id="931" idx="6"/>
                <a:endCxn id="935" idx="2"/>
              </p:cNvCxnSpPr>
              <p:nvPr/>
            </p:nvCxnSpPr>
            <p:spPr>
              <a:xfrm flipV="1">
                <a:off x="4246821" y="4313697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6" name="直接连接符 975">
                <a:extLst>
                  <a:ext uri="{FF2B5EF4-FFF2-40B4-BE49-F238E27FC236}">
                    <a16:creationId xmlns:a16="http://schemas.microsoft.com/office/drawing/2014/main" id="{96C17391-4335-4DF9-8888-29F07AA3ABEE}"/>
                  </a:ext>
                </a:extLst>
              </p:cNvPr>
              <p:cNvCxnSpPr>
                <a:cxnSpLocks/>
                <a:stCxn id="929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7" name="直接连接符 976">
                <a:extLst>
                  <a:ext uri="{FF2B5EF4-FFF2-40B4-BE49-F238E27FC236}">
                    <a16:creationId xmlns:a16="http://schemas.microsoft.com/office/drawing/2014/main" id="{3ACDB237-29D6-451C-8AF2-EB30590BCB3E}"/>
                  </a:ext>
                </a:extLst>
              </p:cNvPr>
              <p:cNvCxnSpPr>
                <a:cxnSpLocks/>
                <a:stCxn id="929" idx="6"/>
                <a:endCxn id="934" idx="2"/>
              </p:cNvCxnSpPr>
              <p:nvPr/>
            </p:nvCxnSpPr>
            <p:spPr>
              <a:xfrm>
                <a:off x="4246821" y="3381885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8" name="直接连接符 977">
                <a:extLst>
                  <a:ext uri="{FF2B5EF4-FFF2-40B4-BE49-F238E27FC236}">
                    <a16:creationId xmlns:a16="http://schemas.microsoft.com/office/drawing/2014/main" id="{9E3288C4-17F4-45E8-9E91-2DE7B0E0A329}"/>
                  </a:ext>
                </a:extLst>
              </p:cNvPr>
              <p:cNvCxnSpPr>
                <a:cxnSpLocks/>
                <a:stCxn id="929" idx="6"/>
                <a:endCxn id="935" idx="2"/>
              </p:cNvCxnSpPr>
              <p:nvPr/>
            </p:nvCxnSpPr>
            <p:spPr>
              <a:xfrm>
                <a:off x="4246826" y="3381885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9" name="直接连接符 978">
                <a:extLst>
                  <a:ext uri="{FF2B5EF4-FFF2-40B4-BE49-F238E27FC236}">
                    <a16:creationId xmlns:a16="http://schemas.microsoft.com/office/drawing/2014/main" id="{737FB33C-CCFF-457D-92A2-46C15BB7E4DE}"/>
                  </a:ext>
                </a:extLst>
              </p:cNvPr>
              <p:cNvCxnSpPr>
                <a:cxnSpLocks/>
                <a:stCxn id="930" idx="6"/>
                <a:endCxn id="932" idx="2"/>
              </p:cNvCxnSpPr>
              <p:nvPr/>
            </p:nvCxnSpPr>
            <p:spPr>
              <a:xfrm flipV="1">
                <a:off x="4246824" y="2458774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0" name="直接连接符 979">
                <a:extLst>
                  <a:ext uri="{FF2B5EF4-FFF2-40B4-BE49-F238E27FC236}">
                    <a16:creationId xmlns:a16="http://schemas.microsoft.com/office/drawing/2014/main" id="{0FDA3872-7436-49CA-A466-C0A37A7A0050}"/>
                  </a:ext>
                </a:extLst>
              </p:cNvPr>
              <p:cNvCxnSpPr>
                <a:cxnSpLocks/>
                <a:stCxn id="931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923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3" name="组合 992">
            <a:extLst>
              <a:ext uri="{FF2B5EF4-FFF2-40B4-BE49-F238E27FC236}">
                <a16:creationId xmlns:a16="http://schemas.microsoft.com/office/drawing/2014/main" id="{6F2B5D40-6313-4988-8D95-D4C58DBACEB2}"/>
              </a:ext>
            </a:extLst>
          </p:cNvPr>
          <p:cNvGrpSpPr/>
          <p:nvPr/>
        </p:nvGrpSpPr>
        <p:grpSpPr>
          <a:xfrm>
            <a:off x="5382229" y="4012738"/>
            <a:ext cx="1077964" cy="1218559"/>
            <a:chOff x="4296949" y="2794325"/>
            <a:chExt cx="1077964" cy="1218559"/>
          </a:xfrm>
        </p:grpSpPr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06768F0A-A95F-46E6-9713-3929A8A1B864}"/>
                </a:ext>
              </a:extLst>
            </p:cNvPr>
            <p:cNvSpPr/>
            <p:nvPr/>
          </p:nvSpPr>
          <p:spPr>
            <a:xfrm>
              <a:off x="4296949" y="2794325"/>
              <a:ext cx="1077964" cy="1218559"/>
            </a:xfrm>
            <a:prstGeom prst="roundRect">
              <a:avLst>
                <a:gd name="adj" fmla="val 842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1" name="组合 800">
              <a:extLst>
                <a:ext uri="{FF2B5EF4-FFF2-40B4-BE49-F238E27FC236}">
                  <a16:creationId xmlns:a16="http://schemas.microsoft.com/office/drawing/2014/main" id="{85E5DE8D-F8D6-4A8A-B87D-CE03DD963141}"/>
                </a:ext>
              </a:extLst>
            </p:cNvPr>
            <p:cNvGrpSpPr/>
            <p:nvPr/>
          </p:nvGrpSpPr>
          <p:grpSpPr>
            <a:xfrm>
              <a:off x="4462805" y="2909713"/>
              <a:ext cx="735974" cy="1040258"/>
              <a:chOff x="3074124" y="1974065"/>
              <a:chExt cx="1992038" cy="2815638"/>
            </a:xfrm>
          </p:grpSpPr>
          <p:sp>
            <p:nvSpPr>
              <p:cNvPr id="802" name="椭圆 801">
                <a:extLst>
                  <a:ext uri="{FF2B5EF4-FFF2-40B4-BE49-F238E27FC236}">
                    <a16:creationId xmlns:a16="http://schemas.microsoft.com/office/drawing/2014/main" id="{30997F52-A4E6-49D7-91BA-DAE01E2E1F56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3" name="椭圆 802">
                <a:extLst>
                  <a:ext uri="{FF2B5EF4-FFF2-40B4-BE49-F238E27FC236}">
                    <a16:creationId xmlns:a16="http://schemas.microsoft.com/office/drawing/2014/main" id="{38A6A8B9-839D-4441-B871-A34FF1DC9874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4" name="椭圆 803">
                <a:extLst>
                  <a:ext uri="{FF2B5EF4-FFF2-40B4-BE49-F238E27FC236}">
                    <a16:creationId xmlns:a16="http://schemas.microsoft.com/office/drawing/2014/main" id="{39E2DA75-2F1E-4184-91B8-697BAD9C1033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5" name="椭圆 804">
                <a:extLst>
                  <a:ext uri="{FF2B5EF4-FFF2-40B4-BE49-F238E27FC236}">
                    <a16:creationId xmlns:a16="http://schemas.microsoft.com/office/drawing/2014/main" id="{73FCE24C-13DC-4C58-811B-54E3FD12F0E4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6" name="椭圆 805">
                <a:extLst>
                  <a:ext uri="{FF2B5EF4-FFF2-40B4-BE49-F238E27FC236}">
                    <a16:creationId xmlns:a16="http://schemas.microsoft.com/office/drawing/2014/main" id="{8F9F9E69-6208-45E9-916F-8C6630DB744D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7" name="椭圆 806">
                <a:extLst>
                  <a:ext uri="{FF2B5EF4-FFF2-40B4-BE49-F238E27FC236}">
                    <a16:creationId xmlns:a16="http://schemas.microsoft.com/office/drawing/2014/main" id="{3C924ED3-A8B0-4528-BCE1-934797D0D891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8" name="椭圆 807">
                <a:extLst>
                  <a:ext uri="{FF2B5EF4-FFF2-40B4-BE49-F238E27FC236}">
                    <a16:creationId xmlns:a16="http://schemas.microsoft.com/office/drawing/2014/main" id="{8D72CB7C-B7CE-43F2-9A14-58436D0D2793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9" name="椭圆 808">
                <a:extLst>
                  <a:ext uri="{FF2B5EF4-FFF2-40B4-BE49-F238E27FC236}">
                    <a16:creationId xmlns:a16="http://schemas.microsoft.com/office/drawing/2014/main" id="{DCCD4292-0FB5-484E-BC07-B9431DDD1794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0" name="椭圆 809">
                <a:extLst>
                  <a:ext uri="{FF2B5EF4-FFF2-40B4-BE49-F238E27FC236}">
                    <a16:creationId xmlns:a16="http://schemas.microsoft.com/office/drawing/2014/main" id="{F03EEB76-3DFB-4F9E-9E0F-27AE03D4C17E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1" name="椭圆 810">
                <a:extLst>
                  <a:ext uri="{FF2B5EF4-FFF2-40B4-BE49-F238E27FC236}">
                    <a16:creationId xmlns:a16="http://schemas.microsoft.com/office/drawing/2014/main" id="{7EC0F54A-1C51-4C3A-981D-FC6018D6D382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2" name="椭圆 811">
                <a:extLst>
                  <a:ext uri="{FF2B5EF4-FFF2-40B4-BE49-F238E27FC236}">
                    <a16:creationId xmlns:a16="http://schemas.microsoft.com/office/drawing/2014/main" id="{898C2C96-F7E7-49DA-9546-80A6EC46EFC5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3" name="椭圆 812">
                <a:extLst>
                  <a:ext uri="{FF2B5EF4-FFF2-40B4-BE49-F238E27FC236}">
                    <a16:creationId xmlns:a16="http://schemas.microsoft.com/office/drawing/2014/main" id="{AD27CEB4-71E9-4919-9C2A-A45BACE60C95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4" name="椭圆 813">
                <a:extLst>
                  <a:ext uri="{FF2B5EF4-FFF2-40B4-BE49-F238E27FC236}">
                    <a16:creationId xmlns:a16="http://schemas.microsoft.com/office/drawing/2014/main" id="{7BC45FD9-82BC-419E-97BB-68BC118DC8D9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5" name="椭圆 814">
                <a:extLst>
                  <a:ext uri="{FF2B5EF4-FFF2-40B4-BE49-F238E27FC236}">
                    <a16:creationId xmlns:a16="http://schemas.microsoft.com/office/drawing/2014/main" id="{B645E55B-58F4-4AB6-9A2F-D22559352367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16" name="直接连接符 815">
                <a:extLst>
                  <a:ext uri="{FF2B5EF4-FFF2-40B4-BE49-F238E27FC236}">
                    <a16:creationId xmlns:a16="http://schemas.microsoft.com/office/drawing/2014/main" id="{3F727EA3-9A40-4028-8B34-7A1B1A45843C}"/>
                  </a:ext>
                </a:extLst>
              </p:cNvPr>
              <p:cNvCxnSpPr>
                <a:cxnSpLocks/>
                <a:stCxn id="802" idx="6"/>
                <a:endCxn id="80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直接连接符 816">
                <a:extLst>
                  <a:ext uri="{FF2B5EF4-FFF2-40B4-BE49-F238E27FC236}">
                    <a16:creationId xmlns:a16="http://schemas.microsoft.com/office/drawing/2014/main" id="{7751FBE7-8A7A-4BEB-BE07-7B64A94A3814}"/>
                  </a:ext>
                </a:extLst>
              </p:cNvPr>
              <p:cNvCxnSpPr>
                <a:cxnSpLocks/>
                <a:stCxn id="802" idx="6"/>
                <a:endCxn id="80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8" name="直接连接符 817">
                <a:extLst>
                  <a:ext uri="{FF2B5EF4-FFF2-40B4-BE49-F238E27FC236}">
                    <a16:creationId xmlns:a16="http://schemas.microsoft.com/office/drawing/2014/main" id="{1C542738-59B9-4E90-ADDE-EF2167782111}"/>
                  </a:ext>
                </a:extLst>
              </p:cNvPr>
              <p:cNvCxnSpPr>
                <a:cxnSpLocks/>
                <a:stCxn id="802" idx="6"/>
                <a:endCxn id="80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9" name="直接连接符 818">
                <a:extLst>
                  <a:ext uri="{FF2B5EF4-FFF2-40B4-BE49-F238E27FC236}">
                    <a16:creationId xmlns:a16="http://schemas.microsoft.com/office/drawing/2014/main" id="{086FE0BB-B7FC-43FB-AB3C-E6E8DA4B5FE0}"/>
                  </a:ext>
                </a:extLst>
              </p:cNvPr>
              <p:cNvCxnSpPr>
                <a:cxnSpLocks/>
                <a:stCxn id="802" idx="6"/>
                <a:endCxn id="81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0" name="直接连接符 819">
                <a:extLst>
                  <a:ext uri="{FF2B5EF4-FFF2-40B4-BE49-F238E27FC236}">
                    <a16:creationId xmlns:a16="http://schemas.microsoft.com/office/drawing/2014/main" id="{43DAC072-6C07-4751-B13D-184795C2E46C}"/>
                  </a:ext>
                </a:extLst>
              </p:cNvPr>
              <p:cNvCxnSpPr>
                <a:cxnSpLocks/>
                <a:stCxn id="802" idx="6"/>
                <a:endCxn id="81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1" name="直接连接符 820">
                <a:extLst>
                  <a:ext uri="{FF2B5EF4-FFF2-40B4-BE49-F238E27FC236}">
                    <a16:creationId xmlns:a16="http://schemas.microsoft.com/office/drawing/2014/main" id="{1EF9F90F-9649-402C-89B8-751B71EF02C2}"/>
                  </a:ext>
                </a:extLst>
              </p:cNvPr>
              <p:cNvCxnSpPr>
                <a:cxnSpLocks/>
                <a:stCxn id="803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2" name="直接连接符 821">
                <a:extLst>
                  <a:ext uri="{FF2B5EF4-FFF2-40B4-BE49-F238E27FC236}">
                    <a16:creationId xmlns:a16="http://schemas.microsoft.com/office/drawing/2014/main" id="{6CDB64DB-1472-4F64-B627-DF90454B3660}"/>
                  </a:ext>
                </a:extLst>
              </p:cNvPr>
              <p:cNvCxnSpPr>
                <a:cxnSpLocks/>
                <a:stCxn id="803" idx="6"/>
                <a:endCxn id="80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3" name="直接连接符 822">
                <a:extLst>
                  <a:ext uri="{FF2B5EF4-FFF2-40B4-BE49-F238E27FC236}">
                    <a16:creationId xmlns:a16="http://schemas.microsoft.com/office/drawing/2014/main" id="{A9D8DDD2-4619-4D0D-AD61-DC7222CBBE56}"/>
                  </a:ext>
                </a:extLst>
              </p:cNvPr>
              <p:cNvCxnSpPr>
                <a:cxnSpLocks/>
                <a:stCxn id="803" idx="6"/>
                <a:endCxn id="80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4" name="直接连接符 823">
                <a:extLst>
                  <a:ext uri="{FF2B5EF4-FFF2-40B4-BE49-F238E27FC236}">
                    <a16:creationId xmlns:a16="http://schemas.microsoft.com/office/drawing/2014/main" id="{7D74724A-EAEA-4548-8853-111C150C619B}"/>
                  </a:ext>
                </a:extLst>
              </p:cNvPr>
              <p:cNvCxnSpPr>
                <a:cxnSpLocks/>
                <a:stCxn id="803" idx="6"/>
                <a:endCxn id="81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5" name="直接连接符 824">
                <a:extLst>
                  <a:ext uri="{FF2B5EF4-FFF2-40B4-BE49-F238E27FC236}">
                    <a16:creationId xmlns:a16="http://schemas.microsoft.com/office/drawing/2014/main" id="{BB8A2595-D759-4BCF-81AC-024A9049F4EB}"/>
                  </a:ext>
                </a:extLst>
              </p:cNvPr>
              <p:cNvCxnSpPr>
                <a:cxnSpLocks/>
                <a:stCxn id="803" idx="6"/>
                <a:endCxn id="81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6" name="直接连接符 825">
                <a:extLst>
                  <a:ext uri="{FF2B5EF4-FFF2-40B4-BE49-F238E27FC236}">
                    <a16:creationId xmlns:a16="http://schemas.microsoft.com/office/drawing/2014/main" id="{56CD2150-945D-453C-AFBB-1296EE21B610}"/>
                  </a:ext>
                </a:extLst>
              </p:cNvPr>
              <p:cNvCxnSpPr>
                <a:cxnSpLocks/>
                <a:stCxn id="804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7" name="直接连接符 826">
                <a:extLst>
                  <a:ext uri="{FF2B5EF4-FFF2-40B4-BE49-F238E27FC236}">
                    <a16:creationId xmlns:a16="http://schemas.microsoft.com/office/drawing/2014/main" id="{F3E14B9D-A67B-49D9-B266-C60CB5DD10E7}"/>
                  </a:ext>
                </a:extLst>
              </p:cNvPr>
              <p:cNvCxnSpPr>
                <a:cxnSpLocks/>
                <a:stCxn id="804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8" name="直接连接符 827">
                <a:extLst>
                  <a:ext uri="{FF2B5EF4-FFF2-40B4-BE49-F238E27FC236}">
                    <a16:creationId xmlns:a16="http://schemas.microsoft.com/office/drawing/2014/main" id="{DE3B11CA-0509-4C8E-8BBD-1A0C2CE8AD8B}"/>
                  </a:ext>
                </a:extLst>
              </p:cNvPr>
              <p:cNvCxnSpPr>
                <a:cxnSpLocks/>
                <a:stCxn id="804" idx="6"/>
                <a:endCxn id="80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9" name="直接连接符 828">
                <a:extLst>
                  <a:ext uri="{FF2B5EF4-FFF2-40B4-BE49-F238E27FC236}">
                    <a16:creationId xmlns:a16="http://schemas.microsoft.com/office/drawing/2014/main" id="{19164608-6D0A-43BE-9713-D19737F18E6A}"/>
                  </a:ext>
                </a:extLst>
              </p:cNvPr>
              <p:cNvCxnSpPr>
                <a:cxnSpLocks/>
                <a:stCxn id="804" idx="6"/>
                <a:endCxn id="81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0" name="直接连接符 829">
                <a:extLst>
                  <a:ext uri="{FF2B5EF4-FFF2-40B4-BE49-F238E27FC236}">
                    <a16:creationId xmlns:a16="http://schemas.microsoft.com/office/drawing/2014/main" id="{BE4D8A5D-09AB-423D-8E43-75D0C0072110}"/>
                  </a:ext>
                </a:extLst>
              </p:cNvPr>
              <p:cNvCxnSpPr>
                <a:cxnSpLocks/>
                <a:stCxn id="804" idx="6"/>
                <a:endCxn id="81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1" name="直接连接符 830">
                <a:extLst>
                  <a:ext uri="{FF2B5EF4-FFF2-40B4-BE49-F238E27FC236}">
                    <a16:creationId xmlns:a16="http://schemas.microsoft.com/office/drawing/2014/main" id="{A607088F-67F0-49A4-A814-6F196F453175}"/>
                  </a:ext>
                </a:extLst>
              </p:cNvPr>
              <p:cNvCxnSpPr>
                <a:cxnSpLocks/>
                <a:stCxn id="805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2" name="直接连接符 831">
                <a:extLst>
                  <a:ext uri="{FF2B5EF4-FFF2-40B4-BE49-F238E27FC236}">
                    <a16:creationId xmlns:a16="http://schemas.microsoft.com/office/drawing/2014/main" id="{B34B5A62-784F-422F-91A2-8947EF87D889}"/>
                  </a:ext>
                </a:extLst>
              </p:cNvPr>
              <p:cNvCxnSpPr>
                <a:cxnSpLocks/>
                <a:stCxn id="805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3" name="直接连接符 832">
                <a:extLst>
                  <a:ext uri="{FF2B5EF4-FFF2-40B4-BE49-F238E27FC236}">
                    <a16:creationId xmlns:a16="http://schemas.microsoft.com/office/drawing/2014/main" id="{AE3E5E1C-ADB9-45D5-96DE-06783357FA64}"/>
                  </a:ext>
                </a:extLst>
              </p:cNvPr>
              <p:cNvCxnSpPr>
                <a:cxnSpLocks/>
                <a:stCxn id="805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4" name="直接连接符 833">
                <a:extLst>
                  <a:ext uri="{FF2B5EF4-FFF2-40B4-BE49-F238E27FC236}">
                    <a16:creationId xmlns:a16="http://schemas.microsoft.com/office/drawing/2014/main" id="{449FD360-63BA-463D-87AA-AEBC689EB6E5}"/>
                  </a:ext>
                </a:extLst>
              </p:cNvPr>
              <p:cNvCxnSpPr>
                <a:cxnSpLocks/>
                <a:stCxn id="805" idx="6"/>
                <a:endCxn id="81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5" name="直接连接符 834">
                <a:extLst>
                  <a:ext uri="{FF2B5EF4-FFF2-40B4-BE49-F238E27FC236}">
                    <a16:creationId xmlns:a16="http://schemas.microsoft.com/office/drawing/2014/main" id="{DE79C13B-A081-4F36-ACA9-BBFF707F1347}"/>
                  </a:ext>
                </a:extLst>
              </p:cNvPr>
              <p:cNvCxnSpPr>
                <a:cxnSpLocks/>
                <a:stCxn id="805" idx="6"/>
                <a:endCxn id="81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6" name="直接连接符 835">
                <a:extLst>
                  <a:ext uri="{FF2B5EF4-FFF2-40B4-BE49-F238E27FC236}">
                    <a16:creationId xmlns:a16="http://schemas.microsoft.com/office/drawing/2014/main" id="{A409B7D9-819B-4509-A15C-B816F15442D7}"/>
                  </a:ext>
                </a:extLst>
              </p:cNvPr>
              <p:cNvCxnSpPr>
                <a:cxnSpLocks/>
                <a:stCxn id="806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7" name="直接连接符 836">
                <a:extLst>
                  <a:ext uri="{FF2B5EF4-FFF2-40B4-BE49-F238E27FC236}">
                    <a16:creationId xmlns:a16="http://schemas.microsoft.com/office/drawing/2014/main" id="{BBB6322C-951F-426C-AD96-390619B939C2}"/>
                  </a:ext>
                </a:extLst>
              </p:cNvPr>
              <p:cNvCxnSpPr>
                <a:cxnSpLocks/>
                <a:stCxn id="806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8" name="直接连接符 837">
                <a:extLst>
                  <a:ext uri="{FF2B5EF4-FFF2-40B4-BE49-F238E27FC236}">
                    <a16:creationId xmlns:a16="http://schemas.microsoft.com/office/drawing/2014/main" id="{83462451-D9E5-4E51-A07B-9B94B136110C}"/>
                  </a:ext>
                </a:extLst>
              </p:cNvPr>
              <p:cNvCxnSpPr>
                <a:cxnSpLocks/>
                <a:stCxn id="806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9" name="直接连接符 838">
                <a:extLst>
                  <a:ext uri="{FF2B5EF4-FFF2-40B4-BE49-F238E27FC236}">
                    <a16:creationId xmlns:a16="http://schemas.microsoft.com/office/drawing/2014/main" id="{422DE7F9-FDB7-4148-8ED4-FEB03EBEBF60}"/>
                  </a:ext>
                </a:extLst>
              </p:cNvPr>
              <p:cNvCxnSpPr>
                <a:cxnSpLocks/>
                <a:stCxn id="806" idx="6"/>
                <a:endCxn id="81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0" name="直接连接符 839">
                <a:extLst>
                  <a:ext uri="{FF2B5EF4-FFF2-40B4-BE49-F238E27FC236}">
                    <a16:creationId xmlns:a16="http://schemas.microsoft.com/office/drawing/2014/main" id="{062051D7-1014-4616-A0E0-7E8902037374}"/>
                  </a:ext>
                </a:extLst>
              </p:cNvPr>
              <p:cNvCxnSpPr>
                <a:cxnSpLocks/>
                <a:stCxn id="806" idx="6"/>
                <a:endCxn id="81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1" name="直接连接符 840">
                <a:extLst>
                  <a:ext uri="{FF2B5EF4-FFF2-40B4-BE49-F238E27FC236}">
                    <a16:creationId xmlns:a16="http://schemas.microsoft.com/office/drawing/2014/main" id="{780D3D20-D9F2-47F4-8870-932491643F82}"/>
                  </a:ext>
                </a:extLst>
              </p:cNvPr>
              <p:cNvCxnSpPr>
                <a:cxnSpLocks/>
                <a:stCxn id="807" idx="6"/>
                <a:endCxn id="81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2" name="直接连接符 841">
                <a:extLst>
                  <a:ext uri="{FF2B5EF4-FFF2-40B4-BE49-F238E27FC236}">
                    <a16:creationId xmlns:a16="http://schemas.microsoft.com/office/drawing/2014/main" id="{2E4BD829-A2ED-4223-8EBE-6A2E622BBBB7}"/>
                  </a:ext>
                </a:extLst>
              </p:cNvPr>
              <p:cNvCxnSpPr>
                <a:cxnSpLocks/>
                <a:stCxn id="807" idx="6"/>
                <a:endCxn id="81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3" name="直接连接符 842">
                <a:extLst>
                  <a:ext uri="{FF2B5EF4-FFF2-40B4-BE49-F238E27FC236}">
                    <a16:creationId xmlns:a16="http://schemas.microsoft.com/office/drawing/2014/main" id="{CE79982E-9EC4-481C-952C-357C12497E05}"/>
                  </a:ext>
                </a:extLst>
              </p:cNvPr>
              <p:cNvCxnSpPr>
                <a:cxnSpLocks/>
                <a:stCxn id="807" idx="6"/>
                <a:endCxn id="81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4" name="直接连接符 843">
                <a:extLst>
                  <a:ext uri="{FF2B5EF4-FFF2-40B4-BE49-F238E27FC236}">
                    <a16:creationId xmlns:a16="http://schemas.microsoft.com/office/drawing/2014/main" id="{B831C8BE-A480-4787-98D1-5820E3059393}"/>
                  </a:ext>
                </a:extLst>
              </p:cNvPr>
              <p:cNvCxnSpPr>
                <a:cxnSpLocks/>
                <a:stCxn id="807" idx="6"/>
                <a:endCxn id="81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5" name="直接连接符 844">
                <a:extLst>
                  <a:ext uri="{FF2B5EF4-FFF2-40B4-BE49-F238E27FC236}">
                    <a16:creationId xmlns:a16="http://schemas.microsoft.com/office/drawing/2014/main" id="{D569463C-4F7E-40DC-AC9F-50E9E50E140B}"/>
                  </a:ext>
                </a:extLst>
              </p:cNvPr>
              <p:cNvCxnSpPr>
                <a:cxnSpLocks/>
                <a:stCxn id="808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6" name="直接连接符 845">
                <a:extLst>
                  <a:ext uri="{FF2B5EF4-FFF2-40B4-BE49-F238E27FC236}">
                    <a16:creationId xmlns:a16="http://schemas.microsoft.com/office/drawing/2014/main" id="{3E34BEEA-1764-41DD-B677-8BF54960FF0A}"/>
                  </a:ext>
                </a:extLst>
              </p:cNvPr>
              <p:cNvCxnSpPr>
                <a:cxnSpLocks/>
                <a:stCxn id="808" idx="6"/>
                <a:endCxn id="81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7" name="直接连接符 846">
                <a:extLst>
                  <a:ext uri="{FF2B5EF4-FFF2-40B4-BE49-F238E27FC236}">
                    <a16:creationId xmlns:a16="http://schemas.microsoft.com/office/drawing/2014/main" id="{9713AC90-B9CE-4DD5-A256-93282167BED4}"/>
                  </a:ext>
                </a:extLst>
              </p:cNvPr>
              <p:cNvCxnSpPr>
                <a:cxnSpLocks/>
                <a:stCxn id="808" idx="6"/>
                <a:endCxn id="81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8" name="直接连接符 847">
                <a:extLst>
                  <a:ext uri="{FF2B5EF4-FFF2-40B4-BE49-F238E27FC236}">
                    <a16:creationId xmlns:a16="http://schemas.microsoft.com/office/drawing/2014/main" id="{7E1782EE-73BF-4F3F-B5BF-DFB7A7712F11}"/>
                  </a:ext>
                </a:extLst>
              </p:cNvPr>
              <p:cNvCxnSpPr>
                <a:cxnSpLocks/>
                <a:stCxn id="808" idx="6"/>
                <a:endCxn id="81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9" name="直接连接符 848">
                <a:extLst>
                  <a:ext uri="{FF2B5EF4-FFF2-40B4-BE49-F238E27FC236}">
                    <a16:creationId xmlns:a16="http://schemas.microsoft.com/office/drawing/2014/main" id="{336681DF-C7E0-425F-9287-272889B4D559}"/>
                  </a:ext>
                </a:extLst>
              </p:cNvPr>
              <p:cNvCxnSpPr>
                <a:cxnSpLocks/>
                <a:stCxn id="809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0" name="直接连接符 849">
                <a:extLst>
                  <a:ext uri="{FF2B5EF4-FFF2-40B4-BE49-F238E27FC236}">
                    <a16:creationId xmlns:a16="http://schemas.microsoft.com/office/drawing/2014/main" id="{5E8A4D2F-B2E3-4DE6-9F0C-8CE180C0DC83}"/>
                  </a:ext>
                </a:extLst>
              </p:cNvPr>
              <p:cNvCxnSpPr>
                <a:cxnSpLocks/>
                <a:stCxn id="810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1" name="直接连接符 850">
                <a:extLst>
                  <a:ext uri="{FF2B5EF4-FFF2-40B4-BE49-F238E27FC236}">
                    <a16:creationId xmlns:a16="http://schemas.microsoft.com/office/drawing/2014/main" id="{0C6D488C-5D63-4B54-9652-D791CD2919FB}"/>
                  </a:ext>
                </a:extLst>
              </p:cNvPr>
              <p:cNvCxnSpPr>
                <a:cxnSpLocks/>
                <a:stCxn id="810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2" name="直接连接符 851">
                <a:extLst>
                  <a:ext uri="{FF2B5EF4-FFF2-40B4-BE49-F238E27FC236}">
                    <a16:creationId xmlns:a16="http://schemas.microsoft.com/office/drawing/2014/main" id="{749965F1-C3A1-4D25-86C2-3FB6515C5F55}"/>
                  </a:ext>
                </a:extLst>
              </p:cNvPr>
              <p:cNvCxnSpPr>
                <a:cxnSpLocks/>
                <a:stCxn id="810" idx="6"/>
                <a:endCxn id="81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3" name="直接连接符 852">
                <a:extLst>
                  <a:ext uri="{FF2B5EF4-FFF2-40B4-BE49-F238E27FC236}">
                    <a16:creationId xmlns:a16="http://schemas.microsoft.com/office/drawing/2014/main" id="{351A77AA-870F-493E-96FD-8B437DFD6D2E}"/>
                  </a:ext>
                </a:extLst>
              </p:cNvPr>
              <p:cNvCxnSpPr>
                <a:cxnSpLocks/>
                <a:stCxn id="811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4" name="直接连接符 853">
                <a:extLst>
                  <a:ext uri="{FF2B5EF4-FFF2-40B4-BE49-F238E27FC236}">
                    <a16:creationId xmlns:a16="http://schemas.microsoft.com/office/drawing/2014/main" id="{C9AC7DE8-76FE-4673-83AE-15FB3FBD9172}"/>
                  </a:ext>
                </a:extLst>
              </p:cNvPr>
              <p:cNvCxnSpPr>
                <a:cxnSpLocks/>
                <a:stCxn id="811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5" name="直接连接符 854">
                <a:extLst>
                  <a:ext uri="{FF2B5EF4-FFF2-40B4-BE49-F238E27FC236}">
                    <a16:creationId xmlns:a16="http://schemas.microsoft.com/office/drawing/2014/main" id="{8114C00E-B10E-4915-9C35-4E507C0AA69B}"/>
                  </a:ext>
                </a:extLst>
              </p:cNvPr>
              <p:cNvCxnSpPr>
                <a:cxnSpLocks/>
                <a:stCxn id="811" idx="6"/>
                <a:endCxn id="81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6" name="直接连接符 855">
                <a:extLst>
                  <a:ext uri="{FF2B5EF4-FFF2-40B4-BE49-F238E27FC236}">
                    <a16:creationId xmlns:a16="http://schemas.microsoft.com/office/drawing/2014/main" id="{39D385A9-0623-4457-8FE7-9800CDCEA6FA}"/>
                  </a:ext>
                </a:extLst>
              </p:cNvPr>
              <p:cNvCxnSpPr>
                <a:cxnSpLocks/>
                <a:stCxn id="809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7" name="直接连接符 856">
                <a:extLst>
                  <a:ext uri="{FF2B5EF4-FFF2-40B4-BE49-F238E27FC236}">
                    <a16:creationId xmlns:a16="http://schemas.microsoft.com/office/drawing/2014/main" id="{149312DC-8F2A-4C5E-A843-76C181064438}"/>
                  </a:ext>
                </a:extLst>
              </p:cNvPr>
              <p:cNvCxnSpPr>
                <a:cxnSpLocks/>
                <a:stCxn id="809" idx="6"/>
                <a:endCxn id="81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8" name="直接连接符 857">
                <a:extLst>
                  <a:ext uri="{FF2B5EF4-FFF2-40B4-BE49-F238E27FC236}">
                    <a16:creationId xmlns:a16="http://schemas.microsoft.com/office/drawing/2014/main" id="{F70B3367-E05A-41B0-B0CB-37710257693D}"/>
                  </a:ext>
                </a:extLst>
              </p:cNvPr>
              <p:cNvCxnSpPr>
                <a:cxnSpLocks/>
                <a:stCxn id="809" idx="6"/>
                <a:endCxn id="81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9" name="直接连接符 858">
                <a:extLst>
                  <a:ext uri="{FF2B5EF4-FFF2-40B4-BE49-F238E27FC236}">
                    <a16:creationId xmlns:a16="http://schemas.microsoft.com/office/drawing/2014/main" id="{D8C3C998-1453-434A-B578-67D320C12BE9}"/>
                  </a:ext>
                </a:extLst>
              </p:cNvPr>
              <p:cNvCxnSpPr>
                <a:cxnSpLocks/>
                <a:stCxn id="810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0" name="直接连接符 859">
                <a:extLst>
                  <a:ext uri="{FF2B5EF4-FFF2-40B4-BE49-F238E27FC236}">
                    <a16:creationId xmlns:a16="http://schemas.microsoft.com/office/drawing/2014/main" id="{69BDC603-CF9A-49B5-8ECE-772CEE3BD6EA}"/>
                  </a:ext>
                </a:extLst>
              </p:cNvPr>
              <p:cNvCxnSpPr>
                <a:cxnSpLocks/>
                <a:stCxn id="811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4" name="组合 993">
            <a:extLst>
              <a:ext uri="{FF2B5EF4-FFF2-40B4-BE49-F238E27FC236}">
                <a16:creationId xmlns:a16="http://schemas.microsoft.com/office/drawing/2014/main" id="{8FB05BBA-313D-4A8A-AF33-06B46FE0C117}"/>
              </a:ext>
            </a:extLst>
          </p:cNvPr>
          <p:cNvGrpSpPr/>
          <p:nvPr/>
        </p:nvGrpSpPr>
        <p:grpSpPr>
          <a:xfrm>
            <a:off x="4654733" y="4290238"/>
            <a:ext cx="1018642" cy="1233993"/>
            <a:chOff x="3538973" y="3071825"/>
            <a:chExt cx="1018642" cy="1233993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9256A64-2451-4966-B048-725CF0A6B49C}"/>
                </a:ext>
              </a:extLst>
            </p:cNvPr>
            <p:cNvSpPr/>
            <p:nvPr/>
          </p:nvSpPr>
          <p:spPr>
            <a:xfrm>
              <a:off x="3538973" y="3071825"/>
              <a:ext cx="1018642" cy="1233993"/>
            </a:xfrm>
            <a:prstGeom prst="roundRect">
              <a:avLst>
                <a:gd name="adj" fmla="val 981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41" name="组合 740">
              <a:extLst>
                <a:ext uri="{FF2B5EF4-FFF2-40B4-BE49-F238E27FC236}">
                  <a16:creationId xmlns:a16="http://schemas.microsoft.com/office/drawing/2014/main" id="{7D442C55-2E96-46C7-AC63-58380CAD45E8}"/>
                </a:ext>
              </a:extLst>
            </p:cNvPr>
            <p:cNvGrpSpPr/>
            <p:nvPr/>
          </p:nvGrpSpPr>
          <p:grpSpPr>
            <a:xfrm>
              <a:off x="3673919" y="3197201"/>
              <a:ext cx="735974" cy="1040258"/>
              <a:chOff x="3074124" y="1974065"/>
              <a:chExt cx="1992038" cy="2815638"/>
            </a:xfrm>
          </p:grpSpPr>
          <p:sp>
            <p:nvSpPr>
              <p:cNvPr id="742" name="椭圆 741">
                <a:extLst>
                  <a:ext uri="{FF2B5EF4-FFF2-40B4-BE49-F238E27FC236}">
                    <a16:creationId xmlns:a16="http://schemas.microsoft.com/office/drawing/2014/main" id="{562262DE-B845-4291-BF1B-C85F340763CE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3" name="椭圆 742">
                <a:extLst>
                  <a:ext uri="{FF2B5EF4-FFF2-40B4-BE49-F238E27FC236}">
                    <a16:creationId xmlns:a16="http://schemas.microsoft.com/office/drawing/2014/main" id="{98C65606-610F-4CAC-88D5-A277E2C6A69E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4" name="椭圆 743">
                <a:extLst>
                  <a:ext uri="{FF2B5EF4-FFF2-40B4-BE49-F238E27FC236}">
                    <a16:creationId xmlns:a16="http://schemas.microsoft.com/office/drawing/2014/main" id="{F320D884-EB5D-4175-9A45-4B3C2882BF6D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5" name="椭圆 744">
                <a:extLst>
                  <a:ext uri="{FF2B5EF4-FFF2-40B4-BE49-F238E27FC236}">
                    <a16:creationId xmlns:a16="http://schemas.microsoft.com/office/drawing/2014/main" id="{F8B7064D-CB03-4DA1-B436-A2C9573D867C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6" name="椭圆 745">
                <a:extLst>
                  <a:ext uri="{FF2B5EF4-FFF2-40B4-BE49-F238E27FC236}">
                    <a16:creationId xmlns:a16="http://schemas.microsoft.com/office/drawing/2014/main" id="{ACBA41B3-01DC-473D-A499-0F1DB18555ED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7" name="椭圆 746">
                <a:extLst>
                  <a:ext uri="{FF2B5EF4-FFF2-40B4-BE49-F238E27FC236}">
                    <a16:creationId xmlns:a16="http://schemas.microsoft.com/office/drawing/2014/main" id="{445E4334-84B8-47D9-9212-DFE130350C9F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8" name="椭圆 747">
                <a:extLst>
                  <a:ext uri="{FF2B5EF4-FFF2-40B4-BE49-F238E27FC236}">
                    <a16:creationId xmlns:a16="http://schemas.microsoft.com/office/drawing/2014/main" id="{04D8CB6C-F2F0-44E8-8CB5-D2930FA7C350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9" name="椭圆 748">
                <a:extLst>
                  <a:ext uri="{FF2B5EF4-FFF2-40B4-BE49-F238E27FC236}">
                    <a16:creationId xmlns:a16="http://schemas.microsoft.com/office/drawing/2014/main" id="{0C0675A2-F189-46CB-94DC-AB54C7A143C1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0" name="椭圆 749">
                <a:extLst>
                  <a:ext uri="{FF2B5EF4-FFF2-40B4-BE49-F238E27FC236}">
                    <a16:creationId xmlns:a16="http://schemas.microsoft.com/office/drawing/2014/main" id="{97EF1221-FE08-47A2-8059-9BD153E7C553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1" name="椭圆 750">
                <a:extLst>
                  <a:ext uri="{FF2B5EF4-FFF2-40B4-BE49-F238E27FC236}">
                    <a16:creationId xmlns:a16="http://schemas.microsoft.com/office/drawing/2014/main" id="{1D37DC7C-48A2-4F1F-90A9-A1149E9884D0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2" name="椭圆 751">
                <a:extLst>
                  <a:ext uri="{FF2B5EF4-FFF2-40B4-BE49-F238E27FC236}">
                    <a16:creationId xmlns:a16="http://schemas.microsoft.com/office/drawing/2014/main" id="{59092D4C-7755-419D-A989-5A55B5688814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3" name="椭圆 752">
                <a:extLst>
                  <a:ext uri="{FF2B5EF4-FFF2-40B4-BE49-F238E27FC236}">
                    <a16:creationId xmlns:a16="http://schemas.microsoft.com/office/drawing/2014/main" id="{F9EA1697-425E-4943-A26D-56E361555EDF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4" name="椭圆 753">
                <a:extLst>
                  <a:ext uri="{FF2B5EF4-FFF2-40B4-BE49-F238E27FC236}">
                    <a16:creationId xmlns:a16="http://schemas.microsoft.com/office/drawing/2014/main" id="{434A1C52-E656-40F8-8AD0-05FC86DA9282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5" name="椭圆 754">
                <a:extLst>
                  <a:ext uri="{FF2B5EF4-FFF2-40B4-BE49-F238E27FC236}">
                    <a16:creationId xmlns:a16="http://schemas.microsoft.com/office/drawing/2014/main" id="{56CA67D2-85DB-49F4-8986-49B0A5D35811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56" name="直接连接符 755">
                <a:extLst>
                  <a:ext uri="{FF2B5EF4-FFF2-40B4-BE49-F238E27FC236}">
                    <a16:creationId xmlns:a16="http://schemas.microsoft.com/office/drawing/2014/main" id="{2C5A717B-95B3-444E-B59E-51BD0060271D}"/>
                  </a:ext>
                </a:extLst>
              </p:cNvPr>
              <p:cNvCxnSpPr>
                <a:cxnSpLocks/>
                <a:stCxn id="742" idx="6"/>
                <a:endCxn id="74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直接连接符 756">
                <a:extLst>
                  <a:ext uri="{FF2B5EF4-FFF2-40B4-BE49-F238E27FC236}">
                    <a16:creationId xmlns:a16="http://schemas.microsoft.com/office/drawing/2014/main" id="{B00BB8C1-22A5-4A9A-A9A4-FD0583383514}"/>
                  </a:ext>
                </a:extLst>
              </p:cNvPr>
              <p:cNvCxnSpPr>
                <a:cxnSpLocks/>
                <a:stCxn id="742" idx="6"/>
                <a:endCxn id="74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8" name="直接连接符 757">
                <a:extLst>
                  <a:ext uri="{FF2B5EF4-FFF2-40B4-BE49-F238E27FC236}">
                    <a16:creationId xmlns:a16="http://schemas.microsoft.com/office/drawing/2014/main" id="{745F64A9-1099-4ED8-95D8-3FEADF3F622B}"/>
                  </a:ext>
                </a:extLst>
              </p:cNvPr>
              <p:cNvCxnSpPr>
                <a:cxnSpLocks/>
                <a:stCxn id="742" idx="6"/>
                <a:endCxn id="74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9" name="直接连接符 758">
                <a:extLst>
                  <a:ext uri="{FF2B5EF4-FFF2-40B4-BE49-F238E27FC236}">
                    <a16:creationId xmlns:a16="http://schemas.microsoft.com/office/drawing/2014/main" id="{A41028FA-70C4-4F28-9C78-6EB46D5CD10C}"/>
                  </a:ext>
                </a:extLst>
              </p:cNvPr>
              <p:cNvCxnSpPr>
                <a:cxnSpLocks/>
                <a:stCxn id="742" idx="6"/>
                <a:endCxn id="75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0" name="直接连接符 759">
                <a:extLst>
                  <a:ext uri="{FF2B5EF4-FFF2-40B4-BE49-F238E27FC236}">
                    <a16:creationId xmlns:a16="http://schemas.microsoft.com/office/drawing/2014/main" id="{25D03EC4-DABD-48DA-B1F4-33F7DE9803E0}"/>
                  </a:ext>
                </a:extLst>
              </p:cNvPr>
              <p:cNvCxnSpPr>
                <a:cxnSpLocks/>
                <a:stCxn id="742" idx="6"/>
                <a:endCxn id="75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1" name="直接连接符 760">
                <a:extLst>
                  <a:ext uri="{FF2B5EF4-FFF2-40B4-BE49-F238E27FC236}">
                    <a16:creationId xmlns:a16="http://schemas.microsoft.com/office/drawing/2014/main" id="{89F36E87-7A48-4924-9F46-91CA48F77A46}"/>
                  </a:ext>
                </a:extLst>
              </p:cNvPr>
              <p:cNvCxnSpPr>
                <a:cxnSpLocks/>
                <a:stCxn id="743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2" name="直接连接符 761">
                <a:extLst>
                  <a:ext uri="{FF2B5EF4-FFF2-40B4-BE49-F238E27FC236}">
                    <a16:creationId xmlns:a16="http://schemas.microsoft.com/office/drawing/2014/main" id="{4FD4C206-4E92-41E1-A008-C3512A150FC0}"/>
                  </a:ext>
                </a:extLst>
              </p:cNvPr>
              <p:cNvCxnSpPr>
                <a:cxnSpLocks/>
                <a:stCxn id="743" idx="6"/>
                <a:endCxn id="74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3" name="直接连接符 762">
                <a:extLst>
                  <a:ext uri="{FF2B5EF4-FFF2-40B4-BE49-F238E27FC236}">
                    <a16:creationId xmlns:a16="http://schemas.microsoft.com/office/drawing/2014/main" id="{33A2E02F-C6CA-4871-8BAF-918B9D802003}"/>
                  </a:ext>
                </a:extLst>
              </p:cNvPr>
              <p:cNvCxnSpPr>
                <a:cxnSpLocks/>
                <a:stCxn id="743" idx="6"/>
                <a:endCxn id="74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4" name="直接连接符 763">
                <a:extLst>
                  <a:ext uri="{FF2B5EF4-FFF2-40B4-BE49-F238E27FC236}">
                    <a16:creationId xmlns:a16="http://schemas.microsoft.com/office/drawing/2014/main" id="{04CA247F-2B28-495B-A170-3ED368F48A2D}"/>
                  </a:ext>
                </a:extLst>
              </p:cNvPr>
              <p:cNvCxnSpPr>
                <a:cxnSpLocks/>
                <a:stCxn id="743" idx="6"/>
                <a:endCxn id="75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5" name="直接连接符 764">
                <a:extLst>
                  <a:ext uri="{FF2B5EF4-FFF2-40B4-BE49-F238E27FC236}">
                    <a16:creationId xmlns:a16="http://schemas.microsoft.com/office/drawing/2014/main" id="{61FCFE2D-825D-4B7C-B3C4-BA999A957AD4}"/>
                  </a:ext>
                </a:extLst>
              </p:cNvPr>
              <p:cNvCxnSpPr>
                <a:cxnSpLocks/>
                <a:stCxn id="743" idx="6"/>
                <a:endCxn id="75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6" name="直接连接符 765">
                <a:extLst>
                  <a:ext uri="{FF2B5EF4-FFF2-40B4-BE49-F238E27FC236}">
                    <a16:creationId xmlns:a16="http://schemas.microsoft.com/office/drawing/2014/main" id="{65688C6D-6473-4D9A-AF97-772ED1E126F5}"/>
                  </a:ext>
                </a:extLst>
              </p:cNvPr>
              <p:cNvCxnSpPr>
                <a:cxnSpLocks/>
                <a:stCxn id="744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7" name="直接连接符 766">
                <a:extLst>
                  <a:ext uri="{FF2B5EF4-FFF2-40B4-BE49-F238E27FC236}">
                    <a16:creationId xmlns:a16="http://schemas.microsoft.com/office/drawing/2014/main" id="{48DA9210-B975-4511-BA60-D39CAC084496}"/>
                  </a:ext>
                </a:extLst>
              </p:cNvPr>
              <p:cNvCxnSpPr>
                <a:cxnSpLocks/>
                <a:stCxn id="744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8" name="直接连接符 767">
                <a:extLst>
                  <a:ext uri="{FF2B5EF4-FFF2-40B4-BE49-F238E27FC236}">
                    <a16:creationId xmlns:a16="http://schemas.microsoft.com/office/drawing/2014/main" id="{52F37328-542F-425D-882E-88EE344825D7}"/>
                  </a:ext>
                </a:extLst>
              </p:cNvPr>
              <p:cNvCxnSpPr>
                <a:cxnSpLocks/>
                <a:stCxn id="744" idx="6"/>
                <a:endCxn id="74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9" name="直接连接符 768">
                <a:extLst>
                  <a:ext uri="{FF2B5EF4-FFF2-40B4-BE49-F238E27FC236}">
                    <a16:creationId xmlns:a16="http://schemas.microsoft.com/office/drawing/2014/main" id="{50ED809D-E48B-4C93-81C4-1EF6B56EF5E4}"/>
                  </a:ext>
                </a:extLst>
              </p:cNvPr>
              <p:cNvCxnSpPr>
                <a:cxnSpLocks/>
                <a:stCxn id="744" idx="6"/>
                <a:endCxn id="75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0" name="直接连接符 769">
                <a:extLst>
                  <a:ext uri="{FF2B5EF4-FFF2-40B4-BE49-F238E27FC236}">
                    <a16:creationId xmlns:a16="http://schemas.microsoft.com/office/drawing/2014/main" id="{D7EC5FDA-BF1B-4B03-B9AB-87ECE57EFFEF}"/>
                  </a:ext>
                </a:extLst>
              </p:cNvPr>
              <p:cNvCxnSpPr>
                <a:cxnSpLocks/>
                <a:stCxn id="744" idx="6"/>
                <a:endCxn id="75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1" name="直接连接符 770">
                <a:extLst>
                  <a:ext uri="{FF2B5EF4-FFF2-40B4-BE49-F238E27FC236}">
                    <a16:creationId xmlns:a16="http://schemas.microsoft.com/office/drawing/2014/main" id="{C2D87EE6-9AD4-4012-BABF-AC458D68C306}"/>
                  </a:ext>
                </a:extLst>
              </p:cNvPr>
              <p:cNvCxnSpPr>
                <a:cxnSpLocks/>
                <a:stCxn id="745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2" name="直接连接符 771">
                <a:extLst>
                  <a:ext uri="{FF2B5EF4-FFF2-40B4-BE49-F238E27FC236}">
                    <a16:creationId xmlns:a16="http://schemas.microsoft.com/office/drawing/2014/main" id="{D35265AB-2F2E-40D3-A093-A8E653A0CA12}"/>
                  </a:ext>
                </a:extLst>
              </p:cNvPr>
              <p:cNvCxnSpPr>
                <a:cxnSpLocks/>
                <a:stCxn id="745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3" name="直接连接符 772">
                <a:extLst>
                  <a:ext uri="{FF2B5EF4-FFF2-40B4-BE49-F238E27FC236}">
                    <a16:creationId xmlns:a16="http://schemas.microsoft.com/office/drawing/2014/main" id="{D4096CA1-E488-4585-B4E3-9ED950650579}"/>
                  </a:ext>
                </a:extLst>
              </p:cNvPr>
              <p:cNvCxnSpPr>
                <a:cxnSpLocks/>
                <a:stCxn id="745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4" name="直接连接符 773">
                <a:extLst>
                  <a:ext uri="{FF2B5EF4-FFF2-40B4-BE49-F238E27FC236}">
                    <a16:creationId xmlns:a16="http://schemas.microsoft.com/office/drawing/2014/main" id="{03EE565D-6384-46A5-A66A-1F17DB0639CF}"/>
                  </a:ext>
                </a:extLst>
              </p:cNvPr>
              <p:cNvCxnSpPr>
                <a:cxnSpLocks/>
                <a:stCxn id="745" idx="6"/>
                <a:endCxn id="75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5" name="直接连接符 774">
                <a:extLst>
                  <a:ext uri="{FF2B5EF4-FFF2-40B4-BE49-F238E27FC236}">
                    <a16:creationId xmlns:a16="http://schemas.microsoft.com/office/drawing/2014/main" id="{D24C1C21-29FB-4DAB-BB87-AB4CB0DADC33}"/>
                  </a:ext>
                </a:extLst>
              </p:cNvPr>
              <p:cNvCxnSpPr>
                <a:cxnSpLocks/>
                <a:stCxn id="745" idx="6"/>
                <a:endCxn id="75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6" name="直接连接符 775">
                <a:extLst>
                  <a:ext uri="{FF2B5EF4-FFF2-40B4-BE49-F238E27FC236}">
                    <a16:creationId xmlns:a16="http://schemas.microsoft.com/office/drawing/2014/main" id="{65E05B25-62B1-4CDA-BC40-E6B1AFEF4FB0}"/>
                  </a:ext>
                </a:extLst>
              </p:cNvPr>
              <p:cNvCxnSpPr>
                <a:cxnSpLocks/>
                <a:stCxn id="746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7" name="直接连接符 776">
                <a:extLst>
                  <a:ext uri="{FF2B5EF4-FFF2-40B4-BE49-F238E27FC236}">
                    <a16:creationId xmlns:a16="http://schemas.microsoft.com/office/drawing/2014/main" id="{9817E540-839B-4038-AEB2-4A19C308A37E}"/>
                  </a:ext>
                </a:extLst>
              </p:cNvPr>
              <p:cNvCxnSpPr>
                <a:cxnSpLocks/>
                <a:stCxn id="746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8" name="直接连接符 777">
                <a:extLst>
                  <a:ext uri="{FF2B5EF4-FFF2-40B4-BE49-F238E27FC236}">
                    <a16:creationId xmlns:a16="http://schemas.microsoft.com/office/drawing/2014/main" id="{B45868F2-DC09-41A1-B31A-79C2DEAA77C4}"/>
                  </a:ext>
                </a:extLst>
              </p:cNvPr>
              <p:cNvCxnSpPr>
                <a:cxnSpLocks/>
                <a:stCxn id="746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9" name="直接连接符 778">
                <a:extLst>
                  <a:ext uri="{FF2B5EF4-FFF2-40B4-BE49-F238E27FC236}">
                    <a16:creationId xmlns:a16="http://schemas.microsoft.com/office/drawing/2014/main" id="{196741B8-0E51-4191-8EC7-51B3EE31C6AC}"/>
                  </a:ext>
                </a:extLst>
              </p:cNvPr>
              <p:cNvCxnSpPr>
                <a:cxnSpLocks/>
                <a:stCxn id="746" idx="6"/>
                <a:endCxn id="75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0" name="直接连接符 779">
                <a:extLst>
                  <a:ext uri="{FF2B5EF4-FFF2-40B4-BE49-F238E27FC236}">
                    <a16:creationId xmlns:a16="http://schemas.microsoft.com/office/drawing/2014/main" id="{4111755F-959F-45C8-AB1C-3E204A74C058}"/>
                  </a:ext>
                </a:extLst>
              </p:cNvPr>
              <p:cNvCxnSpPr>
                <a:cxnSpLocks/>
                <a:stCxn id="746" idx="6"/>
                <a:endCxn id="75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1" name="直接连接符 780">
                <a:extLst>
                  <a:ext uri="{FF2B5EF4-FFF2-40B4-BE49-F238E27FC236}">
                    <a16:creationId xmlns:a16="http://schemas.microsoft.com/office/drawing/2014/main" id="{A2B88CE7-B39B-45C8-B0D9-6ADEEEBDA3FA}"/>
                  </a:ext>
                </a:extLst>
              </p:cNvPr>
              <p:cNvCxnSpPr>
                <a:cxnSpLocks/>
                <a:stCxn id="747" idx="6"/>
                <a:endCxn id="75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2" name="直接连接符 781">
                <a:extLst>
                  <a:ext uri="{FF2B5EF4-FFF2-40B4-BE49-F238E27FC236}">
                    <a16:creationId xmlns:a16="http://schemas.microsoft.com/office/drawing/2014/main" id="{D708AEC1-1D8B-4B3B-93E1-BF3EC950DD0E}"/>
                  </a:ext>
                </a:extLst>
              </p:cNvPr>
              <p:cNvCxnSpPr>
                <a:cxnSpLocks/>
                <a:stCxn id="747" idx="6"/>
                <a:endCxn id="75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3" name="直接连接符 782">
                <a:extLst>
                  <a:ext uri="{FF2B5EF4-FFF2-40B4-BE49-F238E27FC236}">
                    <a16:creationId xmlns:a16="http://schemas.microsoft.com/office/drawing/2014/main" id="{1AFB57C2-B3CE-4244-91AD-3A050D765C33}"/>
                  </a:ext>
                </a:extLst>
              </p:cNvPr>
              <p:cNvCxnSpPr>
                <a:cxnSpLocks/>
                <a:stCxn id="747" idx="6"/>
                <a:endCxn id="75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4" name="直接连接符 783">
                <a:extLst>
                  <a:ext uri="{FF2B5EF4-FFF2-40B4-BE49-F238E27FC236}">
                    <a16:creationId xmlns:a16="http://schemas.microsoft.com/office/drawing/2014/main" id="{EE51B30B-B8EE-4FBF-A0B9-125BB3230913}"/>
                  </a:ext>
                </a:extLst>
              </p:cNvPr>
              <p:cNvCxnSpPr>
                <a:cxnSpLocks/>
                <a:stCxn id="747" idx="6"/>
                <a:endCxn id="75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5" name="直接连接符 784">
                <a:extLst>
                  <a:ext uri="{FF2B5EF4-FFF2-40B4-BE49-F238E27FC236}">
                    <a16:creationId xmlns:a16="http://schemas.microsoft.com/office/drawing/2014/main" id="{640E6A4A-5654-44E9-9D2A-8C6838F3834C}"/>
                  </a:ext>
                </a:extLst>
              </p:cNvPr>
              <p:cNvCxnSpPr>
                <a:cxnSpLocks/>
                <a:stCxn id="748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6" name="直接连接符 785">
                <a:extLst>
                  <a:ext uri="{FF2B5EF4-FFF2-40B4-BE49-F238E27FC236}">
                    <a16:creationId xmlns:a16="http://schemas.microsoft.com/office/drawing/2014/main" id="{0B1820F9-D6BB-46AE-BA04-E022F56A4F82}"/>
                  </a:ext>
                </a:extLst>
              </p:cNvPr>
              <p:cNvCxnSpPr>
                <a:cxnSpLocks/>
                <a:stCxn id="748" idx="6"/>
                <a:endCxn id="75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7" name="直接连接符 786">
                <a:extLst>
                  <a:ext uri="{FF2B5EF4-FFF2-40B4-BE49-F238E27FC236}">
                    <a16:creationId xmlns:a16="http://schemas.microsoft.com/office/drawing/2014/main" id="{1A39C9AD-A8EA-4A2C-A8A4-718DC8AA732A}"/>
                  </a:ext>
                </a:extLst>
              </p:cNvPr>
              <p:cNvCxnSpPr>
                <a:cxnSpLocks/>
                <a:stCxn id="748" idx="6"/>
                <a:endCxn id="75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8" name="直接连接符 787">
                <a:extLst>
                  <a:ext uri="{FF2B5EF4-FFF2-40B4-BE49-F238E27FC236}">
                    <a16:creationId xmlns:a16="http://schemas.microsoft.com/office/drawing/2014/main" id="{C1952DE9-3F72-4513-8ED7-A1D34471EE2D}"/>
                  </a:ext>
                </a:extLst>
              </p:cNvPr>
              <p:cNvCxnSpPr>
                <a:cxnSpLocks/>
                <a:stCxn id="748" idx="6"/>
                <a:endCxn id="75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9" name="直接连接符 788">
                <a:extLst>
                  <a:ext uri="{FF2B5EF4-FFF2-40B4-BE49-F238E27FC236}">
                    <a16:creationId xmlns:a16="http://schemas.microsoft.com/office/drawing/2014/main" id="{F791ECC8-E35E-4CBE-9565-99471EA4129E}"/>
                  </a:ext>
                </a:extLst>
              </p:cNvPr>
              <p:cNvCxnSpPr>
                <a:cxnSpLocks/>
                <a:stCxn id="749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0" name="直接连接符 789">
                <a:extLst>
                  <a:ext uri="{FF2B5EF4-FFF2-40B4-BE49-F238E27FC236}">
                    <a16:creationId xmlns:a16="http://schemas.microsoft.com/office/drawing/2014/main" id="{9E78E6D3-554B-4241-81A8-6468392BC4CB}"/>
                  </a:ext>
                </a:extLst>
              </p:cNvPr>
              <p:cNvCxnSpPr>
                <a:cxnSpLocks/>
                <a:stCxn id="750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1" name="直接连接符 790">
                <a:extLst>
                  <a:ext uri="{FF2B5EF4-FFF2-40B4-BE49-F238E27FC236}">
                    <a16:creationId xmlns:a16="http://schemas.microsoft.com/office/drawing/2014/main" id="{D58934B6-F352-46B8-B6FA-84E544F3683D}"/>
                  </a:ext>
                </a:extLst>
              </p:cNvPr>
              <p:cNvCxnSpPr>
                <a:cxnSpLocks/>
                <a:stCxn id="750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2" name="直接连接符 791">
                <a:extLst>
                  <a:ext uri="{FF2B5EF4-FFF2-40B4-BE49-F238E27FC236}">
                    <a16:creationId xmlns:a16="http://schemas.microsoft.com/office/drawing/2014/main" id="{0241487A-C9B5-4F57-AB91-77ACC520CB3A}"/>
                  </a:ext>
                </a:extLst>
              </p:cNvPr>
              <p:cNvCxnSpPr>
                <a:cxnSpLocks/>
                <a:stCxn id="750" idx="6"/>
                <a:endCxn id="75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3" name="直接连接符 792">
                <a:extLst>
                  <a:ext uri="{FF2B5EF4-FFF2-40B4-BE49-F238E27FC236}">
                    <a16:creationId xmlns:a16="http://schemas.microsoft.com/office/drawing/2014/main" id="{852798BC-2535-4BAA-8DAB-76C73B12E208}"/>
                  </a:ext>
                </a:extLst>
              </p:cNvPr>
              <p:cNvCxnSpPr>
                <a:cxnSpLocks/>
                <a:stCxn id="751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4" name="直接连接符 793">
                <a:extLst>
                  <a:ext uri="{FF2B5EF4-FFF2-40B4-BE49-F238E27FC236}">
                    <a16:creationId xmlns:a16="http://schemas.microsoft.com/office/drawing/2014/main" id="{33D92D4B-5213-42A6-8427-5E7B7C41718B}"/>
                  </a:ext>
                </a:extLst>
              </p:cNvPr>
              <p:cNvCxnSpPr>
                <a:cxnSpLocks/>
                <a:stCxn id="751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5" name="直接连接符 794">
                <a:extLst>
                  <a:ext uri="{FF2B5EF4-FFF2-40B4-BE49-F238E27FC236}">
                    <a16:creationId xmlns:a16="http://schemas.microsoft.com/office/drawing/2014/main" id="{662606BC-066C-4148-9528-93F6D40D09B8}"/>
                  </a:ext>
                </a:extLst>
              </p:cNvPr>
              <p:cNvCxnSpPr>
                <a:cxnSpLocks/>
                <a:stCxn id="751" idx="6"/>
                <a:endCxn id="75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6" name="直接连接符 795">
                <a:extLst>
                  <a:ext uri="{FF2B5EF4-FFF2-40B4-BE49-F238E27FC236}">
                    <a16:creationId xmlns:a16="http://schemas.microsoft.com/office/drawing/2014/main" id="{1E097664-A46E-4E80-89CD-A6AD159574AD}"/>
                  </a:ext>
                </a:extLst>
              </p:cNvPr>
              <p:cNvCxnSpPr>
                <a:cxnSpLocks/>
                <a:stCxn id="749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7" name="直接连接符 796">
                <a:extLst>
                  <a:ext uri="{FF2B5EF4-FFF2-40B4-BE49-F238E27FC236}">
                    <a16:creationId xmlns:a16="http://schemas.microsoft.com/office/drawing/2014/main" id="{126B6EB1-4CBB-420E-863E-5732E3C2B195}"/>
                  </a:ext>
                </a:extLst>
              </p:cNvPr>
              <p:cNvCxnSpPr>
                <a:cxnSpLocks/>
                <a:stCxn id="749" idx="6"/>
                <a:endCxn id="75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8" name="直接连接符 797">
                <a:extLst>
                  <a:ext uri="{FF2B5EF4-FFF2-40B4-BE49-F238E27FC236}">
                    <a16:creationId xmlns:a16="http://schemas.microsoft.com/office/drawing/2014/main" id="{038CC78C-50C1-4F17-BD9B-E3C3163B375C}"/>
                  </a:ext>
                </a:extLst>
              </p:cNvPr>
              <p:cNvCxnSpPr>
                <a:cxnSpLocks/>
                <a:stCxn id="749" idx="6"/>
                <a:endCxn id="75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9" name="直接连接符 798">
                <a:extLst>
                  <a:ext uri="{FF2B5EF4-FFF2-40B4-BE49-F238E27FC236}">
                    <a16:creationId xmlns:a16="http://schemas.microsoft.com/office/drawing/2014/main" id="{71712E5B-1F24-4C52-8923-3D8AD53D1B28}"/>
                  </a:ext>
                </a:extLst>
              </p:cNvPr>
              <p:cNvCxnSpPr>
                <a:cxnSpLocks/>
                <a:stCxn id="750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0" name="直接连接符 799">
                <a:extLst>
                  <a:ext uri="{FF2B5EF4-FFF2-40B4-BE49-F238E27FC236}">
                    <a16:creationId xmlns:a16="http://schemas.microsoft.com/office/drawing/2014/main" id="{8A93EE4A-729F-4DBF-8F36-E8BE265BC505}"/>
                  </a:ext>
                </a:extLst>
              </p:cNvPr>
              <p:cNvCxnSpPr>
                <a:cxnSpLocks/>
                <a:stCxn id="751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2" name="组合 991">
            <a:extLst>
              <a:ext uri="{FF2B5EF4-FFF2-40B4-BE49-F238E27FC236}">
                <a16:creationId xmlns:a16="http://schemas.microsoft.com/office/drawing/2014/main" id="{EC0BD209-CC63-46E2-8E2C-B3AA4263EA45}"/>
              </a:ext>
            </a:extLst>
          </p:cNvPr>
          <p:cNvGrpSpPr/>
          <p:nvPr/>
        </p:nvGrpSpPr>
        <p:grpSpPr>
          <a:xfrm>
            <a:off x="6509964" y="4288714"/>
            <a:ext cx="1012319" cy="1232930"/>
            <a:chOff x="5424684" y="3070301"/>
            <a:chExt cx="1012319" cy="1232930"/>
          </a:xfrm>
        </p:grpSpPr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424E1D5D-9489-4CBA-9E51-D01B9E5C67A7}"/>
                </a:ext>
              </a:extLst>
            </p:cNvPr>
            <p:cNvSpPr/>
            <p:nvPr/>
          </p:nvSpPr>
          <p:spPr>
            <a:xfrm>
              <a:off x="5424684" y="3070301"/>
              <a:ext cx="1012319" cy="1232930"/>
            </a:xfrm>
            <a:prstGeom prst="roundRect">
              <a:avLst>
                <a:gd name="adj" fmla="val 8512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61" name="组合 860">
              <a:extLst>
                <a:ext uri="{FF2B5EF4-FFF2-40B4-BE49-F238E27FC236}">
                  <a16:creationId xmlns:a16="http://schemas.microsoft.com/office/drawing/2014/main" id="{0CC645C8-46E4-4C82-A55B-51DA488C45BD}"/>
                </a:ext>
              </a:extLst>
            </p:cNvPr>
            <p:cNvGrpSpPr/>
            <p:nvPr/>
          </p:nvGrpSpPr>
          <p:grpSpPr>
            <a:xfrm>
              <a:off x="5555609" y="3189243"/>
              <a:ext cx="735974" cy="1040258"/>
              <a:chOff x="3074124" y="1974065"/>
              <a:chExt cx="1992038" cy="2815638"/>
            </a:xfrm>
          </p:grpSpPr>
          <p:sp>
            <p:nvSpPr>
              <p:cNvPr id="862" name="椭圆 861">
                <a:extLst>
                  <a:ext uri="{FF2B5EF4-FFF2-40B4-BE49-F238E27FC236}">
                    <a16:creationId xmlns:a16="http://schemas.microsoft.com/office/drawing/2014/main" id="{3AD70726-6874-4262-A097-B70D8940D9A1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3" name="椭圆 862">
                <a:extLst>
                  <a:ext uri="{FF2B5EF4-FFF2-40B4-BE49-F238E27FC236}">
                    <a16:creationId xmlns:a16="http://schemas.microsoft.com/office/drawing/2014/main" id="{8495C8A4-6836-48E5-A6C8-06D6861324C1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4" name="椭圆 863">
                <a:extLst>
                  <a:ext uri="{FF2B5EF4-FFF2-40B4-BE49-F238E27FC236}">
                    <a16:creationId xmlns:a16="http://schemas.microsoft.com/office/drawing/2014/main" id="{CB109F8D-5F2E-44AE-862B-F1B45456B658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5" name="椭圆 864">
                <a:extLst>
                  <a:ext uri="{FF2B5EF4-FFF2-40B4-BE49-F238E27FC236}">
                    <a16:creationId xmlns:a16="http://schemas.microsoft.com/office/drawing/2014/main" id="{FBBD80ED-A94A-4A65-A82C-82DDCDE51CCE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6" name="椭圆 865">
                <a:extLst>
                  <a:ext uri="{FF2B5EF4-FFF2-40B4-BE49-F238E27FC236}">
                    <a16:creationId xmlns:a16="http://schemas.microsoft.com/office/drawing/2014/main" id="{16F8A710-1A75-41A8-B798-BBC84B5846EE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7" name="椭圆 866">
                <a:extLst>
                  <a:ext uri="{FF2B5EF4-FFF2-40B4-BE49-F238E27FC236}">
                    <a16:creationId xmlns:a16="http://schemas.microsoft.com/office/drawing/2014/main" id="{3E6E5E95-BF49-413B-A7BD-948588611590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8" name="椭圆 867">
                <a:extLst>
                  <a:ext uri="{FF2B5EF4-FFF2-40B4-BE49-F238E27FC236}">
                    <a16:creationId xmlns:a16="http://schemas.microsoft.com/office/drawing/2014/main" id="{27D439FA-78B4-442A-851E-40450CDDE06B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9" name="椭圆 868">
                <a:extLst>
                  <a:ext uri="{FF2B5EF4-FFF2-40B4-BE49-F238E27FC236}">
                    <a16:creationId xmlns:a16="http://schemas.microsoft.com/office/drawing/2014/main" id="{ED116A22-DCE2-482B-A015-EF5D5F444A1D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0" name="椭圆 869">
                <a:extLst>
                  <a:ext uri="{FF2B5EF4-FFF2-40B4-BE49-F238E27FC236}">
                    <a16:creationId xmlns:a16="http://schemas.microsoft.com/office/drawing/2014/main" id="{A3B34166-B6A0-4274-9926-153EB3084C64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1" name="椭圆 870">
                <a:extLst>
                  <a:ext uri="{FF2B5EF4-FFF2-40B4-BE49-F238E27FC236}">
                    <a16:creationId xmlns:a16="http://schemas.microsoft.com/office/drawing/2014/main" id="{CB0DFC43-CFD9-4678-AEB2-6B3D8A31EFAB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2" name="椭圆 871">
                <a:extLst>
                  <a:ext uri="{FF2B5EF4-FFF2-40B4-BE49-F238E27FC236}">
                    <a16:creationId xmlns:a16="http://schemas.microsoft.com/office/drawing/2014/main" id="{E33010DE-090E-4DA6-B24B-E4781A232041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3" name="椭圆 872">
                <a:extLst>
                  <a:ext uri="{FF2B5EF4-FFF2-40B4-BE49-F238E27FC236}">
                    <a16:creationId xmlns:a16="http://schemas.microsoft.com/office/drawing/2014/main" id="{6D8B1880-8658-476B-86B5-FD4B42DF2441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4" name="椭圆 873">
                <a:extLst>
                  <a:ext uri="{FF2B5EF4-FFF2-40B4-BE49-F238E27FC236}">
                    <a16:creationId xmlns:a16="http://schemas.microsoft.com/office/drawing/2014/main" id="{905C4535-2247-4E56-8722-965C6EEE183F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5" name="椭圆 874">
                <a:extLst>
                  <a:ext uri="{FF2B5EF4-FFF2-40B4-BE49-F238E27FC236}">
                    <a16:creationId xmlns:a16="http://schemas.microsoft.com/office/drawing/2014/main" id="{1AD4440F-CBCE-4D68-86E2-1C4C94575D22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76" name="直接连接符 875">
                <a:extLst>
                  <a:ext uri="{FF2B5EF4-FFF2-40B4-BE49-F238E27FC236}">
                    <a16:creationId xmlns:a16="http://schemas.microsoft.com/office/drawing/2014/main" id="{7830AE40-6DB4-4175-B52A-0C10D406D424}"/>
                  </a:ext>
                </a:extLst>
              </p:cNvPr>
              <p:cNvCxnSpPr>
                <a:cxnSpLocks/>
                <a:stCxn id="862" idx="6"/>
                <a:endCxn id="86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直接连接符 876">
                <a:extLst>
                  <a:ext uri="{FF2B5EF4-FFF2-40B4-BE49-F238E27FC236}">
                    <a16:creationId xmlns:a16="http://schemas.microsoft.com/office/drawing/2014/main" id="{888A6F30-03A6-47FE-AB60-AF8741FD4F52}"/>
                  </a:ext>
                </a:extLst>
              </p:cNvPr>
              <p:cNvCxnSpPr>
                <a:cxnSpLocks/>
                <a:stCxn id="862" idx="6"/>
                <a:endCxn id="86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8" name="直接连接符 877">
                <a:extLst>
                  <a:ext uri="{FF2B5EF4-FFF2-40B4-BE49-F238E27FC236}">
                    <a16:creationId xmlns:a16="http://schemas.microsoft.com/office/drawing/2014/main" id="{1443A75B-5655-4E66-AF6E-8E45255B6F7A}"/>
                  </a:ext>
                </a:extLst>
              </p:cNvPr>
              <p:cNvCxnSpPr>
                <a:cxnSpLocks/>
                <a:stCxn id="862" idx="6"/>
                <a:endCxn id="86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9" name="直接连接符 878">
                <a:extLst>
                  <a:ext uri="{FF2B5EF4-FFF2-40B4-BE49-F238E27FC236}">
                    <a16:creationId xmlns:a16="http://schemas.microsoft.com/office/drawing/2014/main" id="{34817183-853C-4579-A209-575CDF8E9645}"/>
                  </a:ext>
                </a:extLst>
              </p:cNvPr>
              <p:cNvCxnSpPr>
                <a:cxnSpLocks/>
                <a:stCxn id="862" idx="6"/>
                <a:endCxn id="87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0" name="直接连接符 879">
                <a:extLst>
                  <a:ext uri="{FF2B5EF4-FFF2-40B4-BE49-F238E27FC236}">
                    <a16:creationId xmlns:a16="http://schemas.microsoft.com/office/drawing/2014/main" id="{B3608584-F457-448B-84D7-0FBCB8EA2C05}"/>
                  </a:ext>
                </a:extLst>
              </p:cNvPr>
              <p:cNvCxnSpPr>
                <a:cxnSpLocks/>
                <a:stCxn id="862" idx="6"/>
                <a:endCxn id="87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1" name="直接连接符 880">
                <a:extLst>
                  <a:ext uri="{FF2B5EF4-FFF2-40B4-BE49-F238E27FC236}">
                    <a16:creationId xmlns:a16="http://schemas.microsoft.com/office/drawing/2014/main" id="{95CDFA6C-ACC9-4010-AFBA-8F54BAFC8C5A}"/>
                  </a:ext>
                </a:extLst>
              </p:cNvPr>
              <p:cNvCxnSpPr>
                <a:cxnSpLocks/>
                <a:stCxn id="863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2" name="直接连接符 881">
                <a:extLst>
                  <a:ext uri="{FF2B5EF4-FFF2-40B4-BE49-F238E27FC236}">
                    <a16:creationId xmlns:a16="http://schemas.microsoft.com/office/drawing/2014/main" id="{7877179B-3FE9-45BE-B880-E1458317C0A4}"/>
                  </a:ext>
                </a:extLst>
              </p:cNvPr>
              <p:cNvCxnSpPr>
                <a:cxnSpLocks/>
                <a:stCxn id="863" idx="6"/>
                <a:endCxn id="86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3" name="直接连接符 882">
                <a:extLst>
                  <a:ext uri="{FF2B5EF4-FFF2-40B4-BE49-F238E27FC236}">
                    <a16:creationId xmlns:a16="http://schemas.microsoft.com/office/drawing/2014/main" id="{98AFD3AE-D873-46FC-B100-3FC85E6FBBFE}"/>
                  </a:ext>
                </a:extLst>
              </p:cNvPr>
              <p:cNvCxnSpPr>
                <a:cxnSpLocks/>
                <a:stCxn id="863" idx="6"/>
                <a:endCxn id="86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4" name="直接连接符 883">
                <a:extLst>
                  <a:ext uri="{FF2B5EF4-FFF2-40B4-BE49-F238E27FC236}">
                    <a16:creationId xmlns:a16="http://schemas.microsoft.com/office/drawing/2014/main" id="{8559903D-2985-4846-B8BF-125B63E7A45E}"/>
                  </a:ext>
                </a:extLst>
              </p:cNvPr>
              <p:cNvCxnSpPr>
                <a:cxnSpLocks/>
                <a:stCxn id="863" idx="6"/>
                <a:endCxn id="87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5" name="直接连接符 884">
                <a:extLst>
                  <a:ext uri="{FF2B5EF4-FFF2-40B4-BE49-F238E27FC236}">
                    <a16:creationId xmlns:a16="http://schemas.microsoft.com/office/drawing/2014/main" id="{17D3D951-7C97-4A75-8831-D5BFFD5D6FC2}"/>
                  </a:ext>
                </a:extLst>
              </p:cNvPr>
              <p:cNvCxnSpPr>
                <a:cxnSpLocks/>
                <a:stCxn id="863" idx="6"/>
                <a:endCxn id="87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6" name="直接连接符 885">
                <a:extLst>
                  <a:ext uri="{FF2B5EF4-FFF2-40B4-BE49-F238E27FC236}">
                    <a16:creationId xmlns:a16="http://schemas.microsoft.com/office/drawing/2014/main" id="{26285450-56D3-4ADE-94D2-CFB2A6D4206E}"/>
                  </a:ext>
                </a:extLst>
              </p:cNvPr>
              <p:cNvCxnSpPr>
                <a:cxnSpLocks/>
                <a:stCxn id="864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7" name="直接连接符 886">
                <a:extLst>
                  <a:ext uri="{FF2B5EF4-FFF2-40B4-BE49-F238E27FC236}">
                    <a16:creationId xmlns:a16="http://schemas.microsoft.com/office/drawing/2014/main" id="{DF00F124-FF6A-46CD-8CDE-5095C21FB8C5}"/>
                  </a:ext>
                </a:extLst>
              </p:cNvPr>
              <p:cNvCxnSpPr>
                <a:cxnSpLocks/>
                <a:stCxn id="864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8" name="直接连接符 887">
                <a:extLst>
                  <a:ext uri="{FF2B5EF4-FFF2-40B4-BE49-F238E27FC236}">
                    <a16:creationId xmlns:a16="http://schemas.microsoft.com/office/drawing/2014/main" id="{CB0C1DAF-6A47-4EAC-B363-E6E0ECC131E3}"/>
                  </a:ext>
                </a:extLst>
              </p:cNvPr>
              <p:cNvCxnSpPr>
                <a:cxnSpLocks/>
                <a:stCxn id="864" idx="6"/>
                <a:endCxn id="86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9" name="直接连接符 888">
                <a:extLst>
                  <a:ext uri="{FF2B5EF4-FFF2-40B4-BE49-F238E27FC236}">
                    <a16:creationId xmlns:a16="http://schemas.microsoft.com/office/drawing/2014/main" id="{4557CDB0-A398-49F7-B796-F2187F5EE3CE}"/>
                  </a:ext>
                </a:extLst>
              </p:cNvPr>
              <p:cNvCxnSpPr>
                <a:cxnSpLocks/>
                <a:stCxn id="864" idx="6"/>
                <a:endCxn id="87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0" name="直接连接符 889">
                <a:extLst>
                  <a:ext uri="{FF2B5EF4-FFF2-40B4-BE49-F238E27FC236}">
                    <a16:creationId xmlns:a16="http://schemas.microsoft.com/office/drawing/2014/main" id="{D42F9F34-EA65-4A31-A982-4AD1B276F2A9}"/>
                  </a:ext>
                </a:extLst>
              </p:cNvPr>
              <p:cNvCxnSpPr>
                <a:cxnSpLocks/>
                <a:stCxn id="864" idx="6"/>
                <a:endCxn id="87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1" name="直接连接符 890">
                <a:extLst>
                  <a:ext uri="{FF2B5EF4-FFF2-40B4-BE49-F238E27FC236}">
                    <a16:creationId xmlns:a16="http://schemas.microsoft.com/office/drawing/2014/main" id="{ABAD7827-9EDC-4FD2-9A6D-A8AED789E4D2}"/>
                  </a:ext>
                </a:extLst>
              </p:cNvPr>
              <p:cNvCxnSpPr>
                <a:cxnSpLocks/>
                <a:stCxn id="865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2" name="直接连接符 891">
                <a:extLst>
                  <a:ext uri="{FF2B5EF4-FFF2-40B4-BE49-F238E27FC236}">
                    <a16:creationId xmlns:a16="http://schemas.microsoft.com/office/drawing/2014/main" id="{995242EA-FCEC-4508-8188-EF725ABF1B8A}"/>
                  </a:ext>
                </a:extLst>
              </p:cNvPr>
              <p:cNvCxnSpPr>
                <a:cxnSpLocks/>
                <a:stCxn id="865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3" name="直接连接符 892">
                <a:extLst>
                  <a:ext uri="{FF2B5EF4-FFF2-40B4-BE49-F238E27FC236}">
                    <a16:creationId xmlns:a16="http://schemas.microsoft.com/office/drawing/2014/main" id="{5ED71A75-8A68-4EBF-B50D-24869DABF3E4}"/>
                  </a:ext>
                </a:extLst>
              </p:cNvPr>
              <p:cNvCxnSpPr>
                <a:cxnSpLocks/>
                <a:stCxn id="865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4" name="直接连接符 893">
                <a:extLst>
                  <a:ext uri="{FF2B5EF4-FFF2-40B4-BE49-F238E27FC236}">
                    <a16:creationId xmlns:a16="http://schemas.microsoft.com/office/drawing/2014/main" id="{99F897CB-B30A-46DD-B05E-0F370DC6DF8F}"/>
                  </a:ext>
                </a:extLst>
              </p:cNvPr>
              <p:cNvCxnSpPr>
                <a:cxnSpLocks/>
                <a:stCxn id="865" idx="6"/>
                <a:endCxn id="87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5" name="直接连接符 894">
                <a:extLst>
                  <a:ext uri="{FF2B5EF4-FFF2-40B4-BE49-F238E27FC236}">
                    <a16:creationId xmlns:a16="http://schemas.microsoft.com/office/drawing/2014/main" id="{37BF4052-566E-4960-ABFD-D3C06313F5B5}"/>
                  </a:ext>
                </a:extLst>
              </p:cNvPr>
              <p:cNvCxnSpPr>
                <a:cxnSpLocks/>
                <a:stCxn id="865" idx="6"/>
                <a:endCxn id="87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6" name="直接连接符 895">
                <a:extLst>
                  <a:ext uri="{FF2B5EF4-FFF2-40B4-BE49-F238E27FC236}">
                    <a16:creationId xmlns:a16="http://schemas.microsoft.com/office/drawing/2014/main" id="{A58305B7-7152-4859-AF7E-91C47E07AC38}"/>
                  </a:ext>
                </a:extLst>
              </p:cNvPr>
              <p:cNvCxnSpPr>
                <a:cxnSpLocks/>
                <a:stCxn id="866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7" name="直接连接符 896">
                <a:extLst>
                  <a:ext uri="{FF2B5EF4-FFF2-40B4-BE49-F238E27FC236}">
                    <a16:creationId xmlns:a16="http://schemas.microsoft.com/office/drawing/2014/main" id="{09D53863-CCF2-4DFA-B8E6-2844CC5E5DE8}"/>
                  </a:ext>
                </a:extLst>
              </p:cNvPr>
              <p:cNvCxnSpPr>
                <a:cxnSpLocks/>
                <a:stCxn id="866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8" name="直接连接符 897">
                <a:extLst>
                  <a:ext uri="{FF2B5EF4-FFF2-40B4-BE49-F238E27FC236}">
                    <a16:creationId xmlns:a16="http://schemas.microsoft.com/office/drawing/2014/main" id="{4608B8E1-6F3E-417F-AA31-DC8DD50EB064}"/>
                  </a:ext>
                </a:extLst>
              </p:cNvPr>
              <p:cNvCxnSpPr>
                <a:cxnSpLocks/>
                <a:stCxn id="866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9" name="直接连接符 898">
                <a:extLst>
                  <a:ext uri="{FF2B5EF4-FFF2-40B4-BE49-F238E27FC236}">
                    <a16:creationId xmlns:a16="http://schemas.microsoft.com/office/drawing/2014/main" id="{CF6F3C5C-6AD2-49C5-8710-555E2BEC68CE}"/>
                  </a:ext>
                </a:extLst>
              </p:cNvPr>
              <p:cNvCxnSpPr>
                <a:cxnSpLocks/>
                <a:stCxn id="866" idx="6"/>
                <a:endCxn id="87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0" name="直接连接符 899">
                <a:extLst>
                  <a:ext uri="{FF2B5EF4-FFF2-40B4-BE49-F238E27FC236}">
                    <a16:creationId xmlns:a16="http://schemas.microsoft.com/office/drawing/2014/main" id="{545D7540-0003-46DD-B074-5610A4BD2C3E}"/>
                  </a:ext>
                </a:extLst>
              </p:cNvPr>
              <p:cNvCxnSpPr>
                <a:cxnSpLocks/>
                <a:stCxn id="866" idx="6"/>
                <a:endCxn id="87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1" name="直接连接符 900">
                <a:extLst>
                  <a:ext uri="{FF2B5EF4-FFF2-40B4-BE49-F238E27FC236}">
                    <a16:creationId xmlns:a16="http://schemas.microsoft.com/office/drawing/2014/main" id="{9CB3212A-C197-4D83-A9FD-42CAD2CEB381}"/>
                  </a:ext>
                </a:extLst>
              </p:cNvPr>
              <p:cNvCxnSpPr>
                <a:cxnSpLocks/>
                <a:stCxn id="867" idx="6"/>
                <a:endCxn id="87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2" name="直接连接符 901">
                <a:extLst>
                  <a:ext uri="{FF2B5EF4-FFF2-40B4-BE49-F238E27FC236}">
                    <a16:creationId xmlns:a16="http://schemas.microsoft.com/office/drawing/2014/main" id="{342D21C5-060B-48C3-8405-C274AF35E268}"/>
                  </a:ext>
                </a:extLst>
              </p:cNvPr>
              <p:cNvCxnSpPr>
                <a:cxnSpLocks/>
                <a:stCxn id="867" idx="6"/>
                <a:endCxn id="87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3" name="直接连接符 902">
                <a:extLst>
                  <a:ext uri="{FF2B5EF4-FFF2-40B4-BE49-F238E27FC236}">
                    <a16:creationId xmlns:a16="http://schemas.microsoft.com/office/drawing/2014/main" id="{8AF4FC7E-D2E9-441A-93AC-FE99AC038C89}"/>
                  </a:ext>
                </a:extLst>
              </p:cNvPr>
              <p:cNvCxnSpPr>
                <a:cxnSpLocks/>
                <a:stCxn id="867" idx="6"/>
                <a:endCxn id="87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4" name="直接连接符 903">
                <a:extLst>
                  <a:ext uri="{FF2B5EF4-FFF2-40B4-BE49-F238E27FC236}">
                    <a16:creationId xmlns:a16="http://schemas.microsoft.com/office/drawing/2014/main" id="{06D68053-CCEF-4BE4-A56C-DD0B13D44C96}"/>
                  </a:ext>
                </a:extLst>
              </p:cNvPr>
              <p:cNvCxnSpPr>
                <a:cxnSpLocks/>
                <a:stCxn id="867" idx="6"/>
                <a:endCxn id="87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5" name="直接连接符 904">
                <a:extLst>
                  <a:ext uri="{FF2B5EF4-FFF2-40B4-BE49-F238E27FC236}">
                    <a16:creationId xmlns:a16="http://schemas.microsoft.com/office/drawing/2014/main" id="{81067D6D-D40B-4ED5-A562-1EEC1108826C}"/>
                  </a:ext>
                </a:extLst>
              </p:cNvPr>
              <p:cNvCxnSpPr>
                <a:cxnSpLocks/>
                <a:stCxn id="868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6" name="直接连接符 905">
                <a:extLst>
                  <a:ext uri="{FF2B5EF4-FFF2-40B4-BE49-F238E27FC236}">
                    <a16:creationId xmlns:a16="http://schemas.microsoft.com/office/drawing/2014/main" id="{7AB3E0D6-124E-4C56-9A81-992C3BAFAC19}"/>
                  </a:ext>
                </a:extLst>
              </p:cNvPr>
              <p:cNvCxnSpPr>
                <a:cxnSpLocks/>
                <a:stCxn id="868" idx="6"/>
                <a:endCxn id="87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7" name="直接连接符 906">
                <a:extLst>
                  <a:ext uri="{FF2B5EF4-FFF2-40B4-BE49-F238E27FC236}">
                    <a16:creationId xmlns:a16="http://schemas.microsoft.com/office/drawing/2014/main" id="{4B126936-497A-42E8-874D-7BE8B2C14C9E}"/>
                  </a:ext>
                </a:extLst>
              </p:cNvPr>
              <p:cNvCxnSpPr>
                <a:cxnSpLocks/>
                <a:stCxn id="868" idx="6"/>
                <a:endCxn id="87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8" name="直接连接符 907">
                <a:extLst>
                  <a:ext uri="{FF2B5EF4-FFF2-40B4-BE49-F238E27FC236}">
                    <a16:creationId xmlns:a16="http://schemas.microsoft.com/office/drawing/2014/main" id="{74CC8928-FE4F-4C0B-AA69-A698C39F0642}"/>
                  </a:ext>
                </a:extLst>
              </p:cNvPr>
              <p:cNvCxnSpPr>
                <a:cxnSpLocks/>
                <a:stCxn id="868" idx="6"/>
                <a:endCxn id="87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9" name="直接连接符 908">
                <a:extLst>
                  <a:ext uri="{FF2B5EF4-FFF2-40B4-BE49-F238E27FC236}">
                    <a16:creationId xmlns:a16="http://schemas.microsoft.com/office/drawing/2014/main" id="{84B3E333-D982-4C47-846E-3F3219DEF69B}"/>
                  </a:ext>
                </a:extLst>
              </p:cNvPr>
              <p:cNvCxnSpPr>
                <a:cxnSpLocks/>
                <a:stCxn id="869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0" name="直接连接符 909">
                <a:extLst>
                  <a:ext uri="{FF2B5EF4-FFF2-40B4-BE49-F238E27FC236}">
                    <a16:creationId xmlns:a16="http://schemas.microsoft.com/office/drawing/2014/main" id="{8753EC1D-C8B2-4F7F-9828-E78621DB7495}"/>
                  </a:ext>
                </a:extLst>
              </p:cNvPr>
              <p:cNvCxnSpPr>
                <a:cxnSpLocks/>
                <a:stCxn id="870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1" name="直接连接符 910">
                <a:extLst>
                  <a:ext uri="{FF2B5EF4-FFF2-40B4-BE49-F238E27FC236}">
                    <a16:creationId xmlns:a16="http://schemas.microsoft.com/office/drawing/2014/main" id="{8EF50779-ED66-458D-B092-570D6D561F48}"/>
                  </a:ext>
                </a:extLst>
              </p:cNvPr>
              <p:cNvCxnSpPr>
                <a:cxnSpLocks/>
                <a:stCxn id="870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2" name="直接连接符 911">
                <a:extLst>
                  <a:ext uri="{FF2B5EF4-FFF2-40B4-BE49-F238E27FC236}">
                    <a16:creationId xmlns:a16="http://schemas.microsoft.com/office/drawing/2014/main" id="{DC2CB6C5-4248-4115-8FBB-96E06A967CDF}"/>
                  </a:ext>
                </a:extLst>
              </p:cNvPr>
              <p:cNvCxnSpPr>
                <a:cxnSpLocks/>
                <a:stCxn id="870" idx="6"/>
                <a:endCxn id="87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3" name="直接连接符 912">
                <a:extLst>
                  <a:ext uri="{FF2B5EF4-FFF2-40B4-BE49-F238E27FC236}">
                    <a16:creationId xmlns:a16="http://schemas.microsoft.com/office/drawing/2014/main" id="{E5FE77A4-FD6F-456F-B998-228BD2CEA538}"/>
                  </a:ext>
                </a:extLst>
              </p:cNvPr>
              <p:cNvCxnSpPr>
                <a:cxnSpLocks/>
                <a:stCxn id="871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4" name="直接连接符 913">
                <a:extLst>
                  <a:ext uri="{FF2B5EF4-FFF2-40B4-BE49-F238E27FC236}">
                    <a16:creationId xmlns:a16="http://schemas.microsoft.com/office/drawing/2014/main" id="{CD1D1EDB-37FA-4D23-A823-D9F07D46ED74}"/>
                  </a:ext>
                </a:extLst>
              </p:cNvPr>
              <p:cNvCxnSpPr>
                <a:cxnSpLocks/>
                <a:stCxn id="871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5" name="直接连接符 914">
                <a:extLst>
                  <a:ext uri="{FF2B5EF4-FFF2-40B4-BE49-F238E27FC236}">
                    <a16:creationId xmlns:a16="http://schemas.microsoft.com/office/drawing/2014/main" id="{58E92F29-5F6E-48EE-8073-595C3C4E4395}"/>
                  </a:ext>
                </a:extLst>
              </p:cNvPr>
              <p:cNvCxnSpPr>
                <a:cxnSpLocks/>
                <a:stCxn id="871" idx="6"/>
                <a:endCxn id="87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6" name="直接连接符 915">
                <a:extLst>
                  <a:ext uri="{FF2B5EF4-FFF2-40B4-BE49-F238E27FC236}">
                    <a16:creationId xmlns:a16="http://schemas.microsoft.com/office/drawing/2014/main" id="{1BE96087-401F-4FFB-944A-5D2DCF65D147}"/>
                  </a:ext>
                </a:extLst>
              </p:cNvPr>
              <p:cNvCxnSpPr>
                <a:cxnSpLocks/>
                <a:stCxn id="869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7" name="直接连接符 916">
                <a:extLst>
                  <a:ext uri="{FF2B5EF4-FFF2-40B4-BE49-F238E27FC236}">
                    <a16:creationId xmlns:a16="http://schemas.microsoft.com/office/drawing/2014/main" id="{84EADCC6-140E-48B9-BA9B-6172C0E0C5FD}"/>
                  </a:ext>
                </a:extLst>
              </p:cNvPr>
              <p:cNvCxnSpPr>
                <a:cxnSpLocks/>
                <a:stCxn id="869" idx="6"/>
                <a:endCxn id="87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8" name="直接连接符 917">
                <a:extLst>
                  <a:ext uri="{FF2B5EF4-FFF2-40B4-BE49-F238E27FC236}">
                    <a16:creationId xmlns:a16="http://schemas.microsoft.com/office/drawing/2014/main" id="{39FE9247-F080-4BAA-AB49-FAA3B32798CF}"/>
                  </a:ext>
                </a:extLst>
              </p:cNvPr>
              <p:cNvCxnSpPr>
                <a:cxnSpLocks/>
                <a:stCxn id="869" idx="6"/>
                <a:endCxn id="87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9" name="直接连接符 918">
                <a:extLst>
                  <a:ext uri="{FF2B5EF4-FFF2-40B4-BE49-F238E27FC236}">
                    <a16:creationId xmlns:a16="http://schemas.microsoft.com/office/drawing/2014/main" id="{F999F30C-0020-45D3-A5B0-EE57A685DEE3}"/>
                  </a:ext>
                </a:extLst>
              </p:cNvPr>
              <p:cNvCxnSpPr>
                <a:cxnSpLocks/>
                <a:stCxn id="870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0" name="直接连接符 919">
                <a:extLst>
                  <a:ext uri="{FF2B5EF4-FFF2-40B4-BE49-F238E27FC236}">
                    <a16:creationId xmlns:a16="http://schemas.microsoft.com/office/drawing/2014/main" id="{35205F11-F1F4-4B24-B741-E1532F505A7D}"/>
                  </a:ext>
                </a:extLst>
              </p:cNvPr>
              <p:cNvCxnSpPr>
                <a:cxnSpLocks/>
                <a:stCxn id="871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3" name="组合 982">
            <a:extLst>
              <a:ext uri="{FF2B5EF4-FFF2-40B4-BE49-F238E27FC236}">
                <a16:creationId xmlns:a16="http://schemas.microsoft.com/office/drawing/2014/main" id="{B900672F-7DB8-415E-86BF-3DECD0671B6F}"/>
              </a:ext>
            </a:extLst>
          </p:cNvPr>
          <p:cNvGrpSpPr/>
          <p:nvPr/>
        </p:nvGrpSpPr>
        <p:grpSpPr>
          <a:xfrm>
            <a:off x="4743984" y="4146673"/>
            <a:ext cx="779175" cy="276999"/>
            <a:chOff x="3680154" y="2849835"/>
            <a:chExt cx="779175" cy="276999"/>
          </a:xfrm>
        </p:grpSpPr>
        <p:sp>
          <p:nvSpPr>
            <p:cNvPr id="981" name="矩形: 圆角 980">
              <a:extLst>
                <a:ext uri="{FF2B5EF4-FFF2-40B4-BE49-F238E27FC236}">
                  <a16:creationId xmlns:a16="http://schemas.microsoft.com/office/drawing/2014/main" id="{7FCE8D9F-2BA9-4A0B-96ED-795E5FBC8D1B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文本框 295">
              <a:extLst>
                <a:ext uri="{FF2B5EF4-FFF2-40B4-BE49-F238E27FC236}">
                  <a16:creationId xmlns:a16="http://schemas.microsoft.com/office/drawing/2014/main" id="{D74C5E3D-7BB0-4964-9754-E67A1DC43D0A}"/>
                </a:ext>
              </a:extLst>
            </p:cNvPr>
            <p:cNvSpPr txBox="1"/>
            <p:nvPr/>
          </p:nvSpPr>
          <p:spPr>
            <a:xfrm>
              <a:off x="3717031" y="2849835"/>
              <a:ext cx="742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1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7" name="组合 986">
            <a:extLst>
              <a:ext uri="{FF2B5EF4-FFF2-40B4-BE49-F238E27FC236}">
                <a16:creationId xmlns:a16="http://schemas.microsoft.com/office/drawing/2014/main" id="{7907BE8F-B3AF-44E6-BEA8-6E74F602EA93}"/>
              </a:ext>
            </a:extLst>
          </p:cNvPr>
          <p:cNvGrpSpPr/>
          <p:nvPr/>
        </p:nvGrpSpPr>
        <p:grpSpPr>
          <a:xfrm>
            <a:off x="5347674" y="3866465"/>
            <a:ext cx="1220774" cy="240066"/>
            <a:chOff x="4281388" y="2609879"/>
            <a:chExt cx="1220774" cy="240066"/>
          </a:xfrm>
        </p:grpSpPr>
        <p:sp>
          <p:nvSpPr>
            <p:cNvPr id="982" name="矩形: 圆角 981">
              <a:extLst>
                <a:ext uri="{FF2B5EF4-FFF2-40B4-BE49-F238E27FC236}">
                  <a16:creationId xmlns:a16="http://schemas.microsoft.com/office/drawing/2014/main" id="{53A5E10E-0BCD-41E1-8E57-009D22E451D2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A7AECAAE-8658-4EBA-A793-EAF2E9F2D1AC}"/>
                </a:ext>
              </a:extLst>
            </p:cNvPr>
            <p:cNvSpPr txBox="1"/>
            <p:nvPr/>
          </p:nvSpPr>
          <p:spPr>
            <a:xfrm>
              <a:off x="4281388" y="2609879"/>
              <a:ext cx="1220774" cy="240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target 1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4" name="组合 983">
            <a:extLst>
              <a:ext uri="{FF2B5EF4-FFF2-40B4-BE49-F238E27FC236}">
                <a16:creationId xmlns:a16="http://schemas.microsoft.com/office/drawing/2014/main" id="{5C7E4B6C-F727-4C7C-A977-F14CE8D8A835}"/>
              </a:ext>
            </a:extLst>
          </p:cNvPr>
          <p:cNvGrpSpPr/>
          <p:nvPr/>
        </p:nvGrpSpPr>
        <p:grpSpPr>
          <a:xfrm>
            <a:off x="6626535" y="4142574"/>
            <a:ext cx="779175" cy="276999"/>
            <a:chOff x="3680154" y="2849835"/>
            <a:chExt cx="779175" cy="276999"/>
          </a:xfrm>
        </p:grpSpPr>
        <p:sp>
          <p:nvSpPr>
            <p:cNvPr id="985" name="矩形: 圆角 984">
              <a:extLst>
                <a:ext uri="{FF2B5EF4-FFF2-40B4-BE49-F238E27FC236}">
                  <a16:creationId xmlns:a16="http://schemas.microsoft.com/office/drawing/2014/main" id="{2A904565-C099-43CF-A99F-DF886EF573FE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6" name="文本框 985">
              <a:extLst>
                <a:ext uri="{FF2B5EF4-FFF2-40B4-BE49-F238E27FC236}">
                  <a16:creationId xmlns:a16="http://schemas.microsoft.com/office/drawing/2014/main" id="{75985E83-71EC-48E4-80A8-6AC5D56DAC86}"/>
                </a:ext>
              </a:extLst>
            </p:cNvPr>
            <p:cNvSpPr txBox="1"/>
            <p:nvPr/>
          </p:nvSpPr>
          <p:spPr>
            <a:xfrm>
              <a:off x="3717031" y="2849835"/>
              <a:ext cx="742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2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" name="组合 987">
            <a:extLst>
              <a:ext uri="{FF2B5EF4-FFF2-40B4-BE49-F238E27FC236}">
                <a16:creationId xmlns:a16="http://schemas.microsoft.com/office/drawing/2014/main" id="{AAD142F4-5D4C-4D08-9FC3-134522DDE747}"/>
              </a:ext>
            </a:extLst>
          </p:cNvPr>
          <p:cNvGrpSpPr/>
          <p:nvPr/>
        </p:nvGrpSpPr>
        <p:grpSpPr>
          <a:xfrm>
            <a:off x="7238421" y="3892621"/>
            <a:ext cx="1220774" cy="240066"/>
            <a:chOff x="4281388" y="2609879"/>
            <a:chExt cx="1220774" cy="240066"/>
          </a:xfrm>
        </p:grpSpPr>
        <p:sp>
          <p:nvSpPr>
            <p:cNvPr id="989" name="矩形: 圆角 988">
              <a:extLst>
                <a:ext uri="{FF2B5EF4-FFF2-40B4-BE49-F238E27FC236}">
                  <a16:creationId xmlns:a16="http://schemas.microsoft.com/office/drawing/2014/main" id="{1574A0AD-1F2C-4F1E-8BE2-B384384EEF27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0" name="文本框 989">
              <a:extLst>
                <a:ext uri="{FF2B5EF4-FFF2-40B4-BE49-F238E27FC236}">
                  <a16:creationId xmlns:a16="http://schemas.microsoft.com/office/drawing/2014/main" id="{4E5CBC00-323F-42B4-B0DF-DAEE2BC67EA8}"/>
                </a:ext>
              </a:extLst>
            </p:cNvPr>
            <p:cNvSpPr txBox="1"/>
            <p:nvPr/>
          </p:nvSpPr>
          <p:spPr>
            <a:xfrm>
              <a:off x="4281388" y="2609879"/>
              <a:ext cx="1220774" cy="240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target 2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5C2B17A9-2582-4794-A9DE-CF0BC2AA7B8D}"/>
              </a:ext>
            </a:extLst>
          </p:cNvPr>
          <p:cNvCxnSpPr>
            <a:cxnSpLocks/>
          </p:cNvCxnSpPr>
          <p:nvPr/>
        </p:nvCxnSpPr>
        <p:spPr>
          <a:xfrm rot="10800000">
            <a:off x="5121320" y="3800176"/>
            <a:ext cx="1894807" cy="385892"/>
          </a:xfrm>
          <a:prstGeom prst="bentConnector3">
            <a:avLst>
              <a:gd name="adj1" fmla="val -269"/>
            </a:avLst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4" name="组合 1093">
            <a:extLst>
              <a:ext uri="{FF2B5EF4-FFF2-40B4-BE49-F238E27FC236}">
                <a16:creationId xmlns:a16="http://schemas.microsoft.com/office/drawing/2014/main" id="{D141721D-DB74-4D27-A7FC-DE83244EE303}"/>
              </a:ext>
            </a:extLst>
          </p:cNvPr>
          <p:cNvGrpSpPr/>
          <p:nvPr/>
        </p:nvGrpSpPr>
        <p:grpSpPr>
          <a:xfrm>
            <a:off x="9073190" y="3625465"/>
            <a:ext cx="1167436" cy="886980"/>
            <a:chOff x="2278379" y="4983233"/>
            <a:chExt cx="1537572" cy="1187491"/>
          </a:xfrm>
        </p:grpSpPr>
        <p:grpSp>
          <p:nvGrpSpPr>
            <p:cNvPr id="1041" name="组合 1040">
              <a:extLst>
                <a:ext uri="{FF2B5EF4-FFF2-40B4-BE49-F238E27FC236}">
                  <a16:creationId xmlns:a16="http://schemas.microsoft.com/office/drawing/2014/main" id="{3B20F5C1-39E0-4AF4-8089-D299524DADF2}"/>
                </a:ext>
              </a:extLst>
            </p:cNvPr>
            <p:cNvGrpSpPr/>
            <p:nvPr/>
          </p:nvGrpSpPr>
          <p:grpSpPr>
            <a:xfrm>
              <a:off x="2278379" y="5697618"/>
              <a:ext cx="401782" cy="463886"/>
              <a:chOff x="2278379" y="5018763"/>
              <a:chExt cx="989754" cy="1142741"/>
            </a:xfrm>
          </p:grpSpPr>
          <p:sp>
            <p:nvSpPr>
              <p:cNvPr id="1020" name="椭圆 1019">
                <a:extLst>
                  <a:ext uri="{FF2B5EF4-FFF2-40B4-BE49-F238E27FC236}">
                    <a16:creationId xmlns:a16="http://schemas.microsoft.com/office/drawing/2014/main" id="{B1278DA9-014C-49CD-B173-5AE771398075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8" name="任意多边形: 形状 1037">
                <a:extLst>
                  <a:ext uri="{FF2B5EF4-FFF2-40B4-BE49-F238E27FC236}">
                    <a16:creationId xmlns:a16="http://schemas.microsoft.com/office/drawing/2014/main" id="{78198308-8F02-48A6-BE69-3237826921AD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2" name="组合 1041">
              <a:extLst>
                <a:ext uri="{FF2B5EF4-FFF2-40B4-BE49-F238E27FC236}">
                  <a16:creationId xmlns:a16="http://schemas.microsoft.com/office/drawing/2014/main" id="{BDC1357E-D4C2-4E81-A550-4F8C73B60655}"/>
                </a:ext>
              </a:extLst>
            </p:cNvPr>
            <p:cNvGrpSpPr/>
            <p:nvPr/>
          </p:nvGrpSpPr>
          <p:grpSpPr>
            <a:xfrm>
              <a:off x="3414169" y="5706838"/>
              <a:ext cx="401782" cy="463886"/>
              <a:chOff x="2278379" y="5018763"/>
              <a:chExt cx="989754" cy="1142741"/>
            </a:xfrm>
          </p:grpSpPr>
          <p:sp>
            <p:nvSpPr>
              <p:cNvPr id="1043" name="椭圆 1042">
                <a:extLst>
                  <a:ext uri="{FF2B5EF4-FFF2-40B4-BE49-F238E27FC236}">
                    <a16:creationId xmlns:a16="http://schemas.microsoft.com/office/drawing/2014/main" id="{FC33692F-74E6-4BDD-BD49-1B20127FBE3C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5B9BD5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4" name="任意多边形: 形状 1043">
                <a:extLst>
                  <a:ext uri="{FF2B5EF4-FFF2-40B4-BE49-F238E27FC236}">
                    <a16:creationId xmlns:a16="http://schemas.microsoft.com/office/drawing/2014/main" id="{9E9D1DB8-D5FE-401E-A985-5BDB26E03F64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93BEE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7" name="组合 1056">
              <a:extLst>
                <a:ext uri="{FF2B5EF4-FFF2-40B4-BE49-F238E27FC236}">
                  <a16:creationId xmlns:a16="http://schemas.microsoft.com/office/drawing/2014/main" id="{BF3007C7-2266-4F4E-98F5-DED3EFB93254}"/>
                </a:ext>
              </a:extLst>
            </p:cNvPr>
            <p:cNvGrpSpPr/>
            <p:nvPr/>
          </p:nvGrpSpPr>
          <p:grpSpPr>
            <a:xfrm>
              <a:off x="2871835" y="5706838"/>
              <a:ext cx="401782" cy="463886"/>
              <a:chOff x="2278379" y="5018763"/>
              <a:chExt cx="989754" cy="1142741"/>
            </a:xfrm>
          </p:grpSpPr>
          <p:sp>
            <p:nvSpPr>
              <p:cNvPr id="1058" name="椭圆 1057">
                <a:extLst>
                  <a:ext uri="{FF2B5EF4-FFF2-40B4-BE49-F238E27FC236}">
                    <a16:creationId xmlns:a16="http://schemas.microsoft.com/office/drawing/2014/main" id="{DE3A0F87-5D35-4779-A68A-07F9D9F98D64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846BDF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9" name="任意多边形: 形状 1058">
                <a:extLst>
                  <a:ext uri="{FF2B5EF4-FFF2-40B4-BE49-F238E27FC236}">
                    <a16:creationId xmlns:a16="http://schemas.microsoft.com/office/drawing/2014/main" id="{08232CCD-1BC0-4F4B-9B15-B31A4896362D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AC9BE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061" name="图片 1060">
              <a:extLst>
                <a:ext uri="{FF2B5EF4-FFF2-40B4-BE49-F238E27FC236}">
                  <a16:creationId xmlns:a16="http://schemas.microsoft.com/office/drawing/2014/main" id="{C7018194-024F-4D16-AFAA-7DD4292EF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2465610" y="4983233"/>
              <a:ext cx="401782" cy="401783"/>
            </a:xfrm>
            <a:prstGeom prst="rect">
              <a:avLst/>
            </a:prstGeom>
          </p:spPr>
        </p:pic>
        <p:pic>
          <p:nvPicPr>
            <p:cNvPr id="1062" name="图片 1061">
              <a:extLst>
                <a:ext uri="{FF2B5EF4-FFF2-40B4-BE49-F238E27FC236}">
                  <a16:creationId xmlns:a16="http://schemas.microsoft.com/office/drawing/2014/main" id="{CF994163-02E0-4CB8-98F5-A6095B16E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195856" y="5008433"/>
              <a:ext cx="403553" cy="403554"/>
            </a:xfrm>
            <a:prstGeom prst="rect">
              <a:avLst/>
            </a:prstGeom>
          </p:spPr>
        </p:pic>
        <p:cxnSp>
          <p:nvCxnSpPr>
            <p:cNvPr id="1064" name="直接箭头连接符 1063">
              <a:extLst>
                <a:ext uri="{FF2B5EF4-FFF2-40B4-BE49-F238E27FC236}">
                  <a16:creationId xmlns:a16="http://schemas.microsoft.com/office/drawing/2014/main" id="{E5890F24-3879-4143-9B82-9D7EB95D73C0}"/>
                </a:ext>
              </a:extLst>
            </p:cNvPr>
            <p:cNvCxnSpPr>
              <a:cxnSpLocks/>
              <a:stCxn id="1020" idx="0"/>
              <a:endCxn id="1061" idx="2"/>
            </p:cNvCxnSpPr>
            <p:nvPr/>
          </p:nvCxnSpPr>
          <p:spPr>
            <a:xfrm flipV="1">
              <a:off x="2477597" y="5385015"/>
              <a:ext cx="188903" cy="312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直接箭头连接符 1065">
              <a:extLst>
                <a:ext uri="{FF2B5EF4-FFF2-40B4-BE49-F238E27FC236}">
                  <a16:creationId xmlns:a16="http://schemas.microsoft.com/office/drawing/2014/main" id="{1AEF3555-6E93-49BB-97FA-665FAABE7A63}"/>
                </a:ext>
              </a:extLst>
            </p:cNvPr>
            <p:cNvCxnSpPr>
              <a:cxnSpLocks/>
              <a:stCxn id="1058" idx="0"/>
              <a:endCxn id="1061" idx="2"/>
            </p:cNvCxnSpPr>
            <p:nvPr/>
          </p:nvCxnSpPr>
          <p:spPr>
            <a:xfrm flipH="1" flipV="1">
              <a:off x="2666501" y="5385015"/>
              <a:ext cx="404553" cy="321823"/>
            </a:xfrm>
            <a:prstGeom prst="straightConnector1">
              <a:avLst/>
            </a:prstGeom>
            <a:ln>
              <a:solidFill>
                <a:srgbClr val="846BD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直接箭头连接符 1067">
              <a:extLst>
                <a:ext uri="{FF2B5EF4-FFF2-40B4-BE49-F238E27FC236}">
                  <a16:creationId xmlns:a16="http://schemas.microsoft.com/office/drawing/2014/main" id="{ABFBA5BB-91E5-4FDC-9AD6-301DC28356F2}"/>
                </a:ext>
              </a:extLst>
            </p:cNvPr>
            <p:cNvCxnSpPr>
              <a:cxnSpLocks/>
              <a:stCxn id="1043" idx="0"/>
              <a:endCxn id="1062" idx="2"/>
            </p:cNvCxnSpPr>
            <p:nvPr/>
          </p:nvCxnSpPr>
          <p:spPr>
            <a:xfrm flipH="1" flipV="1">
              <a:off x="3397633" y="5411987"/>
              <a:ext cx="215754" cy="29485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9" name="文本框 1068">
            <a:extLst>
              <a:ext uri="{FF2B5EF4-FFF2-40B4-BE49-F238E27FC236}">
                <a16:creationId xmlns:a16="http://schemas.microsoft.com/office/drawing/2014/main" id="{03DD24D6-C705-42BF-A9D1-477338D53767}"/>
              </a:ext>
            </a:extLst>
          </p:cNvPr>
          <p:cNvSpPr txBox="1"/>
          <p:nvPr/>
        </p:nvSpPr>
        <p:spPr>
          <a:xfrm>
            <a:off x="8699913" y="3204714"/>
            <a:ext cx="169240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I: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Pre-evaluation 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5A36D2BA-9AAA-42F4-A842-A37965F9A60F}"/>
              </a:ext>
            </a:extLst>
          </p:cNvPr>
          <p:cNvGrpSpPr/>
          <p:nvPr/>
        </p:nvGrpSpPr>
        <p:grpSpPr>
          <a:xfrm>
            <a:off x="9048597" y="5143408"/>
            <a:ext cx="1163460" cy="907318"/>
            <a:chOff x="4963281" y="5019772"/>
            <a:chExt cx="1537572" cy="1225829"/>
          </a:xfrm>
        </p:grpSpPr>
        <p:grpSp>
          <p:nvGrpSpPr>
            <p:cNvPr id="1070" name="组合 1069">
              <a:extLst>
                <a:ext uri="{FF2B5EF4-FFF2-40B4-BE49-F238E27FC236}">
                  <a16:creationId xmlns:a16="http://schemas.microsoft.com/office/drawing/2014/main" id="{5EA98908-92BC-411F-AAC3-77A79C0FC9E6}"/>
                </a:ext>
              </a:extLst>
            </p:cNvPr>
            <p:cNvGrpSpPr/>
            <p:nvPr/>
          </p:nvGrpSpPr>
          <p:grpSpPr>
            <a:xfrm>
              <a:off x="4963281" y="5772495"/>
              <a:ext cx="401782" cy="463886"/>
              <a:chOff x="2278379" y="5018763"/>
              <a:chExt cx="989754" cy="1142741"/>
            </a:xfrm>
          </p:grpSpPr>
          <p:sp>
            <p:nvSpPr>
              <p:cNvPr id="1071" name="椭圆 1070">
                <a:extLst>
                  <a:ext uri="{FF2B5EF4-FFF2-40B4-BE49-F238E27FC236}">
                    <a16:creationId xmlns:a16="http://schemas.microsoft.com/office/drawing/2014/main" id="{616A82F9-A46C-4F85-82C8-D723156DC8D4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2" name="任意多边形: 形状 1071">
                <a:extLst>
                  <a:ext uri="{FF2B5EF4-FFF2-40B4-BE49-F238E27FC236}">
                    <a16:creationId xmlns:a16="http://schemas.microsoft.com/office/drawing/2014/main" id="{888BEAB5-BC5F-452B-8B1B-357EB1F0AC2C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73" name="组合 1072">
              <a:extLst>
                <a:ext uri="{FF2B5EF4-FFF2-40B4-BE49-F238E27FC236}">
                  <a16:creationId xmlns:a16="http://schemas.microsoft.com/office/drawing/2014/main" id="{B98791F1-5E4B-4ABB-B3E1-D2A3F711F9E8}"/>
                </a:ext>
              </a:extLst>
            </p:cNvPr>
            <p:cNvGrpSpPr/>
            <p:nvPr/>
          </p:nvGrpSpPr>
          <p:grpSpPr>
            <a:xfrm>
              <a:off x="6099071" y="5781715"/>
              <a:ext cx="401782" cy="463886"/>
              <a:chOff x="2278379" y="5018763"/>
              <a:chExt cx="989754" cy="1142741"/>
            </a:xfrm>
          </p:grpSpPr>
          <p:sp>
            <p:nvSpPr>
              <p:cNvPr id="1074" name="椭圆 1073">
                <a:extLst>
                  <a:ext uri="{FF2B5EF4-FFF2-40B4-BE49-F238E27FC236}">
                    <a16:creationId xmlns:a16="http://schemas.microsoft.com/office/drawing/2014/main" id="{5EF0707C-9D52-40A7-A8F6-F499BE701CD6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5B9BD5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5" name="任意多边形: 形状 1074">
                <a:extLst>
                  <a:ext uri="{FF2B5EF4-FFF2-40B4-BE49-F238E27FC236}">
                    <a16:creationId xmlns:a16="http://schemas.microsoft.com/office/drawing/2014/main" id="{79E8919E-1627-407D-94EC-78758E19DAFB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93BEE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76" name="组合 1075">
              <a:extLst>
                <a:ext uri="{FF2B5EF4-FFF2-40B4-BE49-F238E27FC236}">
                  <a16:creationId xmlns:a16="http://schemas.microsoft.com/office/drawing/2014/main" id="{3CBBC5CB-032B-4A6C-A2C3-4820C133DFF4}"/>
                </a:ext>
              </a:extLst>
            </p:cNvPr>
            <p:cNvGrpSpPr/>
            <p:nvPr/>
          </p:nvGrpSpPr>
          <p:grpSpPr>
            <a:xfrm>
              <a:off x="5556737" y="5781715"/>
              <a:ext cx="401782" cy="463886"/>
              <a:chOff x="2278379" y="5018763"/>
              <a:chExt cx="989754" cy="1142741"/>
            </a:xfrm>
          </p:grpSpPr>
          <p:sp>
            <p:nvSpPr>
              <p:cNvPr id="1077" name="椭圆 1076">
                <a:extLst>
                  <a:ext uri="{FF2B5EF4-FFF2-40B4-BE49-F238E27FC236}">
                    <a16:creationId xmlns:a16="http://schemas.microsoft.com/office/drawing/2014/main" id="{2DF65958-BD7D-48D5-A09D-1E739DD227E5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846BDF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8" name="任意多边形: 形状 1077">
                <a:extLst>
                  <a:ext uri="{FF2B5EF4-FFF2-40B4-BE49-F238E27FC236}">
                    <a16:creationId xmlns:a16="http://schemas.microsoft.com/office/drawing/2014/main" id="{85A4799F-893B-4248-8018-269862937707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AC9BE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079" name="图片 1078">
              <a:extLst>
                <a:ext uri="{FF2B5EF4-FFF2-40B4-BE49-F238E27FC236}">
                  <a16:creationId xmlns:a16="http://schemas.microsoft.com/office/drawing/2014/main" id="{B200E26B-6C40-474B-A541-310A7D1D7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150512" y="5019772"/>
              <a:ext cx="440121" cy="440121"/>
            </a:xfrm>
            <a:prstGeom prst="rect">
              <a:avLst/>
            </a:prstGeom>
          </p:spPr>
        </p:pic>
        <p:pic>
          <p:nvPicPr>
            <p:cNvPr id="1080" name="图片 1079">
              <a:extLst>
                <a:ext uri="{FF2B5EF4-FFF2-40B4-BE49-F238E27FC236}">
                  <a16:creationId xmlns:a16="http://schemas.microsoft.com/office/drawing/2014/main" id="{5DC638DE-D4B8-453B-A7FB-B8AA723A9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880759" y="5054613"/>
              <a:ext cx="432253" cy="432253"/>
            </a:xfrm>
            <a:prstGeom prst="rect">
              <a:avLst/>
            </a:prstGeom>
          </p:spPr>
        </p:pic>
        <p:cxnSp>
          <p:nvCxnSpPr>
            <p:cNvPr id="1081" name="直接箭头连接符 1080">
              <a:extLst>
                <a:ext uri="{FF2B5EF4-FFF2-40B4-BE49-F238E27FC236}">
                  <a16:creationId xmlns:a16="http://schemas.microsoft.com/office/drawing/2014/main" id="{59162214-BB6C-41A8-8415-355A0AF34875}"/>
                </a:ext>
              </a:extLst>
            </p:cNvPr>
            <p:cNvCxnSpPr>
              <a:cxnSpLocks/>
              <a:stCxn id="1071" idx="0"/>
              <a:endCxn id="1079" idx="2"/>
            </p:cNvCxnSpPr>
            <p:nvPr/>
          </p:nvCxnSpPr>
          <p:spPr>
            <a:xfrm flipV="1">
              <a:off x="5162500" y="5459893"/>
              <a:ext cx="208073" cy="312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直接箭头连接符 1081">
              <a:extLst>
                <a:ext uri="{FF2B5EF4-FFF2-40B4-BE49-F238E27FC236}">
                  <a16:creationId xmlns:a16="http://schemas.microsoft.com/office/drawing/2014/main" id="{B041C799-5FDA-4570-847C-AAB10D04A443}"/>
                </a:ext>
              </a:extLst>
            </p:cNvPr>
            <p:cNvCxnSpPr>
              <a:cxnSpLocks/>
              <a:stCxn id="1077" idx="0"/>
              <a:endCxn id="1080" idx="2"/>
            </p:cNvCxnSpPr>
            <p:nvPr/>
          </p:nvCxnSpPr>
          <p:spPr>
            <a:xfrm flipV="1">
              <a:off x="5755955" y="5486865"/>
              <a:ext cx="340930" cy="294850"/>
            </a:xfrm>
            <a:prstGeom prst="straightConnector1">
              <a:avLst/>
            </a:prstGeom>
            <a:ln>
              <a:solidFill>
                <a:srgbClr val="846BD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直接箭头连接符 1082">
              <a:extLst>
                <a:ext uri="{FF2B5EF4-FFF2-40B4-BE49-F238E27FC236}">
                  <a16:creationId xmlns:a16="http://schemas.microsoft.com/office/drawing/2014/main" id="{F6818E3F-CE41-4320-AA7D-365E0351E1E4}"/>
                </a:ext>
              </a:extLst>
            </p:cNvPr>
            <p:cNvCxnSpPr>
              <a:cxnSpLocks/>
              <a:stCxn id="1074" idx="0"/>
              <a:endCxn id="1079" idx="2"/>
            </p:cNvCxnSpPr>
            <p:nvPr/>
          </p:nvCxnSpPr>
          <p:spPr>
            <a:xfrm flipH="1" flipV="1">
              <a:off x="5370573" y="5459893"/>
              <a:ext cx="927717" cy="32182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8A6611F6-3198-4BCA-B63A-8E5F9C46CC39}"/>
              </a:ext>
            </a:extLst>
          </p:cNvPr>
          <p:cNvSpPr txBox="1"/>
          <p:nvPr/>
        </p:nvSpPr>
        <p:spPr>
          <a:xfrm>
            <a:off x="8801609" y="4724722"/>
            <a:ext cx="1710599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II: </a:t>
            </a:r>
          </a:p>
          <a:p>
            <a:pPr algn="ctr">
              <a:lnSpc>
                <a:spcPct val="8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 operation 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B1227331-5828-4C3A-ABB8-BB15835122E5}"/>
              </a:ext>
            </a:extLst>
          </p:cNvPr>
          <p:cNvSpPr/>
          <p:nvPr/>
        </p:nvSpPr>
        <p:spPr>
          <a:xfrm>
            <a:off x="8804917" y="1763001"/>
            <a:ext cx="1645595" cy="326632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4B88428E-293E-46BA-B656-BAC0A39737FF}"/>
              </a:ext>
            </a:extLst>
          </p:cNvPr>
          <p:cNvSpPr txBox="1"/>
          <p:nvPr/>
        </p:nvSpPr>
        <p:spPr>
          <a:xfrm>
            <a:off x="8979889" y="1829011"/>
            <a:ext cx="1451412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dirty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 movement</a:t>
            </a:r>
            <a:endParaRPr lang="zh-CN" altLang="en-US" sz="1200" dirty="0">
              <a:solidFill>
                <a:srgbClr val="5B9B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54A6CE5F-53C0-41B8-9904-4D5B8F14F231}"/>
              </a:ext>
            </a:extLst>
          </p:cNvPr>
          <p:cNvSpPr txBox="1"/>
          <p:nvPr/>
        </p:nvSpPr>
        <p:spPr>
          <a:xfrm>
            <a:off x="8930188" y="2264957"/>
            <a:ext cx="137753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control</a:t>
            </a:r>
            <a:endParaRPr lang="zh-CN" altLang="en-US" sz="120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F4781E68-4EEE-4B80-96F1-E334F4333413}"/>
              </a:ext>
            </a:extLst>
          </p:cNvPr>
          <p:cNvGrpSpPr/>
          <p:nvPr/>
        </p:nvGrpSpPr>
        <p:grpSpPr>
          <a:xfrm>
            <a:off x="8896254" y="1815700"/>
            <a:ext cx="349269" cy="228009"/>
            <a:chOff x="4673685" y="570591"/>
            <a:chExt cx="747200" cy="487788"/>
          </a:xfrm>
        </p:grpSpPr>
        <p:sp>
          <p:nvSpPr>
            <p:cNvPr id="450" name="rotating-circular-arrow_20706">
              <a:extLst>
                <a:ext uri="{FF2B5EF4-FFF2-40B4-BE49-F238E27FC236}">
                  <a16:creationId xmlns:a16="http://schemas.microsoft.com/office/drawing/2014/main" id="{DE0BEFCF-F0CB-473C-90B0-6FBDD2B8E194}"/>
                </a:ext>
              </a:extLst>
            </p:cNvPr>
            <p:cNvSpPr/>
            <p:nvPr/>
          </p:nvSpPr>
          <p:spPr>
            <a:xfrm>
              <a:off x="4673685" y="845638"/>
              <a:ext cx="747200" cy="212741"/>
            </a:xfrm>
            <a:custGeom>
              <a:avLst/>
              <a:gdLst>
                <a:gd name="T0" fmla="*/ 2466 w 2466"/>
                <a:gd name="T1" fmla="*/ 558 h 1327"/>
                <a:gd name="T2" fmla="*/ 1233 w 2466"/>
                <a:gd name="T3" fmla="*/ 0 h 1327"/>
                <a:gd name="T4" fmla="*/ 0 w 2466"/>
                <a:gd name="T5" fmla="*/ 558 h 1327"/>
                <a:gd name="T6" fmla="*/ 40 w 2466"/>
                <a:gd name="T7" fmla="*/ 598 h 1327"/>
                <a:gd name="T8" fmla="*/ 80 w 2466"/>
                <a:gd name="T9" fmla="*/ 558 h 1327"/>
                <a:gd name="T10" fmla="*/ 1233 w 2466"/>
                <a:gd name="T11" fmla="*/ 79 h 1327"/>
                <a:gd name="T12" fmla="*/ 2387 w 2466"/>
                <a:gd name="T13" fmla="*/ 558 h 1327"/>
                <a:gd name="T14" fmla="*/ 1247 w 2466"/>
                <a:gd name="T15" fmla="*/ 1037 h 1327"/>
                <a:gd name="T16" fmla="*/ 1389 w 2466"/>
                <a:gd name="T17" fmla="*/ 895 h 1327"/>
                <a:gd name="T18" fmla="*/ 1389 w 2466"/>
                <a:gd name="T19" fmla="*/ 839 h 1327"/>
                <a:gd name="T20" fmla="*/ 1333 w 2466"/>
                <a:gd name="T21" fmla="*/ 839 h 1327"/>
                <a:gd name="T22" fmla="*/ 1094 w 2466"/>
                <a:gd name="T23" fmla="*/ 1077 h 1327"/>
                <a:gd name="T24" fmla="*/ 1333 w 2466"/>
                <a:gd name="T25" fmla="*/ 1315 h 1327"/>
                <a:gd name="T26" fmla="*/ 1361 w 2466"/>
                <a:gd name="T27" fmla="*/ 1327 h 1327"/>
                <a:gd name="T28" fmla="*/ 1389 w 2466"/>
                <a:gd name="T29" fmla="*/ 1315 h 1327"/>
                <a:gd name="T30" fmla="*/ 1389 w 2466"/>
                <a:gd name="T31" fmla="*/ 1259 h 1327"/>
                <a:gd name="T32" fmla="*/ 1247 w 2466"/>
                <a:gd name="T33" fmla="*/ 1117 h 1327"/>
                <a:gd name="T34" fmla="*/ 2466 w 2466"/>
                <a:gd name="T35" fmla="*/ 558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66" h="1327">
                  <a:moveTo>
                    <a:pt x="2466" y="558"/>
                  </a:moveTo>
                  <a:cubicBezTo>
                    <a:pt x="2466" y="245"/>
                    <a:pt x="1925" y="0"/>
                    <a:pt x="1233" y="0"/>
                  </a:cubicBezTo>
                  <a:cubicBezTo>
                    <a:pt x="542" y="0"/>
                    <a:pt x="0" y="245"/>
                    <a:pt x="0" y="558"/>
                  </a:cubicBezTo>
                  <a:cubicBezTo>
                    <a:pt x="0" y="580"/>
                    <a:pt x="18" y="598"/>
                    <a:pt x="40" y="598"/>
                  </a:cubicBezTo>
                  <a:cubicBezTo>
                    <a:pt x="62" y="598"/>
                    <a:pt x="80" y="580"/>
                    <a:pt x="80" y="558"/>
                  </a:cubicBezTo>
                  <a:cubicBezTo>
                    <a:pt x="80" y="299"/>
                    <a:pt x="608" y="79"/>
                    <a:pt x="1233" y="79"/>
                  </a:cubicBezTo>
                  <a:cubicBezTo>
                    <a:pt x="1858" y="79"/>
                    <a:pt x="2387" y="299"/>
                    <a:pt x="2387" y="558"/>
                  </a:cubicBezTo>
                  <a:cubicBezTo>
                    <a:pt x="2387" y="816"/>
                    <a:pt x="1866" y="1034"/>
                    <a:pt x="1247" y="1037"/>
                  </a:cubicBezTo>
                  <a:lnTo>
                    <a:pt x="1389" y="895"/>
                  </a:lnTo>
                  <a:cubicBezTo>
                    <a:pt x="1404" y="880"/>
                    <a:pt x="1404" y="855"/>
                    <a:pt x="1389" y="839"/>
                  </a:cubicBezTo>
                  <a:cubicBezTo>
                    <a:pt x="1373" y="824"/>
                    <a:pt x="1348" y="824"/>
                    <a:pt x="1333" y="839"/>
                  </a:cubicBezTo>
                  <a:lnTo>
                    <a:pt x="1094" y="1077"/>
                  </a:lnTo>
                  <a:lnTo>
                    <a:pt x="1333" y="1315"/>
                  </a:lnTo>
                  <a:cubicBezTo>
                    <a:pt x="1340" y="1323"/>
                    <a:pt x="1351" y="1327"/>
                    <a:pt x="1361" y="1327"/>
                  </a:cubicBezTo>
                  <a:cubicBezTo>
                    <a:pt x="1371" y="1327"/>
                    <a:pt x="1381" y="1323"/>
                    <a:pt x="1389" y="1315"/>
                  </a:cubicBezTo>
                  <a:cubicBezTo>
                    <a:pt x="1404" y="1300"/>
                    <a:pt x="1404" y="1274"/>
                    <a:pt x="1389" y="1259"/>
                  </a:cubicBezTo>
                  <a:lnTo>
                    <a:pt x="1247" y="1117"/>
                  </a:lnTo>
                  <a:cubicBezTo>
                    <a:pt x="1931" y="1113"/>
                    <a:pt x="2466" y="869"/>
                    <a:pt x="2466" y="5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9" name="图片 448">
              <a:extLst>
                <a:ext uri="{FF2B5EF4-FFF2-40B4-BE49-F238E27FC236}">
                  <a16:creationId xmlns:a16="http://schemas.microsoft.com/office/drawing/2014/main" id="{35F3F33E-05A1-4A28-9DB0-38B1BE79A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4735631" y="570591"/>
              <a:ext cx="571332" cy="453491"/>
            </a:xfrm>
            <a:prstGeom prst="rect">
              <a:avLst/>
            </a:prstGeom>
          </p:spPr>
        </p:pic>
      </p:grpSp>
      <p:pic>
        <p:nvPicPr>
          <p:cNvPr id="453" name="图片 452">
            <a:extLst>
              <a:ext uri="{FF2B5EF4-FFF2-40B4-BE49-F238E27FC236}">
                <a16:creationId xmlns:a16="http://schemas.microsoft.com/office/drawing/2014/main" id="{EED3235C-A0AE-4FD4-8C85-B52CFD2F5F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903051" y="2265485"/>
            <a:ext cx="245737" cy="245737"/>
          </a:xfrm>
          <a:prstGeom prst="rect">
            <a:avLst/>
          </a:prstGeom>
        </p:spPr>
      </p:pic>
      <p:sp>
        <p:nvSpPr>
          <p:cNvPr id="654" name="矩形 653">
            <a:extLst>
              <a:ext uri="{FF2B5EF4-FFF2-40B4-BE49-F238E27FC236}">
                <a16:creationId xmlns:a16="http://schemas.microsoft.com/office/drawing/2014/main" id="{59524D72-C102-45C6-A1D8-682D0619FBE4}"/>
              </a:ext>
            </a:extLst>
          </p:cNvPr>
          <p:cNvSpPr/>
          <p:nvPr/>
        </p:nvSpPr>
        <p:spPr>
          <a:xfrm>
            <a:off x="8805094" y="2238809"/>
            <a:ext cx="1645418" cy="280559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2C825F7F-9392-4822-8BD7-1D91D4FDBEC0}"/>
              </a:ext>
            </a:extLst>
          </p:cNvPr>
          <p:cNvSpPr/>
          <p:nvPr/>
        </p:nvSpPr>
        <p:spPr>
          <a:xfrm>
            <a:off x="8805094" y="2604185"/>
            <a:ext cx="1645418" cy="28803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文本框 1090">
            <a:extLst>
              <a:ext uri="{FF2B5EF4-FFF2-40B4-BE49-F238E27FC236}">
                <a16:creationId xmlns:a16="http://schemas.microsoft.com/office/drawing/2014/main" id="{D65068A0-1AF0-4AB4-8DC4-DC051EB8FBE6}"/>
              </a:ext>
            </a:extLst>
          </p:cNvPr>
          <p:cNvSpPr txBox="1"/>
          <p:nvPr/>
        </p:nvSpPr>
        <p:spPr>
          <a:xfrm>
            <a:off x="8972589" y="2629377"/>
            <a:ext cx="151744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dirty="0">
                <a:solidFill>
                  <a:srgbClr val="846BD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association</a:t>
            </a:r>
            <a:endParaRPr lang="zh-CN" altLang="en-US" sz="1200" dirty="0">
              <a:solidFill>
                <a:srgbClr val="846BD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0" name="图片 1089">
            <a:extLst>
              <a:ext uri="{FF2B5EF4-FFF2-40B4-BE49-F238E27FC236}">
                <a16:creationId xmlns:a16="http://schemas.microsoft.com/office/drawing/2014/main" id="{A8A1AE40-E292-4E28-BE63-F57D8D3E83E4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885341" y="2581242"/>
            <a:ext cx="331243" cy="331243"/>
          </a:xfrm>
          <a:prstGeom prst="rect">
            <a:avLst/>
          </a:prstGeom>
        </p:spPr>
      </p:pic>
      <p:cxnSp>
        <p:nvCxnSpPr>
          <p:cNvPr id="1103" name="连接符: 肘形 1102">
            <a:extLst>
              <a:ext uri="{FF2B5EF4-FFF2-40B4-BE49-F238E27FC236}">
                <a16:creationId xmlns:a16="http://schemas.microsoft.com/office/drawing/2014/main" id="{1E1FE61E-0EA1-443A-8C02-6A6ED0597CF2}"/>
              </a:ext>
            </a:extLst>
          </p:cNvPr>
          <p:cNvCxnSpPr>
            <a:cxnSpLocks/>
            <a:stCxn id="1095" idx="0"/>
            <a:endCxn id="1101" idx="3"/>
          </p:cNvCxnSpPr>
          <p:nvPr/>
        </p:nvCxnSpPr>
        <p:spPr>
          <a:xfrm rot="16200000" flipH="1">
            <a:off x="6564007" y="-74542"/>
            <a:ext cx="2650227" cy="5220567"/>
          </a:xfrm>
          <a:prstGeom prst="bentConnector4">
            <a:avLst>
              <a:gd name="adj1" fmla="val -8626"/>
              <a:gd name="adj2" fmla="val 10437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2" name="箭头: 虚尾 1111">
            <a:extLst>
              <a:ext uri="{FF2B5EF4-FFF2-40B4-BE49-F238E27FC236}">
                <a16:creationId xmlns:a16="http://schemas.microsoft.com/office/drawing/2014/main" id="{90EF53F2-1A8D-4553-B571-4FC4A57BB3A4}"/>
              </a:ext>
            </a:extLst>
          </p:cNvPr>
          <p:cNvSpPr/>
          <p:nvPr/>
        </p:nvSpPr>
        <p:spPr>
          <a:xfrm rot="5400000">
            <a:off x="9604611" y="4464954"/>
            <a:ext cx="180895" cy="338449"/>
          </a:xfrm>
          <a:prstGeom prst="stripedRightArrow">
            <a:avLst/>
          </a:prstGeom>
          <a:gradFill>
            <a:gsLst>
              <a:gs pos="0">
                <a:srgbClr val="C3B7EF"/>
              </a:gs>
              <a:gs pos="100000">
                <a:srgbClr val="846BD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任意多边形: 形状 1126">
            <a:extLst>
              <a:ext uri="{FF2B5EF4-FFF2-40B4-BE49-F238E27FC236}">
                <a16:creationId xmlns:a16="http://schemas.microsoft.com/office/drawing/2014/main" id="{A460FA83-225E-4A7F-A24B-EBBEA8378CB7}"/>
              </a:ext>
            </a:extLst>
          </p:cNvPr>
          <p:cNvSpPr/>
          <p:nvPr/>
        </p:nvSpPr>
        <p:spPr>
          <a:xfrm rot="20017721">
            <a:off x="10605556" y="2323648"/>
            <a:ext cx="7707" cy="7309"/>
          </a:xfrm>
          <a:custGeom>
            <a:avLst/>
            <a:gdLst>
              <a:gd name="connsiteX0" fmla="*/ 3624 w 7707"/>
              <a:gd name="connsiteY0" fmla="*/ 0 h 7309"/>
              <a:gd name="connsiteX1" fmla="*/ 7707 w 7707"/>
              <a:gd name="connsiteY1" fmla="*/ 2025 h 7309"/>
              <a:gd name="connsiteX2" fmla="*/ 0 w 7707"/>
              <a:gd name="connsiteY2" fmla="*/ 7309 h 7309"/>
              <a:gd name="connsiteX3" fmla="*/ 3624 w 7707"/>
              <a:gd name="connsiteY3" fmla="*/ 0 h 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07" h="7309">
                <a:moveTo>
                  <a:pt x="3624" y="0"/>
                </a:moveTo>
                <a:lnTo>
                  <a:pt x="7707" y="2025"/>
                </a:lnTo>
                <a:lnTo>
                  <a:pt x="0" y="7309"/>
                </a:lnTo>
                <a:lnTo>
                  <a:pt x="3624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47" name="任意多边形: 形状 1146">
            <a:extLst>
              <a:ext uri="{FF2B5EF4-FFF2-40B4-BE49-F238E27FC236}">
                <a16:creationId xmlns:a16="http://schemas.microsoft.com/office/drawing/2014/main" id="{6BD278AD-E72C-4ED5-ADB3-12ED1D0513CF}"/>
              </a:ext>
            </a:extLst>
          </p:cNvPr>
          <p:cNvSpPr/>
          <p:nvPr/>
        </p:nvSpPr>
        <p:spPr>
          <a:xfrm>
            <a:off x="10681671" y="2747936"/>
            <a:ext cx="2184" cy="1739"/>
          </a:xfrm>
          <a:custGeom>
            <a:avLst/>
            <a:gdLst>
              <a:gd name="connsiteX0" fmla="*/ 0 w 2184"/>
              <a:gd name="connsiteY0" fmla="*/ 0 h 1739"/>
              <a:gd name="connsiteX1" fmla="*/ 2184 w 2184"/>
              <a:gd name="connsiteY1" fmla="*/ 1739 h 1739"/>
              <a:gd name="connsiteX2" fmla="*/ 1 w 2184"/>
              <a:gd name="connsiteY2" fmla="*/ 1 h 1739"/>
              <a:gd name="connsiteX3" fmla="*/ 0 w 2184"/>
              <a:gd name="connsiteY3" fmla="*/ 0 h 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4" h="1739">
                <a:moveTo>
                  <a:pt x="0" y="0"/>
                </a:moveTo>
                <a:lnTo>
                  <a:pt x="2184" y="1739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49" name="文本框 1148">
            <a:extLst>
              <a:ext uri="{FF2B5EF4-FFF2-40B4-BE49-F238E27FC236}">
                <a16:creationId xmlns:a16="http://schemas.microsoft.com/office/drawing/2014/main" id="{6D328F5A-1666-4C2E-B59D-1185610C0869}"/>
              </a:ext>
            </a:extLst>
          </p:cNvPr>
          <p:cNvSpPr txBox="1"/>
          <p:nvPr/>
        </p:nvSpPr>
        <p:spPr>
          <a:xfrm>
            <a:off x="8813038" y="1462125"/>
            <a:ext cx="1710599" cy="26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variables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74" name="连接符: 肘形 1173">
            <a:extLst>
              <a:ext uri="{FF2B5EF4-FFF2-40B4-BE49-F238E27FC236}">
                <a16:creationId xmlns:a16="http://schemas.microsoft.com/office/drawing/2014/main" id="{55A01E1E-38BC-42EF-A708-B9BBF50F5AA4}"/>
              </a:ext>
            </a:extLst>
          </p:cNvPr>
          <p:cNvCxnSpPr>
            <a:cxnSpLocks/>
            <a:stCxn id="1148" idx="0"/>
            <a:endCxn id="59" idx="0"/>
          </p:cNvCxnSpPr>
          <p:nvPr/>
        </p:nvCxnSpPr>
        <p:spPr>
          <a:xfrm rot="16200000" flipV="1">
            <a:off x="6008862" y="-2201715"/>
            <a:ext cx="363881" cy="6880792"/>
          </a:xfrm>
          <a:prstGeom prst="bentConnector3">
            <a:avLst>
              <a:gd name="adj1" fmla="val 162823"/>
            </a:avLst>
          </a:prstGeom>
          <a:ln w="19050">
            <a:solidFill>
              <a:schemeClr val="tx1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2" name="矩形 1211">
            <a:extLst>
              <a:ext uri="{FF2B5EF4-FFF2-40B4-BE49-F238E27FC236}">
                <a16:creationId xmlns:a16="http://schemas.microsoft.com/office/drawing/2014/main" id="{95D83ABB-2633-4941-B03F-B25CECA6E4D1}"/>
              </a:ext>
            </a:extLst>
          </p:cNvPr>
          <p:cNvSpPr/>
          <p:nvPr/>
        </p:nvSpPr>
        <p:spPr>
          <a:xfrm>
            <a:off x="8717923" y="3129554"/>
            <a:ext cx="1818741" cy="300342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9" name="任意多边形: 形状 1238">
            <a:extLst>
              <a:ext uri="{FF2B5EF4-FFF2-40B4-BE49-F238E27FC236}">
                <a16:creationId xmlns:a16="http://schemas.microsoft.com/office/drawing/2014/main" id="{B095E9F9-B292-40D7-97DB-F03A3A0093F6}"/>
              </a:ext>
            </a:extLst>
          </p:cNvPr>
          <p:cNvSpPr/>
          <p:nvPr/>
        </p:nvSpPr>
        <p:spPr>
          <a:xfrm>
            <a:off x="8708551" y="2894533"/>
            <a:ext cx="1091" cy="394"/>
          </a:xfrm>
          <a:custGeom>
            <a:avLst/>
            <a:gdLst>
              <a:gd name="connsiteX0" fmla="*/ 0 w 1091"/>
              <a:gd name="connsiteY0" fmla="*/ 0 h 394"/>
              <a:gd name="connsiteX1" fmla="*/ 1091 w 1091"/>
              <a:gd name="connsiteY1" fmla="*/ 0 h 394"/>
              <a:gd name="connsiteX2" fmla="*/ 0 w 1091"/>
              <a:gd name="connsiteY2" fmla="*/ 394 h 394"/>
              <a:gd name="connsiteX3" fmla="*/ 0 w 1091"/>
              <a:gd name="connsiteY3" fmla="*/ 0 h 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1" h="394">
                <a:moveTo>
                  <a:pt x="0" y="0"/>
                </a:moveTo>
                <a:lnTo>
                  <a:pt x="1091" y="0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38" name="任意多边形: 形状 1237">
            <a:extLst>
              <a:ext uri="{FF2B5EF4-FFF2-40B4-BE49-F238E27FC236}">
                <a16:creationId xmlns:a16="http://schemas.microsoft.com/office/drawing/2014/main" id="{89202B00-7836-40A9-B3E3-1D82D2750D6A}"/>
              </a:ext>
            </a:extLst>
          </p:cNvPr>
          <p:cNvSpPr/>
          <p:nvPr/>
        </p:nvSpPr>
        <p:spPr>
          <a:xfrm>
            <a:off x="8708551" y="2894533"/>
            <a:ext cx="1828113" cy="231180"/>
          </a:xfrm>
          <a:custGeom>
            <a:avLst/>
            <a:gdLst>
              <a:gd name="connsiteX0" fmla="*/ 551419 w 1828113"/>
              <a:gd name="connsiteY0" fmla="*/ 0 h 231180"/>
              <a:gd name="connsiteX1" fmla="*/ 1459726 w 1828113"/>
              <a:gd name="connsiteY1" fmla="*/ 0 h 231180"/>
              <a:gd name="connsiteX2" fmla="*/ 1461469 w 1828113"/>
              <a:gd name="connsiteY2" fmla="*/ 18992 h 231180"/>
              <a:gd name="connsiteX3" fmla="*/ 1759358 w 1828113"/>
              <a:gd name="connsiteY3" fmla="*/ 192939 h 231180"/>
              <a:gd name="connsiteX4" fmla="*/ 1828113 w 1828113"/>
              <a:gd name="connsiteY4" fmla="*/ 213380 h 231180"/>
              <a:gd name="connsiteX5" fmla="*/ 1828113 w 1828113"/>
              <a:gd name="connsiteY5" fmla="*/ 231180 h 231180"/>
              <a:gd name="connsiteX6" fmla="*/ 0 w 1828113"/>
              <a:gd name="connsiteY6" fmla="*/ 231180 h 231180"/>
              <a:gd name="connsiteX7" fmla="*/ 0 w 1828113"/>
              <a:gd name="connsiteY7" fmla="*/ 225472 h 231180"/>
              <a:gd name="connsiteX8" fmla="*/ 13541 w 1828113"/>
              <a:gd name="connsiteY8" fmla="*/ 223922 h 231180"/>
              <a:gd name="connsiteX9" fmla="*/ 176698 w 1828113"/>
              <a:gd name="connsiteY9" fmla="*/ 189794 h 231180"/>
              <a:gd name="connsiteX10" fmla="*/ 538825 w 1828113"/>
              <a:gd name="connsiteY10" fmla="*/ 18938 h 231180"/>
              <a:gd name="connsiteX11" fmla="*/ 551419 w 1828113"/>
              <a:gd name="connsiteY11" fmla="*/ 0 h 23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113" h="231180">
                <a:moveTo>
                  <a:pt x="551419" y="0"/>
                </a:moveTo>
                <a:lnTo>
                  <a:pt x="1459726" y="0"/>
                </a:lnTo>
                <a:lnTo>
                  <a:pt x="1461469" y="18992"/>
                </a:lnTo>
                <a:cubicBezTo>
                  <a:pt x="1482672" y="71976"/>
                  <a:pt x="1600441" y="140745"/>
                  <a:pt x="1759358" y="192939"/>
                </a:cubicBezTo>
                <a:lnTo>
                  <a:pt x="1828113" y="213380"/>
                </a:lnTo>
                <a:lnTo>
                  <a:pt x="1828113" y="231180"/>
                </a:lnTo>
                <a:lnTo>
                  <a:pt x="0" y="231180"/>
                </a:lnTo>
                <a:lnTo>
                  <a:pt x="0" y="225472"/>
                </a:lnTo>
                <a:lnTo>
                  <a:pt x="13541" y="223922"/>
                </a:lnTo>
                <a:cubicBezTo>
                  <a:pt x="64489" y="216422"/>
                  <a:pt x="119667" y="205051"/>
                  <a:pt x="176698" y="189794"/>
                </a:cubicBezTo>
                <a:cubicBezTo>
                  <a:pt x="347792" y="144024"/>
                  <a:pt x="486974" y="76285"/>
                  <a:pt x="538825" y="18938"/>
                </a:cubicBezTo>
                <a:lnTo>
                  <a:pt x="551419" y="0"/>
                </a:lnTo>
                <a:close/>
              </a:path>
            </a:pathLst>
          </a:custGeom>
          <a:gradFill flip="none" rotWithShape="1">
            <a:gsLst>
              <a:gs pos="100000">
                <a:srgbClr val="846BDF"/>
              </a:gs>
              <a:gs pos="53000">
                <a:srgbClr val="C3B7EF"/>
              </a:gs>
              <a:gs pos="0">
                <a:srgbClr val="E5E0F8">
                  <a:alpha val="79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47" name="组合 1246">
            <a:extLst>
              <a:ext uri="{FF2B5EF4-FFF2-40B4-BE49-F238E27FC236}">
                <a16:creationId xmlns:a16="http://schemas.microsoft.com/office/drawing/2014/main" id="{F09BA66E-E032-462C-AC40-BA9FC2E694F2}"/>
              </a:ext>
            </a:extLst>
          </p:cNvPr>
          <p:cNvGrpSpPr/>
          <p:nvPr/>
        </p:nvGrpSpPr>
        <p:grpSpPr>
          <a:xfrm>
            <a:off x="2945044" y="4886025"/>
            <a:ext cx="1593792" cy="1046833"/>
            <a:chOff x="-118557" y="4339881"/>
            <a:chExt cx="1774288" cy="1046833"/>
          </a:xfrm>
        </p:grpSpPr>
        <p:sp>
          <p:nvSpPr>
            <p:cNvPr id="1246" name="圆柱体 1245">
              <a:extLst>
                <a:ext uri="{FF2B5EF4-FFF2-40B4-BE49-F238E27FC236}">
                  <a16:creationId xmlns:a16="http://schemas.microsoft.com/office/drawing/2014/main" id="{A0A3764E-4D21-4E5A-80C4-2FA20AE3CE51}"/>
                </a:ext>
              </a:extLst>
            </p:cNvPr>
            <p:cNvSpPr/>
            <p:nvPr/>
          </p:nvSpPr>
          <p:spPr>
            <a:xfrm>
              <a:off x="-118557" y="4987998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45" name="圆柱体 1244">
              <a:extLst>
                <a:ext uri="{FF2B5EF4-FFF2-40B4-BE49-F238E27FC236}">
                  <a16:creationId xmlns:a16="http://schemas.microsoft.com/office/drawing/2014/main" id="{FBF1E7B0-4208-4E90-ADAC-7144E6B9EDA5}"/>
                </a:ext>
              </a:extLst>
            </p:cNvPr>
            <p:cNvSpPr/>
            <p:nvPr/>
          </p:nvSpPr>
          <p:spPr>
            <a:xfrm>
              <a:off x="-118557" y="4671062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Replay buffer</a:t>
              </a:r>
            </a:p>
          </p:txBody>
        </p:sp>
        <p:sp>
          <p:nvSpPr>
            <p:cNvPr id="28" name="圆柱体 27">
              <a:extLst>
                <a:ext uri="{FF2B5EF4-FFF2-40B4-BE49-F238E27FC236}">
                  <a16:creationId xmlns:a16="http://schemas.microsoft.com/office/drawing/2014/main" id="{CF8B47EC-FC46-4D46-A5D3-2D0A3993DE56}"/>
                </a:ext>
              </a:extLst>
            </p:cNvPr>
            <p:cNvSpPr/>
            <p:nvPr/>
          </p:nvSpPr>
          <p:spPr>
            <a:xfrm>
              <a:off x="-118557" y="4339881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8" name="矩形 1247">
                <a:extLst>
                  <a:ext uri="{FF2B5EF4-FFF2-40B4-BE49-F238E27FC236}">
                    <a16:creationId xmlns:a16="http://schemas.microsoft.com/office/drawing/2014/main" id="{39CBBC25-F0B8-483E-A821-05248AFA6672}"/>
                  </a:ext>
                </a:extLst>
              </p:cNvPr>
              <p:cNvSpPr/>
              <p:nvPr/>
            </p:nvSpPr>
            <p:spPr>
              <a:xfrm>
                <a:off x="1308293" y="5347035"/>
                <a:ext cx="1577819" cy="32878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48" name="矩形 1247">
                <a:extLst>
                  <a:ext uri="{FF2B5EF4-FFF2-40B4-BE49-F238E27FC236}">
                    <a16:creationId xmlns:a16="http://schemas.microsoft.com/office/drawing/2014/main" id="{39CBBC25-F0B8-483E-A821-05248AFA6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293" y="5347035"/>
                <a:ext cx="1577819" cy="328784"/>
              </a:xfrm>
              <a:prstGeom prst="rect">
                <a:avLst/>
              </a:prstGeom>
              <a:blipFill>
                <a:blip r:embed="rId48"/>
                <a:stretch>
                  <a:fillRect b="-1228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" name="文本框 1248">
                <a:extLst>
                  <a:ext uri="{FF2B5EF4-FFF2-40B4-BE49-F238E27FC236}">
                    <a16:creationId xmlns:a16="http://schemas.microsoft.com/office/drawing/2014/main" id="{49CEE023-1E1F-4374-A28B-168E2F394F80}"/>
                  </a:ext>
                </a:extLst>
              </p:cNvPr>
              <p:cNvSpPr txBox="1"/>
              <p:nvPr/>
            </p:nvSpPr>
            <p:spPr>
              <a:xfrm>
                <a:off x="1262477" y="3795527"/>
                <a:ext cx="6817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249" name="文本框 1248">
                <a:extLst>
                  <a:ext uri="{FF2B5EF4-FFF2-40B4-BE49-F238E27FC236}">
                    <a16:creationId xmlns:a16="http://schemas.microsoft.com/office/drawing/2014/main" id="{49CEE023-1E1F-4374-A28B-168E2F394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477" y="3795527"/>
                <a:ext cx="681742" cy="307777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1" name="直接箭头连接符 1250">
            <a:extLst>
              <a:ext uri="{FF2B5EF4-FFF2-40B4-BE49-F238E27FC236}">
                <a16:creationId xmlns:a16="http://schemas.microsoft.com/office/drawing/2014/main" id="{7497776E-F0C3-4BB5-A1A7-0CE803D194BD}"/>
              </a:ext>
            </a:extLst>
          </p:cNvPr>
          <p:cNvCxnSpPr/>
          <p:nvPr/>
        </p:nvCxnSpPr>
        <p:spPr>
          <a:xfrm>
            <a:off x="1960120" y="3070267"/>
            <a:ext cx="0" cy="22511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3" name="直接连接符 1252">
            <a:extLst>
              <a:ext uri="{FF2B5EF4-FFF2-40B4-BE49-F238E27FC236}">
                <a16:creationId xmlns:a16="http://schemas.microsoft.com/office/drawing/2014/main" id="{E9510BBA-0DF0-4FFF-B40A-A805AD50FAF9}"/>
              </a:ext>
            </a:extLst>
          </p:cNvPr>
          <p:cNvCxnSpPr/>
          <p:nvPr/>
        </p:nvCxnSpPr>
        <p:spPr>
          <a:xfrm>
            <a:off x="2643416" y="3063590"/>
            <a:ext cx="7301" cy="11224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5" name="直接箭头连接符 1254">
            <a:extLst>
              <a:ext uri="{FF2B5EF4-FFF2-40B4-BE49-F238E27FC236}">
                <a16:creationId xmlns:a16="http://schemas.microsoft.com/office/drawing/2014/main" id="{A80BCA1F-9326-437A-9446-2F27D1C57516}"/>
              </a:ext>
            </a:extLst>
          </p:cNvPr>
          <p:cNvCxnSpPr/>
          <p:nvPr/>
        </p:nvCxnSpPr>
        <p:spPr>
          <a:xfrm>
            <a:off x="2631716" y="4699347"/>
            <a:ext cx="0" cy="6359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3" name="直接连接符 1272">
            <a:extLst>
              <a:ext uri="{FF2B5EF4-FFF2-40B4-BE49-F238E27FC236}">
                <a16:creationId xmlns:a16="http://schemas.microsoft.com/office/drawing/2014/main" id="{A9B2A3D3-B5E4-4296-B37E-CCDDC3CFA41B}"/>
              </a:ext>
            </a:extLst>
          </p:cNvPr>
          <p:cNvCxnSpPr/>
          <p:nvPr/>
        </p:nvCxnSpPr>
        <p:spPr>
          <a:xfrm flipV="1">
            <a:off x="4624253" y="5841196"/>
            <a:ext cx="1480262" cy="9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1" name="直接连接符 1290">
            <a:extLst>
              <a:ext uri="{FF2B5EF4-FFF2-40B4-BE49-F238E27FC236}">
                <a16:creationId xmlns:a16="http://schemas.microsoft.com/office/drawing/2014/main" id="{B59840E4-8038-49C6-BF8B-83F501011674}"/>
              </a:ext>
            </a:extLst>
          </p:cNvPr>
          <p:cNvCxnSpPr>
            <a:cxnSpLocks/>
          </p:cNvCxnSpPr>
          <p:nvPr/>
        </p:nvCxnSpPr>
        <p:spPr>
          <a:xfrm>
            <a:off x="5130628" y="3782003"/>
            <a:ext cx="0" cy="4188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6" name="连接符: 肘形 1295">
            <a:extLst>
              <a:ext uri="{FF2B5EF4-FFF2-40B4-BE49-F238E27FC236}">
                <a16:creationId xmlns:a16="http://schemas.microsoft.com/office/drawing/2014/main" id="{C480108B-38E3-4F0D-9562-EB034FE35494}"/>
              </a:ext>
            </a:extLst>
          </p:cNvPr>
          <p:cNvCxnSpPr>
            <a:stCxn id="2" idx="3"/>
          </p:cNvCxnSpPr>
          <p:nvPr/>
        </p:nvCxnSpPr>
        <p:spPr>
          <a:xfrm flipV="1">
            <a:off x="5580216" y="2731536"/>
            <a:ext cx="678753" cy="6917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0" name="连接符: 肘形 1299">
            <a:extLst>
              <a:ext uri="{FF2B5EF4-FFF2-40B4-BE49-F238E27FC236}">
                <a16:creationId xmlns:a16="http://schemas.microsoft.com/office/drawing/2014/main" id="{AEDA5E26-F823-4FF6-A4B9-4A9C91EE492B}"/>
              </a:ext>
            </a:extLst>
          </p:cNvPr>
          <p:cNvCxnSpPr>
            <a:cxnSpLocks/>
          </p:cNvCxnSpPr>
          <p:nvPr/>
        </p:nvCxnSpPr>
        <p:spPr>
          <a:xfrm flipV="1">
            <a:off x="4624253" y="3043791"/>
            <a:ext cx="1634716" cy="505208"/>
          </a:xfrm>
          <a:prstGeom prst="bentConnector3">
            <a:avLst>
              <a:gd name="adj1" fmla="val -11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5" name="连接符: 肘形 1304">
            <a:extLst>
              <a:ext uri="{FF2B5EF4-FFF2-40B4-BE49-F238E27FC236}">
                <a16:creationId xmlns:a16="http://schemas.microsoft.com/office/drawing/2014/main" id="{A80D41E6-67B2-4AF6-ACF8-6B150735E7FA}"/>
              </a:ext>
            </a:extLst>
          </p:cNvPr>
          <p:cNvCxnSpPr>
            <a:stCxn id="1248" idx="2"/>
            <a:endCxn id="1246" idx="3"/>
          </p:cNvCxnSpPr>
          <p:nvPr/>
        </p:nvCxnSpPr>
        <p:spPr>
          <a:xfrm rot="16200000" flipH="1">
            <a:off x="2791052" y="4981969"/>
            <a:ext cx="257039" cy="1644737"/>
          </a:xfrm>
          <a:prstGeom prst="bentConnector3">
            <a:avLst>
              <a:gd name="adj1" fmla="val 17411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3713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018FF0D-67BF-4C4A-AF78-ABB9C7512FFB}"/>
              </a:ext>
            </a:extLst>
          </p:cNvPr>
          <p:cNvSpPr/>
          <p:nvPr/>
        </p:nvSpPr>
        <p:spPr>
          <a:xfrm>
            <a:off x="4556530" y="745678"/>
            <a:ext cx="4005720" cy="5321719"/>
          </a:xfrm>
          <a:prstGeom prst="roundRect">
            <a:avLst>
              <a:gd name="adj" fmla="val 3632"/>
            </a:avLst>
          </a:prstGeom>
          <a:solidFill>
            <a:srgbClr val="E3F4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148" name="矩形 1147">
            <a:extLst>
              <a:ext uri="{FF2B5EF4-FFF2-40B4-BE49-F238E27FC236}">
                <a16:creationId xmlns:a16="http://schemas.microsoft.com/office/drawing/2014/main" id="{7CD17DAD-BAA3-4D25-988A-4E7F073F545A}"/>
              </a:ext>
            </a:extLst>
          </p:cNvPr>
          <p:cNvSpPr/>
          <p:nvPr/>
        </p:nvSpPr>
        <p:spPr>
          <a:xfrm>
            <a:off x="8725731" y="1420621"/>
            <a:ext cx="1810933" cy="156848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111" name="矩形: 圆角 1110">
            <a:extLst>
              <a:ext uri="{FF2B5EF4-FFF2-40B4-BE49-F238E27FC236}">
                <a16:creationId xmlns:a16="http://schemas.microsoft.com/office/drawing/2014/main" id="{126D56F0-3CB2-42A7-995B-C0D2E066A436}"/>
              </a:ext>
            </a:extLst>
          </p:cNvPr>
          <p:cNvSpPr/>
          <p:nvPr/>
        </p:nvSpPr>
        <p:spPr>
          <a:xfrm>
            <a:off x="8805458" y="4720816"/>
            <a:ext cx="1693947" cy="1367240"/>
          </a:xfrm>
          <a:prstGeom prst="roundRect">
            <a:avLst>
              <a:gd name="adj" fmla="val 9549"/>
            </a:avLst>
          </a:prstGeom>
          <a:solidFill>
            <a:srgbClr val="E5E0F8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101" name="矩形: 圆角 1100">
            <a:extLst>
              <a:ext uri="{FF2B5EF4-FFF2-40B4-BE49-F238E27FC236}">
                <a16:creationId xmlns:a16="http://schemas.microsoft.com/office/drawing/2014/main" id="{1C02AE47-5C5A-49EF-A04F-1682BAF17562}"/>
              </a:ext>
            </a:extLst>
          </p:cNvPr>
          <p:cNvSpPr/>
          <p:nvPr/>
        </p:nvSpPr>
        <p:spPr>
          <a:xfrm>
            <a:off x="8813038" y="3183068"/>
            <a:ext cx="1686367" cy="1355573"/>
          </a:xfrm>
          <a:prstGeom prst="roundRect">
            <a:avLst>
              <a:gd name="adj" fmla="val 9549"/>
            </a:avLst>
          </a:prstGeom>
          <a:solidFill>
            <a:srgbClr val="E5E0F8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095" name="矩形: 圆角 1094">
            <a:extLst>
              <a:ext uri="{FF2B5EF4-FFF2-40B4-BE49-F238E27FC236}">
                <a16:creationId xmlns:a16="http://schemas.microsoft.com/office/drawing/2014/main" id="{1BF8AFD6-AFEB-420B-9816-630CBBD1354A}"/>
              </a:ext>
            </a:extLst>
          </p:cNvPr>
          <p:cNvSpPr/>
          <p:nvPr/>
        </p:nvSpPr>
        <p:spPr>
          <a:xfrm>
            <a:off x="4756801" y="1210628"/>
            <a:ext cx="1044074" cy="1428715"/>
          </a:xfrm>
          <a:prstGeom prst="roundRect">
            <a:avLst>
              <a:gd name="adj" fmla="val 9549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9712FB82-D613-4AAC-B333-FBFF2C2C3DBD}"/>
              </a:ext>
            </a:extLst>
          </p:cNvPr>
          <p:cNvCxnSpPr>
            <a:cxnSpLocks/>
          </p:cNvCxnSpPr>
          <p:nvPr/>
        </p:nvCxnSpPr>
        <p:spPr>
          <a:xfrm flipV="1">
            <a:off x="7471491" y="5231298"/>
            <a:ext cx="259895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1F3F7992-2B0D-4E59-B9DD-5DF025CF8E6F}"/>
              </a:ext>
            </a:extLst>
          </p:cNvPr>
          <p:cNvCxnSpPr>
            <a:cxnSpLocks/>
          </p:cNvCxnSpPr>
          <p:nvPr/>
        </p:nvCxnSpPr>
        <p:spPr>
          <a:xfrm flipV="1">
            <a:off x="5623984" y="5231298"/>
            <a:ext cx="297227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28CEC3D-40F4-43A7-BDF3-E3146C818319}"/>
              </a:ext>
            </a:extLst>
          </p:cNvPr>
          <p:cNvGrpSpPr/>
          <p:nvPr/>
        </p:nvGrpSpPr>
        <p:grpSpPr>
          <a:xfrm>
            <a:off x="2903455" y="3251618"/>
            <a:ext cx="1353567" cy="505541"/>
            <a:chOff x="7035800" y="5591454"/>
            <a:chExt cx="2540000" cy="755650"/>
          </a:xfrm>
          <a:solidFill>
            <a:srgbClr val="BB6B57">
              <a:alpha val="86000"/>
            </a:srgbClr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7505C65-DD6A-4FD9-9292-0064228BB269}"/>
                </a:ext>
              </a:extLst>
            </p:cNvPr>
            <p:cNvSpPr/>
            <p:nvPr/>
          </p:nvSpPr>
          <p:spPr>
            <a:xfrm>
              <a:off x="7188200" y="572480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27AD60D-7357-42BD-9E7E-368254EDF1B6}"/>
                </a:ext>
              </a:extLst>
            </p:cNvPr>
            <p:cNvSpPr/>
            <p:nvPr/>
          </p:nvSpPr>
          <p:spPr>
            <a:xfrm>
              <a:off x="7035800" y="559145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DD018E0B-78CE-4B4F-AD76-DCD05FF34DDC}"/>
              </a:ext>
            </a:extLst>
          </p:cNvPr>
          <p:cNvSpPr/>
          <p:nvPr/>
        </p:nvSpPr>
        <p:spPr>
          <a:xfrm>
            <a:off x="4914918" y="1837945"/>
            <a:ext cx="702048" cy="25338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2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S(n)</a:t>
            </a:r>
            <a:endParaRPr lang="zh-CN" altLang="en-US" sz="12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9D54FCF-A491-4D88-907E-D860AFF6B9FE}"/>
              </a:ext>
            </a:extLst>
          </p:cNvPr>
          <p:cNvSpPr txBox="1"/>
          <p:nvPr/>
        </p:nvSpPr>
        <p:spPr>
          <a:xfrm>
            <a:off x="4833954" y="1243481"/>
            <a:ext cx="91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State </a:t>
            </a:r>
            <a:endParaRPr lang="zh-CN" altLang="en-US" sz="1600" b="1" i="1" dirty="0">
              <a:solidFill>
                <a:srgbClr val="333333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ECA90B73-5AF7-4B38-9E3B-E28E609D245E}"/>
              </a:ext>
            </a:extLst>
          </p:cNvPr>
          <p:cNvCxnSpPr>
            <a:cxnSpLocks/>
          </p:cNvCxnSpPr>
          <p:nvPr/>
        </p:nvCxnSpPr>
        <p:spPr>
          <a:xfrm flipV="1">
            <a:off x="3517494" y="3768386"/>
            <a:ext cx="0" cy="11288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>
            <a:extLst>
              <a:ext uri="{FF2B5EF4-FFF2-40B4-BE49-F238E27FC236}">
                <a16:creationId xmlns:a16="http://schemas.microsoft.com/office/drawing/2014/main" id="{A2E2E6CC-356B-4E20-96EF-DDC4139E6900}"/>
              </a:ext>
            </a:extLst>
          </p:cNvPr>
          <p:cNvSpPr txBox="1"/>
          <p:nvPr/>
        </p:nvSpPr>
        <p:spPr>
          <a:xfrm>
            <a:off x="3478142" y="4156764"/>
            <a:ext cx="1242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Sample
mini-batch</a:t>
            </a:r>
            <a:endParaRPr lang="zh-CN" altLang="en-US" sz="1400" i="1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0ECA95-0B23-4665-98A3-5C06000BE974}"/>
              </a:ext>
            </a:extLst>
          </p:cNvPr>
          <p:cNvSpPr/>
          <p:nvPr/>
        </p:nvSpPr>
        <p:spPr>
          <a:xfrm>
            <a:off x="4694031" y="3287562"/>
            <a:ext cx="892168" cy="271477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Policy loss</a:t>
            </a:r>
            <a:endParaRPr lang="zh-CN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E28AAE-283D-4333-943E-7861D0DF695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5135203" y="3559039"/>
            <a:ext cx="4912" cy="2358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D86A76E9-9D48-4630-8627-38FE55663D2B}"/>
              </a:ext>
            </a:extLst>
          </p:cNvPr>
          <p:cNvSpPr txBox="1"/>
          <p:nvPr/>
        </p:nvSpPr>
        <p:spPr>
          <a:xfrm>
            <a:off x="5890164" y="5243199"/>
            <a:ext cx="68217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</a:p>
          <a:p>
            <a:pPr>
              <a:lnSpc>
                <a:spcPct val="80000"/>
              </a:lnSpc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F3E973E8-6F8A-4D80-8F62-0042395CB5B1}"/>
              </a:ext>
            </a:extLst>
          </p:cNvPr>
          <p:cNvSpPr txBox="1"/>
          <p:nvPr/>
        </p:nvSpPr>
        <p:spPr>
          <a:xfrm>
            <a:off x="7758520" y="5274891"/>
            <a:ext cx="74662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</a:p>
          <a:p>
            <a:pPr>
              <a:lnSpc>
                <a:spcPct val="80000"/>
              </a:lnSpc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lang="zh-CN" alt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010A183D-D9FE-490E-AA60-E0B32C383E5D}"/>
              </a:ext>
            </a:extLst>
          </p:cNvPr>
          <p:cNvSpPr/>
          <p:nvPr/>
        </p:nvSpPr>
        <p:spPr>
          <a:xfrm>
            <a:off x="6470847" y="3293167"/>
            <a:ext cx="902167" cy="264993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Critic loss</a:t>
            </a:r>
            <a:endParaRPr lang="zh-CN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311" name="连接符: 肘形 310">
            <a:extLst>
              <a:ext uri="{FF2B5EF4-FFF2-40B4-BE49-F238E27FC236}">
                <a16:creationId xmlns:a16="http://schemas.microsoft.com/office/drawing/2014/main" id="{22ED641A-85D3-4357-85F9-35F72F8EFF29}"/>
              </a:ext>
            </a:extLst>
          </p:cNvPr>
          <p:cNvCxnSpPr>
            <a:cxnSpLocks/>
            <a:stCxn id="298" idx="0"/>
            <a:endCxn id="313" idx="2"/>
          </p:cNvCxnSpPr>
          <p:nvPr/>
        </p:nvCxnSpPr>
        <p:spPr>
          <a:xfrm rot="5400000" flipH="1" flipV="1">
            <a:off x="6163874" y="3108408"/>
            <a:ext cx="308305" cy="120781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连接符: 肘形 321">
            <a:extLst>
              <a:ext uri="{FF2B5EF4-FFF2-40B4-BE49-F238E27FC236}">
                <a16:creationId xmlns:a16="http://schemas.microsoft.com/office/drawing/2014/main" id="{E772327F-F1AD-4369-811C-D01D18E902AE}"/>
              </a:ext>
            </a:extLst>
          </p:cNvPr>
          <p:cNvCxnSpPr>
            <a:cxnSpLocks/>
            <a:stCxn id="990" idx="0"/>
          </p:cNvCxnSpPr>
          <p:nvPr/>
        </p:nvCxnSpPr>
        <p:spPr>
          <a:xfrm rot="16200000" flipV="1">
            <a:off x="7172243" y="3459996"/>
            <a:ext cx="178435" cy="686816"/>
          </a:xfrm>
          <a:prstGeom prst="bentConnector2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B16B1EBF-61E8-411F-91A0-B64DD644D671}"/>
              </a:ext>
            </a:extLst>
          </p:cNvPr>
          <p:cNvCxnSpPr>
            <a:cxnSpLocks/>
          </p:cNvCxnSpPr>
          <p:nvPr/>
        </p:nvCxnSpPr>
        <p:spPr>
          <a:xfrm>
            <a:off x="5129220" y="5669101"/>
            <a:ext cx="18869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5F5C2BAA-2B33-47E0-AC97-6281963C7234}"/>
              </a:ext>
            </a:extLst>
          </p:cNvPr>
          <p:cNvCxnSpPr>
            <a:cxnSpLocks/>
          </p:cNvCxnSpPr>
          <p:nvPr/>
        </p:nvCxnSpPr>
        <p:spPr>
          <a:xfrm flipV="1">
            <a:off x="5133574" y="5524231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ECF9B894-D08C-4930-8C2D-A8B19D9BD6D7}"/>
              </a:ext>
            </a:extLst>
          </p:cNvPr>
          <p:cNvCxnSpPr>
            <a:cxnSpLocks/>
          </p:cNvCxnSpPr>
          <p:nvPr/>
        </p:nvCxnSpPr>
        <p:spPr>
          <a:xfrm flipV="1">
            <a:off x="7011362" y="5521643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连接符: 肘形 349">
            <a:extLst>
              <a:ext uri="{FF2B5EF4-FFF2-40B4-BE49-F238E27FC236}">
                <a16:creationId xmlns:a16="http://schemas.microsoft.com/office/drawing/2014/main" id="{AD926929-B8A3-4928-B662-4CC7DFB82B79}"/>
              </a:ext>
            </a:extLst>
          </p:cNvPr>
          <p:cNvCxnSpPr>
            <a:cxnSpLocks/>
            <a:stCxn id="313" idx="0"/>
          </p:cNvCxnSpPr>
          <p:nvPr/>
        </p:nvCxnSpPr>
        <p:spPr>
          <a:xfrm rot="16200000" flipH="1">
            <a:off x="6389798" y="3825299"/>
            <a:ext cx="2548029" cy="1483764"/>
          </a:xfrm>
          <a:prstGeom prst="bentConnector3">
            <a:avLst>
              <a:gd name="adj1" fmla="val -897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A72FC778-03AE-423C-8D18-35250E74A97B}"/>
              </a:ext>
            </a:extLst>
          </p:cNvPr>
          <p:cNvCxnSpPr>
            <a:cxnSpLocks/>
          </p:cNvCxnSpPr>
          <p:nvPr/>
        </p:nvCxnSpPr>
        <p:spPr>
          <a:xfrm rot="10800000">
            <a:off x="6072672" y="5671276"/>
            <a:ext cx="2326936" cy="169921"/>
          </a:xfrm>
          <a:prstGeom prst="bentConnector3">
            <a:avLst>
              <a:gd name="adj1" fmla="val 9871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连接符: 肘形 372">
            <a:extLst>
              <a:ext uri="{FF2B5EF4-FFF2-40B4-BE49-F238E27FC236}">
                <a16:creationId xmlns:a16="http://schemas.microsoft.com/office/drawing/2014/main" id="{2604C5D5-1CDD-468D-9B3E-0DEF935646F9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257024" y="3548999"/>
            <a:ext cx="367229" cy="230145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文本框 434">
            <a:extLst>
              <a:ext uri="{FF2B5EF4-FFF2-40B4-BE49-F238E27FC236}">
                <a16:creationId xmlns:a16="http://schemas.microsoft.com/office/drawing/2014/main" id="{407CB25C-8DAE-44D7-9371-7A94B6B6B7C3}"/>
              </a:ext>
            </a:extLst>
          </p:cNvPr>
          <p:cNvSpPr txBox="1"/>
          <p:nvPr/>
        </p:nvSpPr>
        <p:spPr>
          <a:xfrm>
            <a:off x="4740839" y="3036386"/>
            <a:ext cx="1557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i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Policy update</a:t>
            </a:r>
            <a:endParaRPr lang="zh-CN" altLang="en-US" sz="1300" i="1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96698C11-1416-41E5-A9A3-8F5B5A7ECECA}"/>
              </a:ext>
            </a:extLst>
          </p:cNvPr>
          <p:cNvSpPr txBox="1"/>
          <p:nvPr/>
        </p:nvSpPr>
        <p:spPr>
          <a:xfrm>
            <a:off x="7073515" y="3049926"/>
            <a:ext cx="15621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Critic update</a:t>
            </a:r>
            <a:endParaRPr lang="zh-CN" altLang="en-US" sz="1300" i="1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172" name="组合 1171">
            <a:extLst>
              <a:ext uri="{FF2B5EF4-FFF2-40B4-BE49-F238E27FC236}">
                <a16:creationId xmlns:a16="http://schemas.microsoft.com/office/drawing/2014/main" id="{00456A3F-7B50-4727-A6C4-618229887536}"/>
              </a:ext>
            </a:extLst>
          </p:cNvPr>
          <p:cNvGrpSpPr/>
          <p:nvPr/>
        </p:nvGrpSpPr>
        <p:grpSpPr>
          <a:xfrm>
            <a:off x="2126600" y="4189414"/>
            <a:ext cx="1168595" cy="553998"/>
            <a:chOff x="-533025" y="3725835"/>
            <a:chExt cx="1168595" cy="553998"/>
          </a:xfrm>
        </p:grpSpPr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EBE42E87-1D49-4376-8144-AF7341297A37}"/>
                </a:ext>
              </a:extLst>
            </p:cNvPr>
            <p:cNvSpPr/>
            <p:nvPr/>
          </p:nvSpPr>
          <p:spPr>
            <a:xfrm>
              <a:off x="-533025" y="3732274"/>
              <a:ext cx="1109486" cy="4904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9" name="文本框 428">
              <a:extLst>
                <a:ext uri="{FF2B5EF4-FFF2-40B4-BE49-F238E27FC236}">
                  <a16:creationId xmlns:a16="http://schemas.microsoft.com/office/drawing/2014/main" id="{427B2469-BD5A-4140-827D-3470BA3B1B7E}"/>
                </a:ext>
              </a:extLst>
            </p:cNvPr>
            <p:cNvSpPr txBox="1"/>
            <p:nvPr/>
          </p:nvSpPr>
          <p:spPr>
            <a:xfrm>
              <a:off x="-176018" y="3725835"/>
              <a:ext cx="8115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Priority
reward</a:t>
              </a:r>
              <a:endParaRPr kumimoji="0" lang="zh-CN" altLang="en-US" sz="15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53025229-1BC5-4531-823E-6A7F55945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91335" y="3770811"/>
              <a:ext cx="407078" cy="407078"/>
            </a:xfrm>
            <a:prstGeom prst="rect">
              <a:avLst/>
            </a:prstGeom>
            <a:effectLst>
              <a:outerShdw blurRad="25400" dist="38100" dir="2700000" sx="92000" sy="92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019B2B4E-ED64-4EC6-A7F6-7D87FDE87363}"/>
                  </a:ext>
                </a:extLst>
              </p:cNvPr>
              <p:cNvSpPr/>
              <p:nvPr/>
            </p:nvSpPr>
            <p:spPr>
              <a:xfrm>
                <a:off x="7728180" y="1787127"/>
                <a:ext cx="779903" cy="221363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16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endParaRPr lang="zh-CN" altLang="en-US" sz="12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019B2B4E-ED64-4EC6-A7F6-7D87FDE87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180" y="1787127"/>
                <a:ext cx="779903" cy="2213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8DE1787-6766-40A6-84CC-63E44568B317}"/>
                  </a:ext>
                </a:extLst>
              </p:cNvPr>
              <p:cNvSpPr/>
              <p:nvPr/>
            </p:nvSpPr>
            <p:spPr>
              <a:xfrm>
                <a:off x="7726407" y="2093263"/>
                <a:ext cx="787052" cy="223392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1600" b="0" i="1" baseline="-25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1200" i="1" baseline="-25000" dirty="0">
                  <a:ln>
                    <a:noFill/>
                  </a:ln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8DE1787-6766-40A6-84CC-63E44568B3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407" y="2093263"/>
                <a:ext cx="787052" cy="223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文本框 233">
            <a:extLst>
              <a:ext uri="{FF2B5EF4-FFF2-40B4-BE49-F238E27FC236}">
                <a16:creationId xmlns:a16="http://schemas.microsoft.com/office/drawing/2014/main" id="{B98BAC2B-8471-44D4-B113-3E3F1B682A11}"/>
              </a:ext>
            </a:extLst>
          </p:cNvPr>
          <p:cNvSpPr txBox="1"/>
          <p:nvPr/>
        </p:nvSpPr>
        <p:spPr>
          <a:xfrm>
            <a:off x="7597065" y="1305993"/>
            <a:ext cx="1069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7F3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Action</a:t>
            </a:r>
            <a:endParaRPr lang="zh-CN" altLang="en-US" sz="1400" b="1" i="1" dirty="0">
              <a:solidFill>
                <a:srgbClr val="7F3F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60" name="图片 459">
            <a:extLst>
              <a:ext uri="{FF2B5EF4-FFF2-40B4-BE49-F238E27FC236}">
                <a16:creationId xmlns:a16="http://schemas.microsoft.com/office/drawing/2014/main" id="{35ADAF99-553D-4BE3-BF8F-D32ECB160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9" y="3884901"/>
            <a:ext cx="471663" cy="471663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22F9084B-E734-4F1B-8303-A9F700A66F24}"/>
              </a:ext>
            </a:extLst>
          </p:cNvPr>
          <p:cNvGrpSpPr/>
          <p:nvPr/>
        </p:nvGrpSpPr>
        <p:grpSpPr>
          <a:xfrm>
            <a:off x="6171573" y="1197905"/>
            <a:ext cx="1252912" cy="1547629"/>
            <a:chOff x="5568389" y="1642752"/>
            <a:chExt cx="1252912" cy="1547629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62FB98E-150D-452E-AEEE-28C27CCE5A85}"/>
                </a:ext>
              </a:extLst>
            </p:cNvPr>
            <p:cNvSpPr/>
            <p:nvPr/>
          </p:nvSpPr>
          <p:spPr>
            <a:xfrm>
              <a:off x="5568389" y="1643979"/>
              <a:ext cx="1252912" cy="1546402"/>
            </a:xfrm>
            <a:prstGeom prst="roundRect">
              <a:avLst>
                <a:gd name="adj" fmla="val 6874"/>
              </a:avLst>
            </a:prstGeom>
            <a:solidFill>
              <a:srgbClr val="EFB285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F3D8A05-764C-440D-B217-ADD2C575563C}"/>
                </a:ext>
              </a:extLst>
            </p:cNvPr>
            <p:cNvSpPr txBox="1"/>
            <p:nvPr/>
          </p:nvSpPr>
          <p:spPr>
            <a:xfrm>
              <a:off x="5647164" y="1642752"/>
              <a:ext cx="10871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7F3F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Actor network</a:t>
              </a:r>
            </a:p>
          </p:txBody>
        </p:sp>
        <p:grpSp>
          <p:nvGrpSpPr>
            <p:cNvPr id="560" name="组合 559">
              <a:extLst>
                <a:ext uri="{FF2B5EF4-FFF2-40B4-BE49-F238E27FC236}">
                  <a16:creationId xmlns:a16="http://schemas.microsoft.com/office/drawing/2014/main" id="{6F08D9CD-3125-488E-9E1F-AE850B62D93A}"/>
                </a:ext>
              </a:extLst>
            </p:cNvPr>
            <p:cNvGrpSpPr/>
            <p:nvPr/>
          </p:nvGrpSpPr>
          <p:grpSpPr>
            <a:xfrm>
              <a:off x="5755378" y="1913586"/>
              <a:ext cx="870731" cy="1230730"/>
              <a:chOff x="3074124" y="1974065"/>
              <a:chExt cx="1992038" cy="2815638"/>
            </a:xfrm>
          </p:grpSpPr>
          <p:sp>
            <p:nvSpPr>
              <p:cNvPr id="561" name="椭圆 560">
                <a:extLst>
                  <a:ext uri="{FF2B5EF4-FFF2-40B4-BE49-F238E27FC236}">
                    <a16:creationId xmlns:a16="http://schemas.microsoft.com/office/drawing/2014/main" id="{73B94F5A-B520-4158-9F9F-A832E06D43B5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2" name="椭圆 561">
                <a:extLst>
                  <a:ext uri="{FF2B5EF4-FFF2-40B4-BE49-F238E27FC236}">
                    <a16:creationId xmlns:a16="http://schemas.microsoft.com/office/drawing/2014/main" id="{4BD991C1-24BF-44F4-ACBF-9125DD6469EC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3" name="椭圆 562">
                <a:extLst>
                  <a:ext uri="{FF2B5EF4-FFF2-40B4-BE49-F238E27FC236}">
                    <a16:creationId xmlns:a16="http://schemas.microsoft.com/office/drawing/2014/main" id="{F55DFCB0-9721-461E-BE0A-7DD8414A327D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4" name="椭圆 563">
                <a:extLst>
                  <a:ext uri="{FF2B5EF4-FFF2-40B4-BE49-F238E27FC236}">
                    <a16:creationId xmlns:a16="http://schemas.microsoft.com/office/drawing/2014/main" id="{5DB4EF1C-46B7-418B-B566-6A73139D4EB1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5" name="椭圆 564">
                <a:extLst>
                  <a:ext uri="{FF2B5EF4-FFF2-40B4-BE49-F238E27FC236}">
                    <a16:creationId xmlns:a16="http://schemas.microsoft.com/office/drawing/2014/main" id="{E64C24D3-1EB2-4E8F-9735-60EFF45FAE98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6" name="椭圆 565">
                <a:extLst>
                  <a:ext uri="{FF2B5EF4-FFF2-40B4-BE49-F238E27FC236}">
                    <a16:creationId xmlns:a16="http://schemas.microsoft.com/office/drawing/2014/main" id="{4FCD22C9-708B-4DCC-B1A1-452954E741FD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7" name="椭圆 566">
                <a:extLst>
                  <a:ext uri="{FF2B5EF4-FFF2-40B4-BE49-F238E27FC236}">
                    <a16:creationId xmlns:a16="http://schemas.microsoft.com/office/drawing/2014/main" id="{E97FFAD0-D980-4CCD-B4BA-26EC98057BBA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8" name="椭圆 567">
                <a:extLst>
                  <a:ext uri="{FF2B5EF4-FFF2-40B4-BE49-F238E27FC236}">
                    <a16:creationId xmlns:a16="http://schemas.microsoft.com/office/drawing/2014/main" id="{63904FC8-0773-412E-8068-45B5153F0F42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69" name="椭圆 568">
                <a:extLst>
                  <a:ext uri="{FF2B5EF4-FFF2-40B4-BE49-F238E27FC236}">
                    <a16:creationId xmlns:a16="http://schemas.microsoft.com/office/drawing/2014/main" id="{B9A90906-77B4-44E3-9693-D34C9B2DD0F5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70" name="椭圆 569">
                <a:extLst>
                  <a:ext uri="{FF2B5EF4-FFF2-40B4-BE49-F238E27FC236}">
                    <a16:creationId xmlns:a16="http://schemas.microsoft.com/office/drawing/2014/main" id="{63B12742-FB77-44BD-A470-D00E3E3CC117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71" name="椭圆 570">
                <a:extLst>
                  <a:ext uri="{FF2B5EF4-FFF2-40B4-BE49-F238E27FC236}">
                    <a16:creationId xmlns:a16="http://schemas.microsoft.com/office/drawing/2014/main" id="{DF8BD602-BB60-4985-95F1-4053091C6650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72" name="椭圆 571">
                <a:extLst>
                  <a:ext uri="{FF2B5EF4-FFF2-40B4-BE49-F238E27FC236}">
                    <a16:creationId xmlns:a16="http://schemas.microsoft.com/office/drawing/2014/main" id="{8C8BB521-A01C-4B5F-A0A7-9525D3D9484D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73" name="椭圆 572">
                <a:extLst>
                  <a:ext uri="{FF2B5EF4-FFF2-40B4-BE49-F238E27FC236}">
                    <a16:creationId xmlns:a16="http://schemas.microsoft.com/office/drawing/2014/main" id="{7FA7320D-1172-4E99-A621-0FAFF2AFC039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574" name="椭圆 573">
                <a:extLst>
                  <a:ext uri="{FF2B5EF4-FFF2-40B4-BE49-F238E27FC236}">
                    <a16:creationId xmlns:a16="http://schemas.microsoft.com/office/drawing/2014/main" id="{6F7A6D17-5193-4211-9509-190144C09AC8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cxnSp>
            <p:nvCxnSpPr>
              <p:cNvPr id="575" name="直接连接符 574">
                <a:extLst>
                  <a:ext uri="{FF2B5EF4-FFF2-40B4-BE49-F238E27FC236}">
                    <a16:creationId xmlns:a16="http://schemas.microsoft.com/office/drawing/2014/main" id="{7FCC5E23-3731-4EE7-9929-9ED2C410AFAF}"/>
                  </a:ext>
                </a:extLst>
              </p:cNvPr>
              <p:cNvCxnSpPr>
                <a:cxnSpLocks/>
                <a:stCxn id="561" idx="6"/>
                <a:endCxn id="566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直接连接符 575">
                <a:extLst>
                  <a:ext uri="{FF2B5EF4-FFF2-40B4-BE49-F238E27FC236}">
                    <a16:creationId xmlns:a16="http://schemas.microsoft.com/office/drawing/2014/main" id="{1B20D825-8A21-4DE0-A989-A842F4365B6D}"/>
                  </a:ext>
                </a:extLst>
              </p:cNvPr>
              <p:cNvCxnSpPr>
                <a:cxnSpLocks/>
                <a:stCxn id="561" idx="6"/>
                <a:endCxn id="567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7" name="直接连接符 576">
                <a:extLst>
                  <a:ext uri="{FF2B5EF4-FFF2-40B4-BE49-F238E27FC236}">
                    <a16:creationId xmlns:a16="http://schemas.microsoft.com/office/drawing/2014/main" id="{7732DA36-2FA1-4738-A14A-A747DE31567E}"/>
                  </a:ext>
                </a:extLst>
              </p:cNvPr>
              <p:cNvCxnSpPr>
                <a:cxnSpLocks/>
                <a:stCxn id="561" idx="6"/>
                <a:endCxn id="568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8" name="直接连接符 577">
                <a:extLst>
                  <a:ext uri="{FF2B5EF4-FFF2-40B4-BE49-F238E27FC236}">
                    <a16:creationId xmlns:a16="http://schemas.microsoft.com/office/drawing/2014/main" id="{0B40F6C9-E724-4D8B-86ED-99F99B0AFB24}"/>
                  </a:ext>
                </a:extLst>
              </p:cNvPr>
              <p:cNvCxnSpPr>
                <a:cxnSpLocks/>
                <a:stCxn id="561" idx="6"/>
                <a:endCxn id="569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9" name="直接连接符 578">
                <a:extLst>
                  <a:ext uri="{FF2B5EF4-FFF2-40B4-BE49-F238E27FC236}">
                    <a16:creationId xmlns:a16="http://schemas.microsoft.com/office/drawing/2014/main" id="{8A0060F1-2B0C-4BAF-801A-E7F395B9CEE1}"/>
                  </a:ext>
                </a:extLst>
              </p:cNvPr>
              <p:cNvCxnSpPr>
                <a:cxnSpLocks/>
                <a:stCxn id="561" idx="6"/>
                <a:endCxn id="570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0" name="直接连接符 579">
                <a:extLst>
                  <a:ext uri="{FF2B5EF4-FFF2-40B4-BE49-F238E27FC236}">
                    <a16:creationId xmlns:a16="http://schemas.microsoft.com/office/drawing/2014/main" id="{DC19D688-A390-486F-9929-15A4F80E3EB5}"/>
                  </a:ext>
                </a:extLst>
              </p:cNvPr>
              <p:cNvCxnSpPr>
                <a:cxnSpLocks/>
                <a:stCxn id="562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1" name="直接连接符 580">
                <a:extLst>
                  <a:ext uri="{FF2B5EF4-FFF2-40B4-BE49-F238E27FC236}">
                    <a16:creationId xmlns:a16="http://schemas.microsoft.com/office/drawing/2014/main" id="{B2735E34-0D8B-4B1C-B47B-9FDB5B2B9569}"/>
                  </a:ext>
                </a:extLst>
              </p:cNvPr>
              <p:cNvCxnSpPr>
                <a:cxnSpLocks/>
                <a:stCxn id="562" idx="6"/>
                <a:endCxn id="567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2" name="直接连接符 581">
                <a:extLst>
                  <a:ext uri="{FF2B5EF4-FFF2-40B4-BE49-F238E27FC236}">
                    <a16:creationId xmlns:a16="http://schemas.microsoft.com/office/drawing/2014/main" id="{09BAB084-B513-4534-8E1B-F2F45BFD0A8A}"/>
                  </a:ext>
                </a:extLst>
              </p:cNvPr>
              <p:cNvCxnSpPr>
                <a:cxnSpLocks/>
                <a:stCxn id="562" idx="6"/>
                <a:endCxn id="568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3" name="直接连接符 582">
                <a:extLst>
                  <a:ext uri="{FF2B5EF4-FFF2-40B4-BE49-F238E27FC236}">
                    <a16:creationId xmlns:a16="http://schemas.microsoft.com/office/drawing/2014/main" id="{52F1A59B-A551-404A-9D61-7DCA99EA7E30}"/>
                  </a:ext>
                </a:extLst>
              </p:cNvPr>
              <p:cNvCxnSpPr>
                <a:cxnSpLocks/>
                <a:stCxn id="562" idx="6"/>
                <a:endCxn id="569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4" name="直接连接符 583">
                <a:extLst>
                  <a:ext uri="{FF2B5EF4-FFF2-40B4-BE49-F238E27FC236}">
                    <a16:creationId xmlns:a16="http://schemas.microsoft.com/office/drawing/2014/main" id="{E0822D77-976A-442A-961B-DE505FEA479A}"/>
                  </a:ext>
                </a:extLst>
              </p:cNvPr>
              <p:cNvCxnSpPr>
                <a:cxnSpLocks/>
                <a:stCxn id="562" idx="6"/>
                <a:endCxn id="570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5" name="直接连接符 584">
                <a:extLst>
                  <a:ext uri="{FF2B5EF4-FFF2-40B4-BE49-F238E27FC236}">
                    <a16:creationId xmlns:a16="http://schemas.microsoft.com/office/drawing/2014/main" id="{0A5099D9-7990-4EDC-9875-AECA4156296A}"/>
                  </a:ext>
                </a:extLst>
              </p:cNvPr>
              <p:cNvCxnSpPr>
                <a:cxnSpLocks/>
                <a:stCxn id="563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6" name="直接连接符 585">
                <a:extLst>
                  <a:ext uri="{FF2B5EF4-FFF2-40B4-BE49-F238E27FC236}">
                    <a16:creationId xmlns:a16="http://schemas.microsoft.com/office/drawing/2014/main" id="{9D73D478-2D80-4F55-970B-86AB22095A44}"/>
                  </a:ext>
                </a:extLst>
              </p:cNvPr>
              <p:cNvCxnSpPr>
                <a:cxnSpLocks/>
                <a:stCxn id="563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7" name="直接连接符 586">
                <a:extLst>
                  <a:ext uri="{FF2B5EF4-FFF2-40B4-BE49-F238E27FC236}">
                    <a16:creationId xmlns:a16="http://schemas.microsoft.com/office/drawing/2014/main" id="{5A9DAB80-9A48-4D04-9199-864CF3E2CDF0}"/>
                  </a:ext>
                </a:extLst>
              </p:cNvPr>
              <p:cNvCxnSpPr>
                <a:cxnSpLocks/>
                <a:stCxn id="563" idx="6"/>
                <a:endCxn id="568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8" name="直接连接符 587">
                <a:extLst>
                  <a:ext uri="{FF2B5EF4-FFF2-40B4-BE49-F238E27FC236}">
                    <a16:creationId xmlns:a16="http://schemas.microsoft.com/office/drawing/2014/main" id="{1B4EF492-AD41-4DB3-A1D7-E56761BCDBFB}"/>
                  </a:ext>
                </a:extLst>
              </p:cNvPr>
              <p:cNvCxnSpPr>
                <a:cxnSpLocks/>
                <a:stCxn id="563" idx="6"/>
                <a:endCxn id="569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9" name="直接连接符 588">
                <a:extLst>
                  <a:ext uri="{FF2B5EF4-FFF2-40B4-BE49-F238E27FC236}">
                    <a16:creationId xmlns:a16="http://schemas.microsoft.com/office/drawing/2014/main" id="{27FF03ED-E5CC-41DF-8901-E5EE3DDC2BEE}"/>
                  </a:ext>
                </a:extLst>
              </p:cNvPr>
              <p:cNvCxnSpPr>
                <a:cxnSpLocks/>
                <a:stCxn id="563" idx="6"/>
                <a:endCxn id="570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0" name="直接连接符 589">
                <a:extLst>
                  <a:ext uri="{FF2B5EF4-FFF2-40B4-BE49-F238E27FC236}">
                    <a16:creationId xmlns:a16="http://schemas.microsoft.com/office/drawing/2014/main" id="{BBF1754D-04B2-41CC-91F0-5DE840F39E21}"/>
                  </a:ext>
                </a:extLst>
              </p:cNvPr>
              <p:cNvCxnSpPr>
                <a:cxnSpLocks/>
                <a:stCxn id="564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连接符 590">
                <a:extLst>
                  <a:ext uri="{FF2B5EF4-FFF2-40B4-BE49-F238E27FC236}">
                    <a16:creationId xmlns:a16="http://schemas.microsoft.com/office/drawing/2014/main" id="{4097C1D4-38AD-47EA-85B8-06C060EB1E97}"/>
                  </a:ext>
                </a:extLst>
              </p:cNvPr>
              <p:cNvCxnSpPr>
                <a:cxnSpLocks/>
                <a:stCxn id="564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2" name="直接连接符 591">
                <a:extLst>
                  <a:ext uri="{FF2B5EF4-FFF2-40B4-BE49-F238E27FC236}">
                    <a16:creationId xmlns:a16="http://schemas.microsoft.com/office/drawing/2014/main" id="{4B9B0845-BFC5-41AB-B0C3-1135E91400A4}"/>
                  </a:ext>
                </a:extLst>
              </p:cNvPr>
              <p:cNvCxnSpPr>
                <a:cxnSpLocks/>
                <a:stCxn id="564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3" name="直接连接符 592">
                <a:extLst>
                  <a:ext uri="{FF2B5EF4-FFF2-40B4-BE49-F238E27FC236}">
                    <a16:creationId xmlns:a16="http://schemas.microsoft.com/office/drawing/2014/main" id="{50CD71F3-F520-4034-A68C-A680514AA169}"/>
                  </a:ext>
                </a:extLst>
              </p:cNvPr>
              <p:cNvCxnSpPr>
                <a:cxnSpLocks/>
                <a:stCxn id="564" idx="6"/>
                <a:endCxn id="569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4" name="直接连接符 593">
                <a:extLst>
                  <a:ext uri="{FF2B5EF4-FFF2-40B4-BE49-F238E27FC236}">
                    <a16:creationId xmlns:a16="http://schemas.microsoft.com/office/drawing/2014/main" id="{41B567EE-E3B7-4AD3-AF74-5DAA64065EB9}"/>
                  </a:ext>
                </a:extLst>
              </p:cNvPr>
              <p:cNvCxnSpPr>
                <a:cxnSpLocks/>
                <a:stCxn id="564" idx="6"/>
                <a:endCxn id="570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5" name="直接连接符 594">
                <a:extLst>
                  <a:ext uri="{FF2B5EF4-FFF2-40B4-BE49-F238E27FC236}">
                    <a16:creationId xmlns:a16="http://schemas.microsoft.com/office/drawing/2014/main" id="{1779EFB7-D5BD-4221-ADC4-FD7CECEE8AFA}"/>
                  </a:ext>
                </a:extLst>
              </p:cNvPr>
              <p:cNvCxnSpPr>
                <a:cxnSpLocks/>
                <a:stCxn id="565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6" name="直接连接符 595">
                <a:extLst>
                  <a:ext uri="{FF2B5EF4-FFF2-40B4-BE49-F238E27FC236}">
                    <a16:creationId xmlns:a16="http://schemas.microsoft.com/office/drawing/2014/main" id="{7F72537D-7872-4845-8649-0BE91ED48DB6}"/>
                  </a:ext>
                </a:extLst>
              </p:cNvPr>
              <p:cNvCxnSpPr>
                <a:cxnSpLocks/>
                <a:stCxn id="565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7" name="直接连接符 596">
                <a:extLst>
                  <a:ext uri="{FF2B5EF4-FFF2-40B4-BE49-F238E27FC236}">
                    <a16:creationId xmlns:a16="http://schemas.microsoft.com/office/drawing/2014/main" id="{E6925DF0-F957-4E15-B1CC-B124AE002570}"/>
                  </a:ext>
                </a:extLst>
              </p:cNvPr>
              <p:cNvCxnSpPr>
                <a:cxnSpLocks/>
                <a:stCxn id="565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8" name="直接连接符 597">
                <a:extLst>
                  <a:ext uri="{FF2B5EF4-FFF2-40B4-BE49-F238E27FC236}">
                    <a16:creationId xmlns:a16="http://schemas.microsoft.com/office/drawing/2014/main" id="{A223E827-81A5-4FA9-88E6-09FB0D358F20}"/>
                  </a:ext>
                </a:extLst>
              </p:cNvPr>
              <p:cNvCxnSpPr>
                <a:cxnSpLocks/>
                <a:stCxn id="565" idx="6"/>
                <a:endCxn id="569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9" name="直接连接符 598">
                <a:extLst>
                  <a:ext uri="{FF2B5EF4-FFF2-40B4-BE49-F238E27FC236}">
                    <a16:creationId xmlns:a16="http://schemas.microsoft.com/office/drawing/2014/main" id="{33E3D74E-3BD5-4E44-A59C-0CF2ACC09A22}"/>
                  </a:ext>
                </a:extLst>
              </p:cNvPr>
              <p:cNvCxnSpPr>
                <a:cxnSpLocks/>
                <a:stCxn id="565" idx="6"/>
                <a:endCxn id="570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0" name="直接连接符 599">
                <a:extLst>
                  <a:ext uri="{FF2B5EF4-FFF2-40B4-BE49-F238E27FC236}">
                    <a16:creationId xmlns:a16="http://schemas.microsoft.com/office/drawing/2014/main" id="{45481DBC-2DE3-48FB-9A0B-0FD63E93F956}"/>
                  </a:ext>
                </a:extLst>
              </p:cNvPr>
              <p:cNvCxnSpPr>
                <a:cxnSpLocks/>
                <a:stCxn id="566" idx="6"/>
                <a:endCxn id="571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1" name="直接连接符 600">
                <a:extLst>
                  <a:ext uri="{FF2B5EF4-FFF2-40B4-BE49-F238E27FC236}">
                    <a16:creationId xmlns:a16="http://schemas.microsoft.com/office/drawing/2014/main" id="{C166CC88-C52B-4AD6-9C57-ACC1F2EE6917}"/>
                  </a:ext>
                </a:extLst>
              </p:cNvPr>
              <p:cNvCxnSpPr>
                <a:cxnSpLocks/>
                <a:stCxn id="566" idx="6"/>
                <a:endCxn id="572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2" name="直接连接符 601">
                <a:extLst>
                  <a:ext uri="{FF2B5EF4-FFF2-40B4-BE49-F238E27FC236}">
                    <a16:creationId xmlns:a16="http://schemas.microsoft.com/office/drawing/2014/main" id="{DB6A6084-37F1-45A1-B383-D5993606C278}"/>
                  </a:ext>
                </a:extLst>
              </p:cNvPr>
              <p:cNvCxnSpPr>
                <a:cxnSpLocks/>
                <a:stCxn id="566" idx="6"/>
                <a:endCxn id="573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3" name="直接连接符 602">
                <a:extLst>
                  <a:ext uri="{FF2B5EF4-FFF2-40B4-BE49-F238E27FC236}">
                    <a16:creationId xmlns:a16="http://schemas.microsoft.com/office/drawing/2014/main" id="{739A4F75-6DC6-4168-BED5-390916CB511A}"/>
                  </a:ext>
                </a:extLst>
              </p:cNvPr>
              <p:cNvCxnSpPr>
                <a:cxnSpLocks/>
                <a:stCxn id="566" idx="6"/>
                <a:endCxn id="574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4" name="直接连接符 603">
                <a:extLst>
                  <a:ext uri="{FF2B5EF4-FFF2-40B4-BE49-F238E27FC236}">
                    <a16:creationId xmlns:a16="http://schemas.microsoft.com/office/drawing/2014/main" id="{90EAF91B-9427-475A-A74C-3206FE8B1C2A}"/>
                  </a:ext>
                </a:extLst>
              </p:cNvPr>
              <p:cNvCxnSpPr>
                <a:cxnSpLocks/>
                <a:stCxn id="567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5" name="直接连接符 604">
                <a:extLst>
                  <a:ext uri="{FF2B5EF4-FFF2-40B4-BE49-F238E27FC236}">
                    <a16:creationId xmlns:a16="http://schemas.microsoft.com/office/drawing/2014/main" id="{F9A9D021-992D-4F12-B724-BAB7F93EE56A}"/>
                  </a:ext>
                </a:extLst>
              </p:cNvPr>
              <p:cNvCxnSpPr>
                <a:cxnSpLocks/>
                <a:stCxn id="567" idx="6"/>
                <a:endCxn id="572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6" name="直接连接符 605">
                <a:extLst>
                  <a:ext uri="{FF2B5EF4-FFF2-40B4-BE49-F238E27FC236}">
                    <a16:creationId xmlns:a16="http://schemas.microsoft.com/office/drawing/2014/main" id="{E33F6F72-1A75-445F-9215-72A2C22795B3}"/>
                  </a:ext>
                </a:extLst>
              </p:cNvPr>
              <p:cNvCxnSpPr>
                <a:cxnSpLocks/>
                <a:stCxn id="567" idx="6"/>
                <a:endCxn id="573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7" name="直接连接符 606">
                <a:extLst>
                  <a:ext uri="{FF2B5EF4-FFF2-40B4-BE49-F238E27FC236}">
                    <a16:creationId xmlns:a16="http://schemas.microsoft.com/office/drawing/2014/main" id="{4020EC61-0511-4168-ADDF-27CAB43A8F19}"/>
                  </a:ext>
                </a:extLst>
              </p:cNvPr>
              <p:cNvCxnSpPr>
                <a:cxnSpLocks/>
                <a:stCxn id="567" idx="6"/>
                <a:endCxn id="574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8" name="直接连接符 607">
                <a:extLst>
                  <a:ext uri="{FF2B5EF4-FFF2-40B4-BE49-F238E27FC236}">
                    <a16:creationId xmlns:a16="http://schemas.microsoft.com/office/drawing/2014/main" id="{2A70C7C8-2C57-4310-9983-643A7C60793B}"/>
                  </a:ext>
                </a:extLst>
              </p:cNvPr>
              <p:cNvCxnSpPr>
                <a:cxnSpLocks/>
                <a:stCxn id="568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9" name="直接连接符 608">
                <a:extLst>
                  <a:ext uri="{FF2B5EF4-FFF2-40B4-BE49-F238E27FC236}">
                    <a16:creationId xmlns:a16="http://schemas.microsoft.com/office/drawing/2014/main" id="{D3EC4526-086A-4A74-8035-31FDABD54837}"/>
                  </a:ext>
                </a:extLst>
              </p:cNvPr>
              <p:cNvCxnSpPr>
                <a:cxnSpLocks/>
                <a:stCxn id="569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0" name="直接连接符 609">
                <a:extLst>
                  <a:ext uri="{FF2B5EF4-FFF2-40B4-BE49-F238E27FC236}">
                    <a16:creationId xmlns:a16="http://schemas.microsoft.com/office/drawing/2014/main" id="{D9569719-EE74-4B56-83A7-7AECF7BD0125}"/>
                  </a:ext>
                </a:extLst>
              </p:cNvPr>
              <p:cNvCxnSpPr>
                <a:cxnSpLocks/>
                <a:stCxn id="569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1" name="直接连接符 610">
                <a:extLst>
                  <a:ext uri="{FF2B5EF4-FFF2-40B4-BE49-F238E27FC236}">
                    <a16:creationId xmlns:a16="http://schemas.microsoft.com/office/drawing/2014/main" id="{EECD66E7-F609-44D1-8FEA-55B61F40A1F7}"/>
                  </a:ext>
                </a:extLst>
              </p:cNvPr>
              <p:cNvCxnSpPr>
                <a:cxnSpLocks/>
                <a:stCxn id="569" idx="6"/>
                <a:endCxn id="574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2" name="直接连接符 611">
                <a:extLst>
                  <a:ext uri="{FF2B5EF4-FFF2-40B4-BE49-F238E27FC236}">
                    <a16:creationId xmlns:a16="http://schemas.microsoft.com/office/drawing/2014/main" id="{B99CE9AD-9BCE-4778-BBCD-47DB3FD56CEF}"/>
                  </a:ext>
                </a:extLst>
              </p:cNvPr>
              <p:cNvCxnSpPr>
                <a:cxnSpLocks/>
                <a:stCxn id="570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3" name="直接连接符 612">
                <a:extLst>
                  <a:ext uri="{FF2B5EF4-FFF2-40B4-BE49-F238E27FC236}">
                    <a16:creationId xmlns:a16="http://schemas.microsoft.com/office/drawing/2014/main" id="{58A758F6-BBD0-4AE5-8DB3-AB64908D1DDA}"/>
                  </a:ext>
                </a:extLst>
              </p:cNvPr>
              <p:cNvCxnSpPr>
                <a:cxnSpLocks/>
                <a:stCxn id="570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4" name="直接连接符 613">
                <a:extLst>
                  <a:ext uri="{FF2B5EF4-FFF2-40B4-BE49-F238E27FC236}">
                    <a16:creationId xmlns:a16="http://schemas.microsoft.com/office/drawing/2014/main" id="{0E603FF0-EF2A-4BB7-97D6-5C562E50E386}"/>
                  </a:ext>
                </a:extLst>
              </p:cNvPr>
              <p:cNvCxnSpPr>
                <a:cxnSpLocks/>
                <a:stCxn id="570" idx="6"/>
                <a:endCxn id="574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5" name="直接连接符 614">
                <a:extLst>
                  <a:ext uri="{FF2B5EF4-FFF2-40B4-BE49-F238E27FC236}">
                    <a16:creationId xmlns:a16="http://schemas.microsoft.com/office/drawing/2014/main" id="{B4CD063C-A55F-4FFE-8347-98ED3B3C2A87}"/>
                  </a:ext>
                </a:extLst>
              </p:cNvPr>
              <p:cNvCxnSpPr>
                <a:cxnSpLocks/>
                <a:stCxn id="568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6" name="直接连接符 615">
                <a:extLst>
                  <a:ext uri="{FF2B5EF4-FFF2-40B4-BE49-F238E27FC236}">
                    <a16:creationId xmlns:a16="http://schemas.microsoft.com/office/drawing/2014/main" id="{C10C862D-4B96-4FC9-ABBF-FEFBBC8040B1}"/>
                  </a:ext>
                </a:extLst>
              </p:cNvPr>
              <p:cNvCxnSpPr>
                <a:cxnSpLocks/>
                <a:stCxn id="568" idx="6"/>
                <a:endCxn id="573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7" name="直接连接符 616">
                <a:extLst>
                  <a:ext uri="{FF2B5EF4-FFF2-40B4-BE49-F238E27FC236}">
                    <a16:creationId xmlns:a16="http://schemas.microsoft.com/office/drawing/2014/main" id="{8B31453C-2D06-4032-8EED-70DCA00CD847}"/>
                  </a:ext>
                </a:extLst>
              </p:cNvPr>
              <p:cNvCxnSpPr>
                <a:cxnSpLocks/>
                <a:stCxn id="568" idx="6"/>
                <a:endCxn id="574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8" name="直接连接符 617">
                <a:extLst>
                  <a:ext uri="{FF2B5EF4-FFF2-40B4-BE49-F238E27FC236}">
                    <a16:creationId xmlns:a16="http://schemas.microsoft.com/office/drawing/2014/main" id="{2F504F01-A50A-4B5F-B52F-6823B02F31E0}"/>
                  </a:ext>
                </a:extLst>
              </p:cNvPr>
              <p:cNvCxnSpPr>
                <a:cxnSpLocks/>
                <a:stCxn id="569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9" name="直接连接符 618">
                <a:extLst>
                  <a:ext uri="{FF2B5EF4-FFF2-40B4-BE49-F238E27FC236}">
                    <a16:creationId xmlns:a16="http://schemas.microsoft.com/office/drawing/2014/main" id="{BD075404-F8C2-4212-AFE2-0351CCBB602A}"/>
                  </a:ext>
                </a:extLst>
              </p:cNvPr>
              <p:cNvCxnSpPr>
                <a:cxnSpLocks/>
                <a:stCxn id="570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6B1D4AA1-0C1F-4028-9663-53B5431D9D69}"/>
              </a:ext>
            </a:extLst>
          </p:cNvPr>
          <p:cNvCxnSpPr>
            <a:cxnSpLocks/>
            <a:stCxn id="571" idx="6"/>
            <a:endCxn id="232" idx="1"/>
          </p:cNvCxnSpPr>
          <p:nvPr/>
        </p:nvCxnSpPr>
        <p:spPr>
          <a:xfrm>
            <a:off x="7229293" y="1680608"/>
            <a:ext cx="498887" cy="217201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56568D59-A06C-450E-AAF8-1478D9538F63}"/>
              </a:ext>
            </a:extLst>
          </p:cNvPr>
          <p:cNvCxnSpPr>
            <a:cxnSpLocks/>
            <a:stCxn id="572" idx="6"/>
            <a:endCxn id="232" idx="1"/>
          </p:cNvCxnSpPr>
          <p:nvPr/>
        </p:nvCxnSpPr>
        <p:spPr>
          <a:xfrm flipV="1">
            <a:off x="7229293" y="1897809"/>
            <a:ext cx="498887" cy="53064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A0503CF5-05D4-4712-9D03-CF3F664F6BAA}"/>
              </a:ext>
            </a:extLst>
          </p:cNvPr>
          <p:cNvCxnSpPr>
            <a:cxnSpLocks/>
            <a:stCxn id="573" idx="6"/>
            <a:endCxn id="232" idx="1"/>
          </p:cNvCxnSpPr>
          <p:nvPr/>
        </p:nvCxnSpPr>
        <p:spPr>
          <a:xfrm flipV="1">
            <a:off x="7229293" y="1897809"/>
            <a:ext cx="498887" cy="323330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D857325C-1A33-4906-AD80-244B596635D8}"/>
              </a:ext>
            </a:extLst>
          </p:cNvPr>
          <p:cNvCxnSpPr>
            <a:cxnSpLocks/>
            <a:stCxn id="574" idx="6"/>
            <a:endCxn id="232" idx="1"/>
          </p:cNvCxnSpPr>
          <p:nvPr/>
        </p:nvCxnSpPr>
        <p:spPr>
          <a:xfrm flipV="1">
            <a:off x="7229293" y="1897809"/>
            <a:ext cx="498887" cy="593595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F52A00D0-63A2-4F30-B9C5-F15C32CF043B}"/>
              </a:ext>
            </a:extLst>
          </p:cNvPr>
          <p:cNvCxnSpPr>
            <a:cxnSpLocks/>
            <a:stCxn id="571" idx="6"/>
            <a:endCxn id="233" idx="1"/>
          </p:cNvCxnSpPr>
          <p:nvPr/>
        </p:nvCxnSpPr>
        <p:spPr>
          <a:xfrm>
            <a:off x="7229293" y="1680608"/>
            <a:ext cx="497114" cy="524351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直接箭头连接符 642">
            <a:extLst>
              <a:ext uri="{FF2B5EF4-FFF2-40B4-BE49-F238E27FC236}">
                <a16:creationId xmlns:a16="http://schemas.microsoft.com/office/drawing/2014/main" id="{9C4A8E1D-7243-448C-9D7E-FB25BC6571F7}"/>
              </a:ext>
            </a:extLst>
          </p:cNvPr>
          <p:cNvCxnSpPr>
            <a:cxnSpLocks/>
            <a:stCxn id="572" idx="6"/>
            <a:endCxn id="233" idx="1"/>
          </p:cNvCxnSpPr>
          <p:nvPr/>
        </p:nvCxnSpPr>
        <p:spPr>
          <a:xfrm>
            <a:off x="7229293" y="1950873"/>
            <a:ext cx="497114" cy="254086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7" name="直接箭头连接符 646">
            <a:extLst>
              <a:ext uri="{FF2B5EF4-FFF2-40B4-BE49-F238E27FC236}">
                <a16:creationId xmlns:a16="http://schemas.microsoft.com/office/drawing/2014/main" id="{6128543C-066E-4CE7-A60A-E1708A8847CD}"/>
              </a:ext>
            </a:extLst>
          </p:cNvPr>
          <p:cNvCxnSpPr>
            <a:cxnSpLocks/>
            <a:stCxn id="573" idx="6"/>
            <a:endCxn id="233" idx="1"/>
          </p:cNvCxnSpPr>
          <p:nvPr/>
        </p:nvCxnSpPr>
        <p:spPr>
          <a:xfrm flipV="1">
            <a:off x="7229293" y="2204959"/>
            <a:ext cx="497114" cy="16180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1" name="直接箭头连接符 650">
            <a:extLst>
              <a:ext uri="{FF2B5EF4-FFF2-40B4-BE49-F238E27FC236}">
                <a16:creationId xmlns:a16="http://schemas.microsoft.com/office/drawing/2014/main" id="{4B8F94A8-154A-4464-9E23-2EDA9D515DCD}"/>
              </a:ext>
            </a:extLst>
          </p:cNvPr>
          <p:cNvCxnSpPr>
            <a:cxnSpLocks/>
            <a:endCxn id="233" idx="1"/>
          </p:cNvCxnSpPr>
          <p:nvPr/>
        </p:nvCxnSpPr>
        <p:spPr>
          <a:xfrm flipV="1">
            <a:off x="7115341" y="2204959"/>
            <a:ext cx="611066" cy="423858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直接箭头连接符 658">
            <a:extLst>
              <a:ext uri="{FF2B5EF4-FFF2-40B4-BE49-F238E27FC236}">
                <a16:creationId xmlns:a16="http://schemas.microsoft.com/office/drawing/2014/main" id="{C2F6141C-4A2C-482F-AFF4-C095A85F8889}"/>
              </a:ext>
            </a:extLst>
          </p:cNvPr>
          <p:cNvCxnSpPr>
            <a:cxnSpLocks/>
            <a:stCxn id="50" idx="3"/>
            <a:endCxn id="561" idx="3"/>
          </p:cNvCxnSpPr>
          <p:nvPr/>
        </p:nvCxnSpPr>
        <p:spPr>
          <a:xfrm flipV="1">
            <a:off x="5616966" y="1596490"/>
            <a:ext cx="764215" cy="368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1" name="直接箭头连接符 660">
            <a:extLst>
              <a:ext uri="{FF2B5EF4-FFF2-40B4-BE49-F238E27FC236}">
                <a16:creationId xmlns:a16="http://schemas.microsoft.com/office/drawing/2014/main" id="{5E917BB2-E8C6-43FA-9A84-0DE856300DB6}"/>
              </a:ext>
            </a:extLst>
          </p:cNvPr>
          <p:cNvCxnSpPr>
            <a:cxnSpLocks/>
            <a:stCxn id="50" idx="3"/>
            <a:endCxn id="562" idx="2"/>
          </p:cNvCxnSpPr>
          <p:nvPr/>
        </p:nvCxnSpPr>
        <p:spPr>
          <a:xfrm flipV="1">
            <a:off x="5616966" y="1813839"/>
            <a:ext cx="741596" cy="150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3" name="直接箭头连接符 662">
            <a:extLst>
              <a:ext uri="{FF2B5EF4-FFF2-40B4-BE49-F238E27FC236}">
                <a16:creationId xmlns:a16="http://schemas.microsoft.com/office/drawing/2014/main" id="{5E5BBEA5-7035-4899-B464-C7599B9F75A7}"/>
              </a:ext>
            </a:extLst>
          </p:cNvPr>
          <p:cNvCxnSpPr>
            <a:cxnSpLocks/>
            <a:stCxn id="50" idx="3"/>
            <a:endCxn id="563" idx="2"/>
          </p:cNvCxnSpPr>
          <p:nvPr/>
        </p:nvCxnSpPr>
        <p:spPr>
          <a:xfrm>
            <a:off x="5616966" y="1964636"/>
            <a:ext cx="741596" cy="119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5" name="直接箭头连接符 664">
            <a:extLst>
              <a:ext uri="{FF2B5EF4-FFF2-40B4-BE49-F238E27FC236}">
                <a16:creationId xmlns:a16="http://schemas.microsoft.com/office/drawing/2014/main" id="{B23A2BA4-F26F-403E-B5DC-18219969F28E}"/>
              </a:ext>
            </a:extLst>
          </p:cNvPr>
          <p:cNvCxnSpPr>
            <a:cxnSpLocks/>
            <a:stCxn id="50" idx="3"/>
            <a:endCxn id="564" idx="3"/>
          </p:cNvCxnSpPr>
          <p:nvPr/>
        </p:nvCxnSpPr>
        <p:spPr>
          <a:xfrm>
            <a:off x="5616966" y="1964636"/>
            <a:ext cx="764215" cy="442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7" name="直接箭头连接符 666">
            <a:extLst>
              <a:ext uri="{FF2B5EF4-FFF2-40B4-BE49-F238E27FC236}">
                <a16:creationId xmlns:a16="http://schemas.microsoft.com/office/drawing/2014/main" id="{5221F55F-97F3-4963-B901-5D2B44DF82BD}"/>
              </a:ext>
            </a:extLst>
          </p:cNvPr>
          <p:cNvCxnSpPr>
            <a:cxnSpLocks/>
            <a:stCxn id="50" idx="3"/>
            <a:endCxn id="565" idx="2"/>
          </p:cNvCxnSpPr>
          <p:nvPr/>
        </p:nvCxnSpPr>
        <p:spPr>
          <a:xfrm>
            <a:off x="5616966" y="1964636"/>
            <a:ext cx="741596" cy="659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14" name="任意多边形: 形状 713">
            <a:extLst>
              <a:ext uri="{FF2B5EF4-FFF2-40B4-BE49-F238E27FC236}">
                <a16:creationId xmlns:a16="http://schemas.microsoft.com/office/drawing/2014/main" id="{6BBA2E34-516E-4528-8EC6-4F192A54A276}"/>
              </a:ext>
            </a:extLst>
          </p:cNvPr>
          <p:cNvSpPr/>
          <p:nvPr/>
        </p:nvSpPr>
        <p:spPr>
          <a:xfrm>
            <a:off x="4233299" y="1338671"/>
            <a:ext cx="498169" cy="1697715"/>
          </a:xfrm>
          <a:custGeom>
            <a:avLst/>
            <a:gdLst>
              <a:gd name="connsiteX0" fmla="*/ 0 w 686102"/>
              <a:gd name="connsiteY0" fmla="*/ 0 h 1958100"/>
              <a:gd name="connsiteX1" fmla="*/ 29823 w 686102"/>
              <a:gd name="connsiteY1" fmla="*/ 80805 h 1958100"/>
              <a:gd name="connsiteX2" fmla="*/ 146454 w 686102"/>
              <a:gd name="connsiteY2" fmla="*/ 289596 h 1958100"/>
              <a:gd name="connsiteX3" fmla="*/ 676753 w 686102"/>
              <a:gd name="connsiteY3" fmla="*/ 651568 h 1958100"/>
              <a:gd name="connsiteX4" fmla="*/ 686102 w 686102"/>
              <a:gd name="connsiteY4" fmla="*/ 647680 h 1958100"/>
              <a:gd name="connsiteX5" fmla="*/ 686102 w 686102"/>
              <a:gd name="connsiteY5" fmla="*/ 686598 h 1958100"/>
              <a:gd name="connsiteX6" fmla="*/ 606353 w 686102"/>
              <a:gd name="connsiteY6" fmla="*/ 755151 h 1958100"/>
              <a:gd name="connsiteX7" fmla="*/ 244387 w 686102"/>
              <a:gd name="connsiteY7" fmla="*/ 1265845 h 1958100"/>
              <a:gd name="connsiteX8" fmla="*/ 32409 w 686102"/>
              <a:gd name="connsiteY8" fmla="*/ 1854820 h 1958100"/>
              <a:gd name="connsiteX9" fmla="*/ 21910 w 686102"/>
              <a:gd name="connsiteY9" fmla="*/ 1958100 h 1958100"/>
              <a:gd name="connsiteX10" fmla="*/ 0 w 686102"/>
              <a:gd name="connsiteY10" fmla="*/ 1958100 h 1958100"/>
              <a:gd name="connsiteX11" fmla="*/ 0 w 686102"/>
              <a:gd name="connsiteY11" fmla="*/ 0 h 195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6102" h="1958100">
                <a:moveTo>
                  <a:pt x="0" y="0"/>
                </a:moveTo>
                <a:lnTo>
                  <a:pt x="29823" y="80805"/>
                </a:lnTo>
                <a:cubicBezTo>
                  <a:pt x="59386" y="149321"/>
                  <a:pt x="98459" y="220110"/>
                  <a:pt x="146454" y="289596"/>
                </a:cubicBezTo>
                <a:cubicBezTo>
                  <a:pt x="314437" y="532796"/>
                  <a:pt x="536050" y="679439"/>
                  <a:pt x="676753" y="651568"/>
                </a:cubicBezTo>
                <a:lnTo>
                  <a:pt x="686102" y="647680"/>
                </a:lnTo>
                <a:lnTo>
                  <a:pt x="686102" y="686598"/>
                </a:lnTo>
                <a:lnTo>
                  <a:pt x="606353" y="755151"/>
                </a:lnTo>
                <a:cubicBezTo>
                  <a:pt x="486575" y="871683"/>
                  <a:pt x="356457" y="1051121"/>
                  <a:pt x="244387" y="1265845"/>
                </a:cubicBezTo>
                <a:cubicBezTo>
                  <a:pt x="132318" y="1480569"/>
                  <a:pt x="59516" y="1689922"/>
                  <a:pt x="32409" y="1854820"/>
                </a:cubicBezTo>
                <a:lnTo>
                  <a:pt x="21910" y="1958100"/>
                </a:lnTo>
                <a:lnTo>
                  <a:pt x="0" y="195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1000">
                <a:srgbClr val="DADBDD">
                  <a:alpha val="61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i="1"/>
          </a:p>
        </p:txBody>
      </p:sp>
      <p:sp>
        <p:nvSpPr>
          <p:cNvPr id="730" name="等腰三角形 729">
            <a:extLst>
              <a:ext uri="{FF2B5EF4-FFF2-40B4-BE49-F238E27FC236}">
                <a16:creationId xmlns:a16="http://schemas.microsoft.com/office/drawing/2014/main" id="{80DBEF7F-915C-45EB-A18F-5C25DBFACB27}"/>
              </a:ext>
            </a:extLst>
          </p:cNvPr>
          <p:cNvSpPr/>
          <p:nvPr/>
        </p:nvSpPr>
        <p:spPr>
          <a:xfrm rot="5400000">
            <a:off x="4590868" y="1879725"/>
            <a:ext cx="333968" cy="140634"/>
          </a:xfrm>
          <a:prstGeom prst="triangle">
            <a:avLst/>
          </a:prstGeom>
          <a:solidFill>
            <a:srgbClr val="959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732" name="箭头: 虚尾 731">
            <a:extLst>
              <a:ext uri="{FF2B5EF4-FFF2-40B4-BE49-F238E27FC236}">
                <a16:creationId xmlns:a16="http://schemas.microsoft.com/office/drawing/2014/main" id="{A12B9C4C-68AF-41D8-90FD-61EC514A5973}"/>
              </a:ext>
            </a:extLst>
          </p:cNvPr>
          <p:cNvSpPr/>
          <p:nvPr/>
        </p:nvSpPr>
        <p:spPr>
          <a:xfrm>
            <a:off x="8478129" y="1778540"/>
            <a:ext cx="247602" cy="229003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733" name="箭头: 虚尾 732">
            <a:extLst>
              <a:ext uri="{FF2B5EF4-FFF2-40B4-BE49-F238E27FC236}">
                <a16:creationId xmlns:a16="http://schemas.microsoft.com/office/drawing/2014/main" id="{706E1164-54C0-4044-9B07-C1C9F9E9F9D1}"/>
              </a:ext>
            </a:extLst>
          </p:cNvPr>
          <p:cNvSpPr/>
          <p:nvPr/>
        </p:nvSpPr>
        <p:spPr>
          <a:xfrm>
            <a:off x="8521196" y="2138357"/>
            <a:ext cx="243100" cy="217519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grpSp>
        <p:nvGrpSpPr>
          <p:cNvPr id="991" name="组合 990">
            <a:extLst>
              <a:ext uri="{FF2B5EF4-FFF2-40B4-BE49-F238E27FC236}">
                <a16:creationId xmlns:a16="http://schemas.microsoft.com/office/drawing/2014/main" id="{5DC4606E-09C3-435D-95DF-BF9598BFF698}"/>
              </a:ext>
            </a:extLst>
          </p:cNvPr>
          <p:cNvGrpSpPr/>
          <p:nvPr/>
        </p:nvGrpSpPr>
        <p:grpSpPr>
          <a:xfrm>
            <a:off x="7265204" y="4022148"/>
            <a:ext cx="1075742" cy="1209150"/>
            <a:chOff x="6179924" y="2803735"/>
            <a:chExt cx="1075742" cy="1209150"/>
          </a:xfrm>
        </p:grpSpPr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F6BBBE41-EBBD-43D4-B819-72FBF002DA37}"/>
                </a:ext>
              </a:extLst>
            </p:cNvPr>
            <p:cNvSpPr/>
            <p:nvPr/>
          </p:nvSpPr>
          <p:spPr>
            <a:xfrm>
              <a:off x="6179924" y="2803735"/>
              <a:ext cx="1075742" cy="1209150"/>
            </a:xfrm>
            <a:prstGeom prst="roundRect">
              <a:avLst>
                <a:gd name="adj" fmla="val 8993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grpSp>
          <p:nvGrpSpPr>
            <p:cNvPr id="921" name="组合 920">
              <a:extLst>
                <a:ext uri="{FF2B5EF4-FFF2-40B4-BE49-F238E27FC236}">
                  <a16:creationId xmlns:a16="http://schemas.microsoft.com/office/drawing/2014/main" id="{157F5C4A-EFBE-49DE-9747-633693A2102B}"/>
                </a:ext>
              </a:extLst>
            </p:cNvPr>
            <p:cNvGrpSpPr/>
            <p:nvPr/>
          </p:nvGrpSpPr>
          <p:grpSpPr>
            <a:xfrm>
              <a:off x="6370682" y="2916899"/>
              <a:ext cx="735974" cy="1040258"/>
              <a:chOff x="3074127" y="1974066"/>
              <a:chExt cx="1992039" cy="2815637"/>
            </a:xfrm>
          </p:grpSpPr>
          <p:sp>
            <p:nvSpPr>
              <p:cNvPr id="922" name="椭圆 921">
                <a:extLst>
                  <a:ext uri="{FF2B5EF4-FFF2-40B4-BE49-F238E27FC236}">
                    <a16:creationId xmlns:a16="http://schemas.microsoft.com/office/drawing/2014/main" id="{F124911E-94C6-4FCA-A635-F33261956BC1}"/>
                  </a:ext>
                </a:extLst>
              </p:cNvPr>
              <p:cNvSpPr/>
              <p:nvPr/>
            </p:nvSpPr>
            <p:spPr>
              <a:xfrm>
                <a:off x="3074127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23" name="椭圆 922">
                <a:extLst>
                  <a:ext uri="{FF2B5EF4-FFF2-40B4-BE49-F238E27FC236}">
                    <a16:creationId xmlns:a16="http://schemas.microsoft.com/office/drawing/2014/main" id="{DB5EF7CC-F9BA-45E8-9B82-E359F681FB97}"/>
                  </a:ext>
                </a:extLst>
              </p:cNvPr>
              <p:cNvSpPr/>
              <p:nvPr/>
            </p:nvSpPr>
            <p:spPr>
              <a:xfrm>
                <a:off x="3074127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24" name="椭圆 923">
                <a:extLst>
                  <a:ext uri="{FF2B5EF4-FFF2-40B4-BE49-F238E27FC236}">
                    <a16:creationId xmlns:a16="http://schemas.microsoft.com/office/drawing/2014/main" id="{1FAD083E-2239-4325-9F10-191D70D78124}"/>
                  </a:ext>
                </a:extLst>
              </p:cNvPr>
              <p:cNvSpPr/>
              <p:nvPr/>
            </p:nvSpPr>
            <p:spPr>
              <a:xfrm>
                <a:off x="3074127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25" name="椭圆 924">
                <a:extLst>
                  <a:ext uri="{FF2B5EF4-FFF2-40B4-BE49-F238E27FC236}">
                    <a16:creationId xmlns:a16="http://schemas.microsoft.com/office/drawing/2014/main" id="{95698EF6-361B-437D-93F9-80BE375B7E21}"/>
                  </a:ext>
                </a:extLst>
              </p:cNvPr>
              <p:cNvSpPr/>
              <p:nvPr/>
            </p:nvSpPr>
            <p:spPr>
              <a:xfrm>
                <a:off x="3074127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26" name="椭圆 925">
                <a:extLst>
                  <a:ext uri="{FF2B5EF4-FFF2-40B4-BE49-F238E27FC236}">
                    <a16:creationId xmlns:a16="http://schemas.microsoft.com/office/drawing/2014/main" id="{A37CF67C-8C27-4AEE-B38A-A5B9F66E5E8B}"/>
                  </a:ext>
                </a:extLst>
              </p:cNvPr>
              <p:cNvSpPr/>
              <p:nvPr/>
            </p:nvSpPr>
            <p:spPr>
              <a:xfrm>
                <a:off x="3074127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27" name="椭圆 926">
                <a:extLst>
                  <a:ext uri="{FF2B5EF4-FFF2-40B4-BE49-F238E27FC236}">
                    <a16:creationId xmlns:a16="http://schemas.microsoft.com/office/drawing/2014/main" id="{953466EE-135E-4BF1-9432-5F3B083FD75E}"/>
                  </a:ext>
                </a:extLst>
              </p:cNvPr>
              <p:cNvSpPr/>
              <p:nvPr/>
            </p:nvSpPr>
            <p:spPr>
              <a:xfrm>
                <a:off x="3893469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28" name="椭圆 927">
                <a:extLst>
                  <a:ext uri="{FF2B5EF4-FFF2-40B4-BE49-F238E27FC236}">
                    <a16:creationId xmlns:a16="http://schemas.microsoft.com/office/drawing/2014/main" id="{B2D99C5B-AC25-4F03-AE59-09EAE1F89A99}"/>
                  </a:ext>
                </a:extLst>
              </p:cNvPr>
              <p:cNvSpPr/>
              <p:nvPr/>
            </p:nvSpPr>
            <p:spPr>
              <a:xfrm>
                <a:off x="3893469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29" name="椭圆 928">
                <a:extLst>
                  <a:ext uri="{FF2B5EF4-FFF2-40B4-BE49-F238E27FC236}">
                    <a16:creationId xmlns:a16="http://schemas.microsoft.com/office/drawing/2014/main" id="{B0FBACB0-60C0-4171-A5D1-6D1FAB9793EE}"/>
                  </a:ext>
                </a:extLst>
              </p:cNvPr>
              <p:cNvSpPr/>
              <p:nvPr/>
            </p:nvSpPr>
            <p:spPr>
              <a:xfrm>
                <a:off x="3893469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30" name="椭圆 929">
                <a:extLst>
                  <a:ext uri="{FF2B5EF4-FFF2-40B4-BE49-F238E27FC236}">
                    <a16:creationId xmlns:a16="http://schemas.microsoft.com/office/drawing/2014/main" id="{12C11F1E-5182-4EFE-848C-7A29BEDDE1AD}"/>
                  </a:ext>
                </a:extLst>
              </p:cNvPr>
              <p:cNvSpPr/>
              <p:nvPr/>
            </p:nvSpPr>
            <p:spPr>
              <a:xfrm>
                <a:off x="3893469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31" name="椭圆 930">
                <a:extLst>
                  <a:ext uri="{FF2B5EF4-FFF2-40B4-BE49-F238E27FC236}">
                    <a16:creationId xmlns:a16="http://schemas.microsoft.com/office/drawing/2014/main" id="{2E77396A-6E7C-44C2-BE4B-609C11B991D7}"/>
                  </a:ext>
                </a:extLst>
              </p:cNvPr>
              <p:cNvSpPr/>
              <p:nvPr/>
            </p:nvSpPr>
            <p:spPr>
              <a:xfrm>
                <a:off x="3893469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32" name="椭圆 931">
                <a:extLst>
                  <a:ext uri="{FF2B5EF4-FFF2-40B4-BE49-F238E27FC236}">
                    <a16:creationId xmlns:a16="http://schemas.microsoft.com/office/drawing/2014/main" id="{D90F3E85-0CA7-4C55-85FC-4421A076A762}"/>
                  </a:ext>
                </a:extLst>
              </p:cNvPr>
              <p:cNvSpPr/>
              <p:nvPr/>
            </p:nvSpPr>
            <p:spPr>
              <a:xfrm>
                <a:off x="4712810" y="228756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33" name="椭圆 932">
                <a:extLst>
                  <a:ext uri="{FF2B5EF4-FFF2-40B4-BE49-F238E27FC236}">
                    <a16:creationId xmlns:a16="http://schemas.microsoft.com/office/drawing/2014/main" id="{0DC96AB7-09DF-4C4B-BF97-9E216F430C21}"/>
                  </a:ext>
                </a:extLst>
              </p:cNvPr>
              <p:cNvSpPr/>
              <p:nvPr/>
            </p:nvSpPr>
            <p:spPr>
              <a:xfrm>
                <a:off x="4712810" y="290587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34" name="椭圆 933">
                <a:extLst>
                  <a:ext uri="{FF2B5EF4-FFF2-40B4-BE49-F238E27FC236}">
                    <a16:creationId xmlns:a16="http://schemas.microsoft.com/office/drawing/2014/main" id="{7C3320AF-8C9B-422E-BC00-647F8B2CA8C9}"/>
                  </a:ext>
                </a:extLst>
              </p:cNvPr>
              <p:cNvSpPr/>
              <p:nvPr/>
            </p:nvSpPr>
            <p:spPr>
              <a:xfrm>
                <a:off x="4712810" y="3524185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935" name="椭圆 934">
                <a:extLst>
                  <a:ext uri="{FF2B5EF4-FFF2-40B4-BE49-F238E27FC236}">
                    <a16:creationId xmlns:a16="http://schemas.microsoft.com/office/drawing/2014/main" id="{7215E86D-7210-4D54-AC75-1D3658A89741}"/>
                  </a:ext>
                </a:extLst>
              </p:cNvPr>
              <p:cNvSpPr/>
              <p:nvPr/>
            </p:nvSpPr>
            <p:spPr>
              <a:xfrm>
                <a:off x="4712807" y="414248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cxnSp>
            <p:nvCxnSpPr>
              <p:cNvPr id="936" name="直接连接符 935">
                <a:extLst>
                  <a:ext uri="{FF2B5EF4-FFF2-40B4-BE49-F238E27FC236}">
                    <a16:creationId xmlns:a16="http://schemas.microsoft.com/office/drawing/2014/main" id="{EBFF8369-8C42-4C35-8608-B85C6B85D4AC}"/>
                  </a:ext>
                </a:extLst>
              </p:cNvPr>
              <p:cNvCxnSpPr>
                <a:cxnSpLocks/>
                <a:stCxn id="922" idx="6"/>
                <a:endCxn id="927" idx="2"/>
              </p:cNvCxnSpPr>
              <p:nvPr/>
            </p:nvCxnSpPr>
            <p:spPr>
              <a:xfrm>
                <a:off x="3427480" y="2145271"/>
                <a:ext cx="4659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7" name="直接连接符 936">
                <a:extLst>
                  <a:ext uri="{FF2B5EF4-FFF2-40B4-BE49-F238E27FC236}">
                    <a16:creationId xmlns:a16="http://schemas.microsoft.com/office/drawing/2014/main" id="{97474BC2-F3DA-4D94-99E2-67EF9D84CC21}"/>
                  </a:ext>
                </a:extLst>
              </p:cNvPr>
              <p:cNvCxnSpPr>
                <a:cxnSpLocks/>
                <a:stCxn id="922" idx="6"/>
                <a:endCxn id="928" idx="2"/>
              </p:cNvCxnSpPr>
              <p:nvPr/>
            </p:nvCxnSpPr>
            <p:spPr>
              <a:xfrm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8" name="直接连接符 937">
                <a:extLst>
                  <a:ext uri="{FF2B5EF4-FFF2-40B4-BE49-F238E27FC236}">
                    <a16:creationId xmlns:a16="http://schemas.microsoft.com/office/drawing/2014/main" id="{1F1B6419-1B80-4929-A9EF-7A4E9AAF37A0}"/>
                  </a:ext>
                </a:extLst>
              </p:cNvPr>
              <p:cNvCxnSpPr>
                <a:cxnSpLocks/>
                <a:stCxn id="922" idx="6"/>
                <a:endCxn id="92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9" name="直接连接符 938">
                <a:extLst>
                  <a:ext uri="{FF2B5EF4-FFF2-40B4-BE49-F238E27FC236}">
                    <a16:creationId xmlns:a16="http://schemas.microsoft.com/office/drawing/2014/main" id="{86E125C3-F013-4394-8250-12C89D89E9BA}"/>
                  </a:ext>
                </a:extLst>
              </p:cNvPr>
              <p:cNvCxnSpPr>
                <a:cxnSpLocks/>
                <a:stCxn id="922" idx="6"/>
                <a:endCxn id="930" idx="2"/>
              </p:cNvCxnSpPr>
              <p:nvPr/>
            </p:nvCxnSpPr>
            <p:spPr>
              <a:xfrm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0" name="直接连接符 939">
                <a:extLst>
                  <a:ext uri="{FF2B5EF4-FFF2-40B4-BE49-F238E27FC236}">
                    <a16:creationId xmlns:a16="http://schemas.microsoft.com/office/drawing/2014/main" id="{F1F640B8-8FC7-469D-B4E3-FB91F52A0235}"/>
                  </a:ext>
                </a:extLst>
              </p:cNvPr>
              <p:cNvCxnSpPr>
                <a:cxnSpLocks/>
                <a:stCxn id="922" idx="6"/>
                <a:endCxn id="931" idx="2"/>
              </p:cNvCxnSpPr>
              <p:nvPr/>
            </p:nvCxnSpPr>
            <p:spPr>
              <a:xfrm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1" name="直接连接符 940">
                <a:extLst>
                  <a:ext uri="{FF2B5EF4-FFF2-40B4-BE49-F238E27FC236}">
                    <a16:creationId xmlns:a16="http://schemas.microsoft.com/office/drawing/2014/main" id="{6A6A24BB-C912-4AE1-984D-7F7CAE73AB2D}"/>
                  </a:ext>
                </a:extLst>
              </p:cNvPr>
              <p:cNvCxnSpPr>
                <a:cxnSpLocks/>
                <a:stCxn id="923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2" name="直接连接符 941">
                <a:extLst>
                  <a:ext uri="{FF2B5EF4-FFF2-40B4-BE49-F238E27FC236}">
                    <a16:creationId xmlns:a16="http://schemas.microsoft.com/office/drawing/2014/main" id="{8DE00727-15A0-4AF7-BC8C-74301405D3ED}"/>
                  </a:ext>
                </a:extLst>
              </p:cNvPr>
              <p:cNvCxnSpPr>
                <a:cxnSpLocks/>
                <a:stCxn id="923" idx="6"/>
                <a:endCxn id="928" idx="2"/>
              </p:cNvCxnSpPr>
              <p:nvPr/>
            </p:nvCxnSpPr>
            <p:spPr>
              <a:xfrm>
                <a:off x="3427480" y="276357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3" name="直接连接符 942">
                <a:extLst>
                  <a:ext uri="{FF2B5EF4-FFF2-40B4-BE49-F238E27FC236}">
                    <a16:creationId xmlns:a16="http://schemas.microsoft.com/office/drawing/2014/main" id="{E5BA98EB-71AD-4B93-BD23-1E116B73B967}"/>
                  </a:ext>
                </a:extLst>
              </p:cNvPr>
              <p:cNvCxnSpPr>
                <a:cxnSpLocks/>
                <a:stCxn id="923" idx="6"/>
                <a:endCxn id="929" idx="2"/>
              </p:cNvCxnSpPr>
              <p:nvPr/>
            </p:nvCxnSpPr>
            <p:spPr>
              <a:xfrm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4" name="直接连接符 943">
                <a:extLst>
                  <a:ext uri="{FF2B5EF4-FFF2-40B4-BE49-F238E27FC236}">
                    <a16:creationId xmlns:a16="http://schemas.microsoft.com/office/drawing/2014/main" id="{0288CE80-5065-40A9-B33D-366128DD6720}"/>
                  </a:ext>
                </a:extLst>
              </p:cNvPr>
              <p:cNvCxnSpPr>
                <a:cxnSpLocks/>
                <a:stCxn id="923" idx="6"/>
                <a:endCxn id="930" idx="2"/>
              </p:cNvCxnSpPr>
              <p:nvPr/>
            </p:nvCxnSpPr>
            <p:spPr>
              <a:xfrm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5" name="直接连接符 944">
                <a:extLst>
                  <a:ext uri="{FF2B5EF4-FFF2-40B4-BE49-F238E27FC236}">
                    <a16:creationId xmlns:a16="http://schemas.microsoft.com/office/drawing/2014/main" id="{60FA3A41-8756-4388-9696-BA092C3C5788}"/>
                  </a:ext>
                </a:extLst>
              </p:cNvPr>
              <p:cNvCxnSpPr>
                <a:cxnSpLocks/>
                <a:stCxn id="923" idx="6"/>
                <a:endCxn id="931" idx="2"/>
              </p:cNvCxnSpPr>
              <p:nvPr/>
            </p:nvCxnSpPr>
            <p:spPr>
              <a:xfrm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6" name="直接连接符 945">
                <a:extLst>
                  <a:ext uri="{FF2B5EF4-FFF2-40B4-BE49-F238E27FC236}">
                    <a16:creationId xmlns:a16="http://schemas.microsoft.com/office/drawing/2014/main" id="{804AFC16-C8C1-455B-9652-E13EFF24221E}"/>
                  </a:ext>
                </a:extLst>
              </p:cNvPr>
              <p:cNvCxnSpPr>
                <a:cxnSpLocks/>
                <a:stCxn id="924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7" name="直接连接符 946">
                <a:extLst>
                  <a:ext uri="{FF2B5EF4-FFF2-40B4-BE49-F238E27FC236}">
                    <a16:creationId xmlns:a16="http://schemas.microsoft.com/office/drawing/2014/main" id="{B4579130-6E0F-45F0-817E-445520091436}"/>
                  </a:ext>
                </a:extLst>
              </p:cNvPr>
              <p:cNvCxnSpPr>
                <a:cxnSpLocks/>
                <a:stCxn id="924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8" name="直接连接符 947">
                <a:extLst>
                  <a:ext uri="{FF2B5EF4-FFF2-40B4-BE49-F238E27FC236}">
                    <a16:creationId xmlns:a16="http://schemas.microsoft.com/office/drawing/2014/main" id="{1835FCF2-B688-457F-B2DD-DA8CB816B592}"/>
                  </a:ext>
                </a:extLst>
              </p:cNvPr>
              <p:cNvCxnSpPr>
                <a:cxnSpLocks/>
                <a:stCxn id="924" idx="6"/>
                <a:endCxn id="929" idx="2"/>
              </p:cNvCxnSpPr>
              <p:nvPr/>
            </p:nvCxnSpPr>
            <p:spPr>
              <a:xfrm>
                <a:off x="3427480" y="3381885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9" name="直接连接符 948">
                <a:extLst>
                  <a:ext uri="{FF2B5EF4-FFF2-40B4-BE49-F238E27FC236}">
                    <a16:creationId xmlns:a16="http://schemas.microsoft.com/office/drawing/2014/main" id="{9F13E2A6-0998-43AE-90A5-5789781A409E}"/>
                  </a:ext>
                </a:extLst>
              </p:cNvPr>
              <p:cNvCxnSpPr>
                <a:cxnSpLocks/>
                <a:stCxn id="924" idx="6"/>
                <a:endCxn id="930" idx="2"/>
              </p:cNvCxnSpPr>
              <p:nvPr/>
            </p:nvCxnSpPr>
            <p:spPr>
              <a:xfrm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0" name="直接连接符 949">
                <a:extLst>
                  <a:ext uri="{FF2B5EF4-FFF2-40B4-BE49-F238E27FC236}">
                    <a16:creationId xmlns:a16="http://schemas.microsoft.com/office/drawing/2014/main" id="{D3309C57-460F-4269-8308-7BE06E38BBDD}"/>
                  </a:ext>
                </a:extLst>
              </p:cNvPr>
              <p:cNvCxnSpPr>
                <a:cxnSpLocks/>
                <a:stCxn id="924" idx="6"/>
                <a:endCxn id="931" idx="2"/>
              </p:cNvCxnSpPr>
              <p:nvPr/>
            </p:nvCxnSpPr>
            <p:spPr>
              <a:xfrm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1" name="直接连接符 950">
                <a:extLst>
                  <a:ext uri="{FF2B5EF4-FFF2-40B4-BE49-F238E27FC236}">
                    <a16:creationId xmlns:a16="http://schemas.microsoft.com/office/drawing/2014/main" id="{B36228CA-9394-43AE-9CE2-CE1D8E14BAC3}"/>
                  </a:ext>
                </a:extLst>
              </p:cNvPr>
              <p:cNvCxnSpPr>
                <a:cxnSpLocks/>
                <a:stCxn id="925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2" name="直接连接符 951">
                <a:extLst>
                  <a:ext uri="{FF2B5EF4-FFF2-40B4-BE49-F238E27FC236}">
                    <a16:creationId xmlns:a16="http://schemas.microsoft.com/office/drawing/2014/main" id="{171FD8F7-F0D5-45CD-A439-95A9C8CDA6D6}"/>
                  </a:ext>
                </a:extLst>
              </p:cNvPr>
              <p:cNvCxnSpPr>
                <a:cxnSpLocks/>
                <a:stCxn id="925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3" name="直接连接符 952">
                <a:extLst>
                  <a:ext uri="{FF2B5EF4-FFF2-40B4-BE49-F238E27FC236}">
                    <a16:creationId xmlns:a16="http://schemas.microsoft.com/office/drawing/2014/main" id="{B066C728-2CCF-40B1-B68D-E310ED7A4E01}"/>
                  </a:ext>
                </a:extLst>
              </p:cNvPr>
              <p:cNvCxnSpPr>
                <a:cxnSpLocks/>
                <a:stCxn id="925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4" name="直接连接符 953">
                <a:extLst>
                  <a:ext uri="{FF2B5EF4-FFF2-40B4-BE49-F238E27FC236}">
                    <a16:creationId xmlns:a16="http://schemas.microsoft.com/office/drawing/2014/main" id="{11278892-1FB1-42DA-8137-3244FEF0EFDD}"/>
                  </a:ext>
                </a:extLst>
              </p:cNvPr>
              <p:cNvCxnSpPr>
                <a:cxnSpLocks/>
                <a:stCxn id="925" idx="6"/>
                <a:endCxn id="930" idx="2"/>
              </p:cNvCxnSpPr>
              <p:nvPr/>
            </p:nvCxnSpPr>
            <p:spPr>
              <a:xfrm>
                <a:off x="3427480" y="4000191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5" name="直接连接符 954">
                <a:extLst>
                  <a:ext uri="{FF2B5EF4-FFF2-40B4-BE49-F238E27FC236}">
                    <a16:creationId xmlns:a16="http://schemas.microsoft.com/office/drawing/2014/main" id="{E92F8D60-BD4B-41D9-AA10-AEBA72F15BCC}"/>
                  </a:ext>
                </a:extLst>
              </p:cNvPr>
              <p:cNvCxnSpPr>
                <a:cxnSpLocks/>
                <a:stCxn id="925" idx="6"/>
                <a:endCxn id="931" idx="2"/>
              </p:cNvCxnSpPr>
              <p:nvPr/>
            </p:nvCxnSpPr>
            <p:spPr>
              <a:xfrm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6" name="直接连接符 955">
                <a:extLst>
                  <a:ext uri="{FF2B5EF4-FFF2-40B4-BE49-F238E27FC236}">
                    <a16:creationId xmlns:a16="http://schemas.microsoft.com/office/drawing/2014/main" id="{FF26BAAC-72C8-4E9B-8CEC-B41B90E23422}"/>
                  </a:ext>
                </a:extLst>
              </p:cNvPr>
              <p:cNvCxnSpPr>
                <a:cxnSpLocks/>
                <a:stCxn id="926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7" name="直接连接符 956">
                <a:extLst>
                  <a:ext uri="{FF2B5EF4-FFF2-40B4-BE49-F238E27FC236}">
                    <a16:creationId xmlns:a16="http://schemas.microsoft.com/office/drawing/2014/main" id="{73BFD494-BAFA-40EC-8BFA-7E96E9A56239}"/>
                  </a:ext>
                </a:extLst>
              </p:cNvPr>
              <p:cNvCxnSpPr>
                <a:cxnSpLocks/>
                <a:stCxn id="926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8" name="直接连接符 957">
                <a:extLst>
                  <a:ext uri="{FF2B5EF4-FFF2-40B4-BE49-F238E27FC236}">
                    <a16:creationId xmlns:a16="http://schemas.microsoft.com/office/drawing/2014/main" id="{8D7FC868-E472-4AB7-9FB1-E2BA7B45B8CA}"/>
                  </a:ext>
                </a:extLst>
              </p:cNvPr>
              <p:cNvCxnSpPr>
                <a:cxnSpLocks/>
                <a:stCxn id="926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连接符 958">
                <a:extLst>
                  <a:ext uri="{FF2B5EF4-FFF2-40B4-BE49-F238E27FC236}">
                    <a16:creationId xmlns:a16="http://schemas.microsoft.com/office/drawing/2014/main" id="{D1310A99-22EC-42CA-B987-D86F8DD130DA}"/>
                  </a:ext>
                </a:extLst>
              </p:cNvPr>
              <p:cNvCxnSpPr>
                <a:cxnSpLocks/>
                <a:stCxn id="926" idx="6"/>
                <a:endCxn id="930" idx="2"/>
              </p:cNvCxnSpPr>
              <p:nvPr/>
            </p:nvCxnSpPr>
            <p:spPr>
              <a:xfrm flipV="1"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0" name="直接连接符 959">
                <a:extLst>
                  <a:ext uri="{FF2B5EF4-FFF2-40B4-BE49-F238E27FC236}">
                    <a16:creationId xmlns:a16="http://schemas.microsoft.com/office/drawing/2014/main" id="{6DBAD3E9-358D-4466-8C8E-9E1A014815E8}"/>
                  </a:ext>
                </a:extLst>
              </p:cNvPr>
              <p:cNvCxnSpPr>
                <a:cxnSpLocks/>
                <a:stCxn id="926" idx="6"/>
                <a:endCxn id="931" idx="2"/>
              </p:cNvCxnSpPr>
              <p:nvPr/>
            </p:nvCxnSpPr>
            <p:spPr>
              <a:xfrm>
                <a:off x="3427480" y="461849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1" name="直接连接符 960">
                <a:extLst>
                  <a:ext uri="{FF2B5EF4-FFF2-40B4-BE49-F238E27FC236}">
                    <a16:creationId xmlns:a16="http://schemas.microsoft.com/office/drawing/2014/main" id="{CBF469BE-9B59-4045-9923-95BD67CEFD8B}"/>
                  </a:ext>
                </a:extLst>
              </p:cNvPr>
              <p:cNvCxnSpPr>
                <a:cxnSpLocks/>
                <a:stCxn id="927" idx="6"/>
                <a:endCxn id="932" idx="2"/>
              </p:cNvCxnSpPr>
              <p:nvPr/>
            </p:nvCxnSpPr>
            <p:spPr>
              <a:xfrm>
                <a:off x="4246821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2" name="直接连接符 961">
                <a:extLst>
                  <a:ext uri="{FF2B5EF4-FFF2-40B4-BE49-F238E27FC236}">
                    <a16:creationId xmlns:a16="http://schemas.microsoft.com/office/drawing/2014/main" id="{0C25FE9F-2739-410F-B6D5-CF674B992CBC}"/>
                  </a:ext>
                </a:extLst>
              </p:cNvPr>
              <p:cNvCxnSpPr>
                <a:cxnSpLocks/>
                <a:stCxn id="927" idx="6"/>
                <a:endCxn id="933" idx="2"/>
              </p:cNvCxnSpPr>
              <p:nvPr/>
            </p:nvCxnSpPr>
            <p:spPr>
              <a:xfrm>
                <a:off x="4246821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3" name="直接连接符 962">
                <a:extLst>
                  <a:ext uri="{FF2B5EF4-FFF2-40B4-BE49-F238E27FC236}">
                    <a16:creationId xmlns:a16="http://schemas.microsoft.com/office/drawing/2014/main" id="{FEFD4601-19EC-4A81-82F4-D461F5122727}"/>
                  </a:ext>
                </a:extLst>
              </p:cNvPr>
              <p:cNvCxnSpPr>
                <a:cxnSpLocks/>
                <a:stCxn id="927" idx="6"/>
                <a:endCxn id="934" idx="2"/>
              </p:cNvCxnSpPr>
              <p:nvPr/>
            </p:nvCxnSpPr>
            <p:spPr>
              <a:xfrm>
                <a:off x="4246821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4" name="直接连接符 963">
                <a:extLst>
                  <a:ext uri="{FF2B5EF4-FFF2-40B4-BE49-F238E27FC236}">
                    <a16:creationId xmlns:a16="http://schemas.microsoft.com/office/drawing/2014/main" id="{757C1E1E-A97B-4C3A-A1FF-C96D4734B909}"/>
                  </a:ext>
                </a:extLst>
              </p:cNvPr>
              <p:cNvCxnSpPr>
                <a:cxnSpLocks/>
                <a:stCxn id="927" idx="6"/>
                <a:endCxn id="935" idx="2"/>
              </p:cNvCxnSpPr>
              <p:nvPr/>
            </p:nvCxnSpPr>
            <p:spPr>
              <a:xfrm>
                <a:off x="4246821" y="2145271"/>
                <a:ext cx="465986" cy="21684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5" name="直接连接符 964">
                <a:extLst>
                  <a:ext uri="{FF2B5EF4-FFF2-40B4-BE49-F238E27FC236}">
                    <a16:creationId xmlns:a16="http://schemas.microsoft.com/office/drawing/2014/main" id="{B66ACC75-11A9-43F6-82E5-89D3F651D1C0}"/>
                  </a:ext>
                </a:extLst>
              </p:cNvPr>
              <p:cNvCxnSpPr>
                <a:cxnSpLocks/>
                <a:stCxn id="928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6" name="直接连接符 965">
                <a:extLst>
                  <a:ext uri="{FF2B5EF4-FFF2-40B4-BE49-F238E27FC236}">
                    <a16:creationId xmlns:a16="http://schemas.microsoft.com/office/drawing/2014/main" id="{84860023-0580-40A6-B740-226E8816B6B1}"/>
                  </a:ext>
                </a:extLst>
              </p:cNvPr>
              <p:cNvCxnSpPr>
                <a:cxnSpLocks/>
                <a:stCxn id="928" idx="6"/>
                <a:endCxn id="933" idx="2"/>
              </p:cNvCxnSpPr>
              <p:nvPr/>
            </p:nvCxnSpPr>
            <p:spPr>
              <a:xfrm>
                <a:off x="4246821" y="2763578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7" name="直接连接符 966">
                <a:extLst>
                  <a:ext uri="{FF2B5EF4-FFF2-40B4-BE49-F238E27FC236}">
                    <a16:creationId xmlns:a16="http://schemas.microsoft.com/office/drawing/2014/main" id="{87F16787-5ED2-49C8-BDCA-3D900404C5FA}"/>
                  </a:ext>
                </a:extLst>
              </p:cNvPr>
              <p:cNvCxnSpPr>
                <a:cxnSpLocks/>
                <a:stCxn id="928" idx="6"/>
                <a:endCxn id="934" idx="2"/>
              </p:cNvCxnSpPr>
              <p:nvPr/>
            </p:nvCxnSpPr>
            <p:spPr>
              <a:xfrm>
                <a:off x="4246821" y="2763578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8" name="直接连接符 967">
                <a:extLst>
                  <a:ext uri="{FF2B5EF4-FFF2-40B4-BE49-F238E27FC236}">
                    <a16:creationId xmlns:a16="http://schemas.microsoft.com/office/drawing/2014/main" id="{B0CC672D-5469-4AE3-8410-4E0407922F4A}"/>
                  </a:ext>
                </a:extLst>
              </p:cNvPr>
              <p:cNvCxnSpPr>
                <a:cxnSpLocks/>
                <a:stCxn id="928" idx="6"/>
                <a:endCxn id="935" idx="2"/>
              </p:cNvCxnSpPr>
              <p:nvPr/>
            </p:nvCxnSpPr>
            <p:spPr>
              <a:xfrm>
                <a:off x="4246821" y="2763578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9" name="直接连接符 968">
                <a:extLst>
                  <a:ext uri="{FF2B5EF4-FFF2-40B4-BE49-F238E27FC236}">
                    <a16:creationId xmlns:a16="http://schemas.microsoft.com/office/drawing/2014/main" id="{61A97EBA-422E-4780-94AE-7E531BC884B4}"/>
                  </a:ext>
                </a:extLst>
              </p:cNvPr>
              <p:cNvCxnSpPr>
                <a:cxnSpLocks/>
                <a:stCxn id="929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0" name="直接连接符 969">
                <a:extLst>
                  <a:ext uri="{FF2B5EF4-FFF2-40B4-BE49-F238E27FC236}">
                    <a16:creationId xmlns:a16="http://schemas.microsoft.com/office/drawing/2014/main" id="{609B7452-C968-4310-ADBF-C19A8F52CA9B}"/>
                  </a:ext>
                </a:extLst>
              </p:cNvPr>
              <p:cNvCxnSpPr>
                <a:cxnSpLocks/>
                <a:stCxn id="930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1" name="直接连接符 970">
                <a:extLst>
                  <a:ext uri="{FF2B5EF4-FFF2-40B4-BE49-F238E27FC236}">
                    <a16:creationId xmlns:a16="http://schemas.microsoft.com/office/drawing/2014/main" id="{AA06595C-C0EB-4CDC-83F3-547423866A9D}"/>
                  </a:ext>
                </a:extLst>
              </p:cNvPr>
              <p:cNvCxnSpPr>
                <a:cxnSpLocks/>
                <a:stCxn id="930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2" name="直接连接符 971">
                <a:extLst>
                  <a:ext uri="{FF2B5EF4-FFF2-40B4-BE49-F238E27FC236}">
                    <a16:creationId xmlns:a16="http://schemas.microsoft.com/office/drawing/2014/main" id="{4CF01D55-AADB-4AD9-90B6-E8C13663E3B5}"/>
                  </a:ext>
                </a:extLst>
              </p:cNvPr>
              <p:cNvCxnSpPr>
                <a:cxnSpLocks/>
                <a:stCxn id="930" idx="6"/>
                <a:endCxn id="935" idx="2"/>
              </p:cNvCxnSpPr>
              <p:nvPr/>
            </p:nvCxnSpPr>
            <p:spPr>
              <a:xfrm>
                <a:off x="4246821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3" name="直接连接符 972">
                <a:extLst>
                  <a:ext uri="{FF2B5EF4-FFF2-40B4-BE49-F238E27FC236}">
                    <a16:creationId xmlns:a16="http://schemas.microsoft.com/office/drawing/2014/main" id="{572A1238-B136-4F17-92A8-7B344373BEE6}"/>
                  </a:ext>
                </a:extLst>
              </p:cNvPr>
              <p:cNvCxnSpPr>
                <a:cxnSpLocks/>
                <a:stCxn id="931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215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4" name="直接连接符 973">
                <a:extLst>
                  <a:ext uri="{FF2B5EF4-FFF2-40B4-BE49-F238E27FC236}">
                    <a16:creationId xmlns:a16="http://schemas.microsoft.com/office/drawing/2014/main" id="{49CFFA97-3F15-466D-9AA3-049203AD388D}"/>
                  </a:ext>
                </a:extLst>
              </p:cNvPr>
              <p:cNvCxnSpPr>
                <a:cxnSpLocks/>
                <a:stCxn id="931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5" name="直接连接符 974">
                <a:extLst>
                  <a:ext uri="{FF2B5EF4-FFF2-40B4-BE49-F238E27FC236}">
                    <a16:creationId xmlns:a16="http://schemas.microsoft.com/office/drawing/2014/main" id="{CA06793C-D93B-4271-A856-32F2188C9A80}"/>
                  </a:ext>
                </a:extLst>
              </p:cNvPr>
              <p:cNvCxnSpPr>
                <a:cxnSpLocks/>
                <a:stCxn id="931" idx="6"/>
                <a:endCxn id="935" idx="2"/>
              </p:cNvCxnSpPr>
              <p:nvPr/>
            </p:nvCxnSpPr>
            <p:spPr>
              <a:xfrm flipV="1">
                <a:off x="4246821" y="4313697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6" name="直接连接符 975">
                <a:extLst>
                  <a:ext uri="{FF2B5EF4-FFF2-40B4-BE49-F238E27FC236}">
                    <a16:creationId xmlns:a16="http://schemas.microsoft.com/office/drawing/2014/main" id="{96C17391-4335-4DF9-8888-29F07AA3ABEE}"/>
                  </a:ext>
                </a:extLst>
              </p:cNvPr>
              <p:cNvCxnSpPr>
                <a:cxnSpLocks/>
                <a:stCxn id="929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7" name="直接连接符 976">
                <a:extLst>
                  <a:ext uri="{FF2B5EF4-FFF2-40B4-BE49-F238E27FC236}">
                    <a16:creationId xmlns:a16="http://schemas.microsoft.com/office/drawing/2014/main" id="{3ACDB237-29D6-451C-8AF2-EB30590BCB3E}"/>
                  </a:ext>
                </a:extLst>
              </p:cNvPr>
              <p:cNvCxnSpPr>
                <a:cxnSpLocks/>
                <a:stCxn id="929" idx="6"/>
                <a:endCxn id="934" idx="2"/>
              </p:cNvCxnSpPr>
              <p:nvPr/>
            </p:nvCxnSpPr>
            <p:spPr>
              <a:xfrm>
                <a:off x="4246821" y="3381885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8" name="直接连接符 977">
                <a:extLst>
                  <a:ext uri="{FF2B5EF4-FFF2-40B4-BE49-F238E27FC236}">
                    <a16:creationId xmlns:a16="http://schemas.microsoft.com/office/drawing/2014/main" id="{9E3288C4-17F4-45E8-9E91-2DE7B0E0A329}"/>
                  </a:ext>
                </a:extLst>
              </p:cNvPr>
              <p:cNvCxnSpPr>
                <a:cxnSpLocks/>
                <a:stCxn id="929" idx="6"/>
                <a:endCxn id="935" idx="2"/>
              </p:cNvCxnSpPr>
              <p:nvPr/>
            </p:nvCxnSpPr>
            <p:spPr>
              <a:xfrm>
                <a:off x="4246826" y="3381885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9" name="直接连接符 978">
                <a:extLst>
                  <a:ext uri="{FF2B5EF4-FFF2-40B4-BE49-F238E27FC236}">
                    <a16:creationId xmlns:a16="http://schemas.microsoft.com/office/drawing/2014/main" id="{737FB33C-CCFF-457D-92A2-46C15BB7E4DE}"/>
                  </a:ext>
                </a:extLst>
              </p:cNvPr>
              <p:cNvCxnSpPr>
                <a:cxnSpLocks/>
                <a:stCxn id="930" idx="6"/>
                <a:endCxn id="932" idx="2"/>
              </p:cNvCxnSpPr>
              <p:nvPr/>
            </p:nvCxnSpPr>
            <p:spPr>
              <a:xfrm flipV="1">
                <a:off x="4246824" y="2458774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0" name="直接连接符 979">
                <a:extLst>
                  <a:ext uri="{FF2B5EF4-FFF2-40B4-BE49-F238E27FC236}">
                    <a16:creationId xmlns:a16="http://schemas.microsoft.com/office/drawing/2014/main" id="{0FDA3872-7436-49CA-A466-C0A37A7A0050}"/>
                  </a:ext>
                </a:extLst>
              </p:cNvPr>
              <p:cNvCxnSpPr>
                <a:cxnSpLocks/>
                <a:stCxn id="931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923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3" name="组合 992">
            <a:extLst>
              <a:ext uri="{FF2B5EF4-FFF2-40B4-BE49-F238E27FC236}">
                <a16:creationId xmlns:a16="http://schemas.microsoft.com/office/drawing/2014/main" id="{6F2B5D40-6313-4988-8D95-D4C58DBACEB2}"/>
              </a:ext>
            </a:extLst>
          </p:cNvPr>
          <p:cNvGrpSpPr/>
          <p:nvPr/>
        </p:nvGrpSpPr>
        <p:grpSpPr>
          <a:xfrm>
            <a:off x="5382229" y="4012738"/>
            <a:ext cx="1077964" cy="1218559"/>
            <a:chOff x="4296949" y="2794325"/>
            <a:chExt cx="1077964" cy="1218559"/>
          </a:xfrm>
        </p:grpSpPr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06768F0A-A95F-46E6-9713-3929A8A1B864}"/>
                </a:ext>
              </a:extLst>
            </p:cNvPr>
            <p:cNvSpPr/>
            <p:nvPr/>
          </p:nvSpPr>
          <p:spPr>
            <a:xfrm>
              <a:off x="4296949" y="2794325"/>
              <a:ext cx="1077964" cy="1218559"/>
            </a:xfrm>
            <a:prstGeom prst="roundRect">
              <a:avLst>
                <a:gd name="adj" fmla="val 842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grpSp>
          <p:nvGrpSpPr>
            <p:cNvPr id="801" name="组合 800">
              <a:extLst>
                <a:ext uri="{FF2B5EF4-FFF2-40B4-BE49-F238E27FC236}">
                  <a16:creationId xmlns:a16="http://schemas.microsoft.com/office/drawing/2014/main" id="{85E5DE8D-F8D6-4A8A-B87D-CE03DD963141}"/>
                </a:ext>
              </a:extLst>
            </p:cNvPr>
            <p:cNvGrpSpPr/>
            <p:nvPr/>
          </p:nvGrpSpPr>
          <p:grpSpPr>
            <a:xfrm>
              <a:off x="4462805" y="2909713"/>
              <a:ext cx="735974" cy="1040258"/>
              <a:chOff x="3074124" y="1974065"/>
              <a:chExt cx="1992038" cy="2815638"/>
            </a:xfrm>
          </p:grpSpPr>
          <p:sp>
            <p:nvSpPr>
              <p:cNvPr id="802" name="椭圆 801">
                <a:extLst>
                  <a:ext uri="{FF2B5EF4-FFF2-40B4-BE49-F238E27FC236}">
                    <a16:creationId xmlns:a16="http://schemas.microsoft.com/office/drawing/2014/main" id="{30997F52-A4E6-49D7-91BA-DAE01E2E1F56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03" name="椭圆 802">
                <a:extLst>
                  <a:ext uri="{FF2B5EF4-FFF2-40B4-BE49-F238E27FC236}">
                    <a16:creationId xmlns:a16="http://schemas.microsoft.com/office/drawing/2014/main" id="{38A6A8B9-839D-4441-B871-A34FF1DC9874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04" name="椭圆 803">
                <a:extLst>
                  <a:ext uri="{FF2B5EF4-FFF2-40B4-BE49-F238E27FC236}">
                    <a16:creationId xmlns:a16="http://schemas.microsoft.com/office/drawing/2014/main" id="{39E2DA75-2F1E-4184-91B8-697BAD9C1033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05" name="椭圆 804">
                <a:extLst>
                  <a:ext uri="{FF2B5EF4-FFF2-40B4-BE49-F238E27FC236}">
                    <a16:creationId xmlns:a16="http://schemas.microsoft.com/office/drawing/2014/main" id="{73FCE24C-13DC-4C58-811B-54E3FD12F0E4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06" name="椭圆 805">
                <a:extLst>
                  <a:ext uri="{FF2B5EF4-FFF2-40B4-BE49-F238E27FC236}">
                    <a16:creationId xmlns:a16="http://schemas.microsoft.com/office/drawing/2014/main" id="{8F9F9E69-6208-45E9-916F-8C6630DB744D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07" name="椭圆 806">
                <a:extLst>
                  <a:ext uri="{FF2B5EF4-FFF2-40B4-BE49-F238E27FC236}">
                    <a16:creationId xmlns:a16="http://schemas.microsoft.com/office/drawing/2014/main" id="{3C924ED3-A8B0-4528-BCE1-934797D0D891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08" name="椭圆 807">
                <a:extLst>
                  <a:ext uri="{FF2B5EF4-FFF2-40B4-BE49-F238E27FC236}">
                    <a16:creationId xmlns:a16="http://schemas.microsoft.com/office/drawing/2014/main" id="{8D72CB7C-B7CE-43F2-9A14-58436D0D2793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09" name="椭圆 808">
                <a:extLst>
                  <a:ext uri="{FF2B5EF4-FFF2-40B4-BE49-F238E27FC236}">
                    <a16:creationId xmlns:a16="http://schemas.microsoft.com/office/drawing/2014/main" id="{DCCD4292-0FB5-484E-BC07-B9431DDD1794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10" name="椭圆 809">
                <a:extLst>
                  <a:ext uri="{FF2B5EF4-FFF2-40B4-BE49-F238E27FC236}">
                    <a16:creationId xmlns:a16="http://schemas.microsoft.com/office/drawing/2014/main" id="{F03EEB76-3DFB-4F9E-9E0F-27AE03D4C17E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11" name="椭圆 810">
                <a:extLst>
                  <a:ext uri="{FF2B5EF4-FFF2-40B4-BE49-F238E27FC236}">
                    <a16:creationId xmlns:a16="http://schemas.microsoft.com/office/drawing/2014/main" id="{7EC0F54A-1C51-4C3A-981D-FC6018D6D382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12" name="椭圆 811">
                <a:extLst>
                  <a:ext uri="{FF2B5EF4-FFF2-40B4-BE49-F238E27FC236}">
                    <a16:creationId xmlns:a16="http://schemas.microsoft.com/office/drawing/2014/main" id="{898C2C96-F7E7-49DA-9546-80A6EC46EFC5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13" name="椭圆 812">
                <a:extLst>
                  <a:ext uri="{FF2B5EF4-FFF2-40B4-BE49-F238E27FC236}">
                    <a16:creationId xmlns:a16="http://schemas.microsoft.com/office/drawing/2014/main" id="{AD27CEB4-71E9-4919-9C2A-A45BACE60C95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14" name="椭圆 813">
                <a:extLst>
                  <a:ext uri="{FF2B5EF4-FFF2-40B4-BE49-F238E27FC236}">
                    <a16:creationId xmlns:a16="http://schemas.microsoft.com/office/drawing/2014/main" id="{7BC45FD9-82BC-419E-97BB-68BC118DC8D9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15" name="椭圆 814">
                <a:extLst>
                  <a:ext uri="{FF2B5EF4-FFF2-40B4-BE49-F238E27FC236}">
                    <a16:creationId xmlns:a16="http://schemas.microsoft.com/office/drawing/2014/main" id="{B645E55B-58F4-4AB6-9A2F-D22559352367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cxnSp>
            <p:nvCxnSpPr>
              <p:cNvPr id="816" name="直接连接符 815">
                <a:extLst>
                  <a:ext uri="{FF2B5EF4-FFF2-40B4-BE49-F238E27FC236}">
                    <a16:creationId xmlns:a16="http://schemas.microsoft.com/office/drawing/2014/main" id="{3F727EA3-9A40-4028-8B34-7A1B1A45843C}"/>
                  </a:ext>
                </a:extLst>
              </p:cNvPr>
              <p:cNvCxnSpPr>
                <a:cxnSpLocks/>
                <a:stCxn id="802" idx="6"/>
                <a:endCxn id="80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直接连接符 816">
                <a:extLst>
                  <a:ext uri="{FF2B5EF4-FFF2-40B4-BE49-F238E27FC236}">
                    <a16:creationId xmlns:a16="http://schemas.microsoft.com/office/drawing/2014/main" id="{7751FBE7-8A7A-4BEB-BE07-7B64A94A3814}"/>
                  </a:ext>
                </a:extLst>
              </p:cNvPr>
              <p:cNvCxnSpPr>
                <a:cxnSpLocks/>
                <a:stCxn id="802" idx="6"/>
                <a:endCxn id="80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8" name="直接连接符 817">
                <a:extLst>
                  <a:ext uri="{FF2B5EF4-FFF2-40B4-BE49-F238E27FC236}">
                    <a16:creationId xmlns:a16="http://schemas.microsoft.com/office/drawing/2014/main" id="{1C542738-59B9-4E90-ADDE-EF2167782111}"/>
                  </a:ext>
                </a:extLst>
              </p:cNvPr>
              <p:cNvCxnSpPr>
                <a:cxnSpLocks/>
                <a:stCxn id="802" idx="6"/>
                <a:endCxn id="80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9" name="直接连接符 818">
                <a:extLst>
                  <a:ext uri="{FF2B5EF4-FFF2-40B4-BE49-F238E27FC236}">
                    <a16:creationId xmlns:a16="http://schemas.microsoft.com/office/drawing/2014/main" id="{086FE0BB-B7FC-43FB-AB3C-E6E8DA4B5FE0}"/>
                  </a:ext>
                </a:extLst>
              </p:cNvPr>
              <p:cNvCxnSpPr>
                <a:cxnSpLocks/>
                <a:stCxn id="802" idx="6"/>
                <a:endCxn id="81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0" name="直接连接符 819">
                <a:extLst>
                  <a:ext uri="{FF2B5EF4-FFF2-40B4-BE49-F238E27FC236}">
                    <a16:creationId xmlns:a16="http://schemas.microsoft.com/office/drawing/2014/main" id="{43DAC072-6C07-4751-B13D-184795C2E46C}"/>
                  </a:ext>
                </a:extLst>
              </p:cNvPr>
              <p:cNvCxnSpPr>
                <a:cxnSpLocks/>
                <a:stCxn id="802" idx="6"/>
                <a:endCxn id="81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1" name="直接连接符 820">
                <a:extLst>
                  <a:ext uri="{FF2B5EF4-FFF2-40B4-BE49-F238E27FC236}">
                    <a16:creationId xmlns:a16="http://schemas.microsoft.com/office/drawing/2014/main" id="{1EF9F90F-9649-402C-89B8-751B71EF02C2}"/>
                  </a:ext>
                </a:extLst>
              </p:cNvPr>
              <p:cNvCxnSpPr>
                <a:cxnSpLocks/>
                <a:stCxn id="803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2" name="直接连接符 821">
                <a:extLst>
                  <a:ext uri="{FF2B5EF4-FFF2-40B4-BE49-F238E27FC236}">
                    <a16:creationId xmlns:a16="http://schemas.microsoft.com/office/drawing/2014/main" id="{6CDB64DB-1472-4F64-B627-DF90454B3660}"/>
                  </a:ext>
                </a:extLst>
              </p:cNvPr>
              <p:cNvCxnSpPr>
                <a:cxnSpLocks/>
                <a:stCxn id="803" idx="6"/>
                <a:endCxn id="80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3" name="直接连接符 822">
                <a:extLst>
                  <a:ext uri="{FF2B5EF4-FFF2-40B4-BE49-F238E27FC236}">
                    <a16:creationId xmlns:a16="http://schemas.microsoft.com/office/drawing/2014/main" id="{A9D8DDD2-4619-4D0D-AD61-DC7222CBBE56}"/>
                  </a:ext>
                </a:extLst>
              </p:cNvPr>
              <p:cNvCxnSpPr>
                <a:cxnSpLocks/>
                <a:stCxn id="803" idx="6"/>
                <a:endCxn id="80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4" name="直接连接符 823">
                <a:extLst>
                  <a:ext uri="{FF2B5EF4-FFF2-40B4-BE49-F238E27FC236}">
                    <a16:creationId xmlns:a16="http://schemas.microsoft.com/office/drawing/2014/main" id="{7D74724A-EAEA-4548-8853-111C150C619B}"/>
                  </a:ext>
                </a:extLst>
              </p:cNvPr>
              <p:cNvCxnSpPr>
                <a:cxnSpLocks/>
                <a:stCxn id="803" idx="6"/>
                <a:endCxn id="81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5" name="直接连接符 824">
                <a:extLst>
                  <a:ext uri="{FF2B5EF4-FFF2-40B4-BE49-F238E27FC236}">
                    <a16:creationId xmlns:a16="http://schemas.microsoft.com/office/drawing/2014/main" id="{BB8A2595-D759-4BCF-81AC-024A9049F4EB}"/>
                  </a:ext>
                </a:extLst>
              </p:cNvPr>
              <p:cNvCxnSpPr>
                <a:cxnSpLocks/>
                <a:stCxn id="803" idx="6"/>
                <a:endCxn id="81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6" name="直接连接符 825">
                <a:extLst>
                  <a:ext uri="{FF2B5EF4-FFF2-40B4-BE49-F238E27FC236}">
                    <a16:creationId xmlns:a16="http://schemas.microsoft.com/office/drawing/2014/main" id="{56CD2150-945D-453C-AFBB-1296EE21B610}"/>
                  </a:ext>
                </a:extLst>
              </p:cNvPr>
              <p:cNvCxnSpPr>
                <a:cxnSpLocks/>
                <a:stCxn id="804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7" name="直接连接符 826">
                <a:extLst>
                  <a:ext uri="{FF2B5EF4-FFF2-40B4-BE49-F238E27FC236}">
                    <a16:creationId xmlns:a16="http://schemas.microsoft.com/office/drawing/2014/main" id="{F3E14B9D-A67B-49D9-B266-C60CB5DD10E7}"/>
                  </a:ext>
                </a:extLst>
              </p:cNvPr>
              <p:cNvCxnSpPr>
                <a:cxnSpLocks/>
                <a:stCxn id="804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8" name="直接连接符 827">
                <a:extLst>
                  <a:ext uri="{FF2B5EF4-FFF2-40B4-BE49-F238E27FC236}">
                    <a16:creationId xmlns:a16="http://schemas.microsoft.com/office/drawing/2014/main" id="{DE3B11CA-0509-4C8E-8BBD-1A0C2CE8AD8B}"/>
                  </a:ext>
                </a:extLst>
              </p:cNvPr>
              <p:cNvCxnSpPr>
                <a:cxnSpLocks/>
                <a:stCxn id="804" idx="6"/>
                <a:endCxn id="80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9" name="直接连接符 828">
                <a:extLst>
                  <a:ext uri="{FF2B5EF4-FFF2-40B4-BE49-F238E27FC236}">
                    <a16:creationId xmlns:a16="http://schemas.microsoft.com/office/drawing/2014/main" id="{19164608-6D0A-43BE-9713-D19737F18E6A}"/>
                  </a:ext>
                </a:extLst>
              </p:cNvPr>
              <p:cNvCxnSpPr>
                <a:cxnSpLocks/>
                <a:stCxn id="804" idx="6"/>
                <a:endCxn id="81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0" name="直接连接符 829">
                <a:extLst>
                  <a:ext uri="{FF2B5EF4-FFF2-40B4-BE49-F238E27FC236}">
                    <a16:creationId xmlns:a16="http://schemas.microsoft.com/office/drawing/2014/main" id="{BE4D8A5D-09AB-423D-8E43-75D0C0072110}"/>
                  </a:ext>
                </a:extLst>
              </p:cNvPr>
              <p:cNvCxnSpPr>
                <a:cxnSpLocks/>
                <a:stCxn id="804" idx="6"/>
                <a:endCxn id="81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1" name="直接连接符 830">
                <a:extLst>
                  <a:ext uri="{FF2B5EF4-FFF2-40B4-BE49-F238E27FC236}">
                    <a16:creationId xmlns:a16="http://schemas.microsoft.com/office/drawing/2014/main" id="{A607088F-67F0-49A4-A814-6F196F453175}"/>
                  </a:ext>
                </a:extLst>
              </p:cNvPr>
              <p:cNvCxnSpPr>
                <a:cxnSpLocks/>
                <a:stCxn id="805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2" name="直接连接符 831">
                <a:extLst>
                  <a:ext uri="{FF2B5EF4-FFF2-40B4-BE49-F238E27FC236}">
                    <a16:creationId xmlns:a16="http://schemas.microsoft.com/office/drawing/2014/main" id="{B34B5A62-784F-422F-91A2-8947EF87D889}"/>
                  </a:ext>
                </a:extLst>
              </p:cNvPr>
              <p:cNvCxnSpPr>
                <a:cxnSpLocks/>
                <a:stCxn id="805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3" name="直接连接符 832">
                <a:extLst>
                  <a:ext uri="{FF2B5EF4-FFF2-40B4-BE49-F238E27FC236}">
                    <a16:creationId xmlns:a16="http://schemas.microsoft.com/office/drawing/2014/main" id="{AE3E5E1C-ADB9-45D5-96DE-06783357FA64}"/>
                  </a:ext>
                </a:extLst>
              </p:cNvPr>
              <p:cNvCxnSpPr>
                <a:cxnSpLocks/>
                <a:stCxn id="805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4" name="直接连接符 833">
                <a:extLst>
                  <a:ext uri="{FF2B5EF4-FFF2-40B4-BE49-F238E27FC236}">
                    <a16:creationId xmlns:a16="http://schemas.microsoft.com/office/drawing/2014/main" id="{449FD360-63BA-463D-87AA-AEBC689EB6E5}"/>
                  </a:ext>
                </a:extLst>
              </p:cNvPr>
              <p:cNvCxnSpPr>
                <a:cxnSpLocks/>
                <a:stCxn id="805" idx="6"/>
                <a:endCxn id="81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5" name="直接连接符 834">
                <a:extLst>
                  <a:ext uri="{FF2B5EF4-FFF2-40B4-BE49-F238E27FC236}">
                    <a16:creationId xmlns:a16="http://schemas.microsoft.com/office/drawing/2014/main" id="{DE79C13B-A081-4F36-ACA9-BBFF707F1347}"/>
                  </a:ext>
                </a:extLst>
              </p:cNvPr>
              <p:cNvCxnSpPr>
                <a:cxnSpLocks/>
                <a:stCxn id="805" idx="6"/>
                <a:endCxn id="81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6" name="直接连接符 835">
                <a:extLst>
                  <a:ext uri="{FF2B5EF4-FFF2-40B4-BE49-F238E27FC236}">
                    <a16:creationId xmlns:a16="http://schemas.microsoft.com/office/drawing/2014/main" id="{A409B7D9-819B-4509-A15C-B816F15442D7}"/>
                  </a:ext>
                </a:extLst>
              </p:cNvPr>
              <p:cNvCxnSpPr>
                <a:cxnSpLocks/>
                <a:stCxn id="806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7" name="直接连接符 836">
                <a:extLst>
                  <a:ext uri="{FF2B5EF4-FFF2-40B4-BE49-F238E27FC236}">
                    <a16:creationId xmlns:a16="http://schemas.microsoft.com/office/drawing/2014/main" id="{BBB6322C-951F-426C-AD96-390619B939C2}"/>
                  </a:ext>
                </a:extLst>
              </p:cNvPr>
              <p:cNvCxnSpPr>
                <a:cxnSpLocks/>
                <a:stCxn id="806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8" name="直接连接符 837">
                <a:extLst>
                  <a:ext uri="{FF2B5EF4-FFF2-40B4-BE49-F238E27FC236}">
                    <a16:creationId xmlns:a16="http://schemas.microsoft.com/office/drawing/2014/main" id="{83462451-D9E5-4E51-A07B-9B94B136110C}"/>
                  </a:ext>
                </a:extLst>
              </p:cNvPr>
              <p:cNvCxnSpPr>
                <a:cxnSpLocks/>
                <a:stCxn id="806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9" name="直接连接符 838">
                <a:extLst>
                  <a:ext uri="{FF2B5EF4-FFF2-40B4-BE49-F238E27FC236}">
                    <a16:creationId xmlns:a16="http://schemas.microsoft.com/office/drawing/2014/main" id="{422DE7F9-FDB7-4148-8ED4-FEB03EBEBF60}"/>
                  </a:ext>
                </a:extLst>
              </p:cNvPr>
              <p:cNvCxnSpPr>
                <a:cxnSpLocks/>
                <a:stCxn id="806" idx="6"/>
                <a:endCxn id="81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0" name="直接连接符 839">
                <a:extLst>
                  <a:ext uri="{FF2B5EF4-FFF2-40B4-BE49-F238E27FC236}">
                    <a16:creationId xmlns:a16="http://schemas.microsoft.com/office/drawing/2014/main" id="{062051D7-1014-4616-A0E0-7E8902037374}"/>
                  </a:ext>
                </a:extLst>
              </p:cNvPr>
              <p:cNvCxnSpPr>
                <a:cxnSpLocks/>
                <a:stCxn id="806" idx="6"/>
                <a:endCxn id="81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1" name="直接连接符 840">
                <a:extLst>
                  <a:ext uri="{FF2B5EF4-FFF2-40B4-BE49-F238E27FC236}">
                    <a16:creationId xmlns:a16="http://schemas.microsoft.com/office/drawing/2014/main" id="{780D3D20-D9F2-47F4-8870-932491643F82}"/>
                  </a:ext>
                </a:extLst>
              </p:cNvPr>
              <p:cNvCxnSpPr>
                <a:cxnSpLocks/>
                <a:stCxn id="807" idx="6"/>
                <a:endCxn id="81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2" name="直接连接符 841">
                <a:extLst>
                  <a:ext uri="{FF2B5EF4-FFF2-40B4-BE49-F238E27FC236}">
                    <a16:creationId xmlns:a16="http://schemas.microsoft.com/office/drawing/2014/main" id="{2E4BD829-A2ED-4223-8EBE-6A2E622BBBB7}"/>
                  </a:ext>
                </a:extLst>
              </p:cNvPr>
              <p:cNvCxnSpPr>
                <a:cxnSpLocks/>
                <a:stCxn id="807" idx="6"/>
                <a:endCxn id="81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3" name="直接连接符 842">
                <a:extLst>
                  <a:ext uri="{FF2B5EF4-FFF2-40B4-BE49-F238E27FC236}">
                    <a16:creationId xmlns:a16="http://schemas.microsoft.com/office/drawing/2014/main" id="{CE79982E-9EC4-481C-952C-357C12497E05}"/>
                  </a:ext>
                </a:extLst>
              </p:cNvPr>
              <p:cNvCxnSpPr>
                <a:cxnSpLocks/>
                <a:stCxn id="807" idx="6"/>
                <a:endCxn id="81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4" name="直接连接符 843">
                <a:extLst>
                  <a:ext uri="{FF2B5EF4-FFF2-40B4-BE49-F238E27FC236}">
                    <a16:creationId xmlns:a16="http://schemas.microsoft.com/office/drawing/2014/main" id="{B831C8BE-A480-4787-98D1-5820E3059393}"/>
                  </a:ext>
                </a:extLst>
              </p:cNvPr>
              <p:cNvCxnSpPr>
                <a:cxnSpLocks/>
                <a:stCxn id="807" idx="6"/>
                <a:endCxn id="81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5" name="直接连接符 844">
                <a:extLst>
                  <a:ext uri="{FF2B5EF4-FFF2-40B4-BE49-F238E27FC236}">
                    <a16:creationId xmlns:a16="http://schemas.microsoft.com/office/drawing/2014/main" id="{D569463C-4F7E-40DC-AC9F-50E9E50E140B}"/>
                  </a:ext>
                </a:extLst>
              </p:cNvPr>
              <p:cNvCxnSpPr>
                <a:cxnSpLocks/>
                <a:stCxn id="808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6" name="直接连接符 845">
                <a:extLst>
                  <a:ext uri="{FF2B5EF4-FFF2-40B4-BE49-F238E27FC236}">
                    <a16:creationId xmlns:a16="http://schemas.microsoft.com/office/drawing/2014/main" id="{3E34BEEA-1764-41DD-B677-8BF54960FF0A}"/>
                  </a:ext>
                </a:extLst>
              </p:cNvPr>
              <p:cNvCxnSpPr>
                <a:cxnSpLocks/>
                <a:stCxn id="808" idx="6"/>
                <a:endCxn id="81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7" name="直接连接符 846">
                <a:extLst>
                  <a:ext uri="{FF2B5EF4-FFF2-40B4-BE49-F238E27FC236}">
                    <a16:creationId xmlns:a16="http://schemas.microsoft.com/office/drawing/2014/main" id="{9713AC90-B9CE-4DD5-A256-93282167BED4}"/>
                  </a:ext>
                </a:extLst>
              </p:cNvPr>
              <p:cNvCxnSpPr>
                <a:cxnSpLocks/>
                <a:stCxn id="808" idx="6"/>
                <a:endCxn id="81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8" name="直接连接符 847">
                <a:extLst>
                  <a:ext uri="{FF2B5EF4-FFF2-40B4-BE49-F238E27FC236}">
                    <a16:creationId xmlns:a16="http://schemas.microsoft.com/office/drawing/2014/main" id="{7E1782EE-73BF-4F3F-B5BF-DFB7A7712F11}"/>
                  </a:ext>
                </a:extLst>
              </p:cNvPr>
              <p:cNvCxnSpPr>
                <a:cxnSpLocks/>
                <a:stCxn id="808" idx="6"/>
                <a:endCxn id="81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9" name="直接连接符 848">
                <a:extLst>
                  <a:ext uri="{FF2B5EF4-FFF2-40B4-BE49-F238E27FC236}">
                    <a16:creationId xmlns:a16="http://schemas.microsoft.com/office/drawing/2014/main" id="{336681DF-C7E0-425F-9287-272889B4D559}"/>
                  </a:ext>
                </a:extLst>
              </p:cNvPr>
              <p:cNvCxnSpPr>
                <a:cxnSpLocks/>
                <a:stCxn id="809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0" name="直接连接符 849">
                <a:extLst>
                  <a:ext uri="{FF2B5EF4-FFF2-40B4-BE49-F238E27FC236}">
                    <a16:creationId xmlns:a16="http://schemas.microsoft.com/office/drawing/2014/main" id="{5E8A4D2F-B2E3-4DE6-9F0C-8CE180C0DC83}"/>
                  </a:ext>
                </a:extLst>
              </p:cNvPr>
              <p:cNvCxnSpPr>
                <a:cxnSpLocks/>
                <a:stCxn id="810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1" name="直接连接符 850">
                <a:extLst>
                  <a:ext uri="{FF2B5EF4-FFF2-40B4-BE49-F238E27FC236}">
                    <a16:creationId xmlns:a16="http://schemas.microsoft.com/office/drawing/2014/main" id="{0C6D488C-5D63-4B54-9652-D791CD2919FB}"/>
                  </a:ext>
                </a:extLst>
              </p:cNvPr>
              <p:cNvCxnSpPr>
                <a:cxnSpLocks/>
                <a:stCxn id="810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2" name="直接连接符 851">
                <a:extLst>
                  <a:ext uri="{FF2B5EF4-FFF2-40B4-BE49-F238E27FC236}">
                    <a16:creationId xmlns:a16="http://schemas.microsoft.com/office/drawing/2014/main" id="{749965F1-C3A1-4D25-86C2-3FB6515C5F55}"/>
                  </a:ext>
                </a:extLst>
              </p:cNvPr>
              <p:cNvCxnSpPr>
                <a:cxnSpLocks/>
                <a:stCxn id="810" idx="6"/>
                <a:endCxn id="81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3" name="直接连接符 852">
                <a:extLst>
                  <a:ext uri="{FF2B5EF4-FFF2-40B4-BE49-F238E27FC236}">
                    <a16:creationId xmlns:a16="http://schemas.microsoft.com/office/drawing/2014/main" id="{351A77AA-870F-493E-96FD-8B437DFD6D2E}"/>
                  </a:ext>
                </a:extLst>
              </p:cNvPr>
              <p:cNvCxnSpPr>
                <a:cxnSpLocks/>
                <a:stCxn id="811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4" name="直接连接符 853">
                <a:extLst>
                  <a:ext uri="{FF2B5EF4-FFF2-40B4-BE49-F238E27FC236}">
                    <a16:creationId xmlns:a16="http://schemas.microsoft.com/office/drawing/2014/main" id="{C9AC7DE8-76FE-4673-83AE-15FB3FBD9172}"/>
                  </a:ext>
                </a:extLst>
              </p:cNvPr>
              <p:cNvCxnSpPr>
                <a:cxnSpLocks/>
                <a:stCxn id="811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5" name="直接连接符 854">
                <a:extLst>
                  <a:ext uri="{FF2B5EF4-FFF2-40B4-BE49-F238E27FC236}">
                    <a16:creationId xmlns:a16="http://schemas.microsoft.com/office/drawing/2014/main" id="{8114C00E-B10E-4915-9C35-4E507C0AA69B}"/>
                  </a:ext>
                </a:extLst>
              </p:cNvPr>
              <p:cNvCxnSpPr>
                <a:cxnSpLocks/>
                <a:stCxn id="811" idx="6"/>
                <a:endCxn id="81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6" name="直接连接符 855">
                <a:extLst>
                  <a:ext uri="{FF2B5EF4-FFF2-40B4-BE49-F238E27FC236}">
                    <a16:creationId xmlns:a16="http://schemas.microsoft.com/office/drawing/2014/main" id="{39D385A9-0623-4457-8FE7-9800CDCEA6FA}"/>
                  </a:ext>
                </a:extLst>
              </p:cNvPr>
              <p:cNvCxnSpPr>
                <a:cxnSpLocks/>
                <a:stCxn id="809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7" name="直接连接符 856">
                <a:extLst>
                  <a:ext uri="{FF2B5EF4-FFF2-40B4-BE49-F238E27FC236}">
                    <a16:creationId xmlns:a16="http://schemas.microsoft.com/office/drawing/2014/main" id="{149312DC-8F2A-4C5E-A843-76C181064438}"/>
                  </a:ext>
                </a:extLst>
              </p:cNvPr>
              <p:cNvCxnSpPr>
                <a:cxnSpLocks/>
                <a:stCxn id="809" idx="6"/>
                <a:endCxn id="81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8" name="直接连接符 857">
                <a:extLst>
                  <a:ext uri="{FF2B5EF4-FFF2-40B4-BE49-F238E27FC236}">
                    <a16:creationId xmlns:a16="http://schemas.microsoft.com/office/drawing/2014/main" id="{F70B3367-E05A-41B0-B0CB-37710257693D}"/>
                  </a:ext>
                </a:extLst>
              </p:cNvPr>
              <p:cNvCxnSpPr>
                <a:cxnSpLocks/>
                <a:stCxn id="809" idx="6"/>
                <a:endCxn id="81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9" name="直接连接符 858">
                <a:extLst>
                  <a:ext uri="{FF2B5EF4-FFF2-40B4-BE49-F238E27FC236}">
                    <a16:creationId xmlns:a16="http://schemas.microsoft.com/office/drawing/2014/main" id="{D8C3C998-1453-434A-B578-67D320C12BE9}"/>
                  </a:ext>
                </a:extLst>
              </p:cNvPr>
              <p:cNvCxnSpPr>
                <a:cxnSpLocks/>
                <a:stCxn id="810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0" name="直接连接符 859">
                <a:extLst>
                  <a:ext uri="{FF2B5EF4-FFF2-40B4-BE49-F238E27FC236}">
                    <a16:creationId xmlns:a16="http://schemas.microsoft.com/office/drawing/2014/main" id="{69BDC603-CF9A-49B5-8ECE-772CEE3BD6EA}"/>
                  </a:ext>
                </a:extLst>
              </p:cNvPr>
              <p:cNvCxnSpPr>
                <a:cxnSpLocks/>
                <a:stCxn id="811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4" name="组合 993">
            <a:extLst>
              <a:ext uri="{FF2B5EF4-FFF2-40B4-BE49-F238E27FC236}">
                <a16:creationId xmlns:a16="http://schemas.microsoft.com/office/drawing/2014/main" id="{8FB05BBA-313D-4A8A-AF33-06B46FE0C117}"/>
              </a:ext>
            </a:extLst>
          </p:cNvPr>
          <p:cNvGrpSpPr/>
          <p:nvPr/>
        </p:nvGrpSpPr>
        <p:grpSpPr>
          <a:xfrm>
            <a:off x="4654733" y="4290238"/>
            <a:ext cx="1018642" cy="1233993"/>
            <a:chOff x="3538973" y="3071825"/>
            <a:chExt cx="1018642" cy="1233993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9256A64-2451-4966-B048-725CF0A6B49C}"/>
                </a:ext>
              </a:extLst>
            </p:cNvPr>
            <p:cNvSpPr/>
            <p:nvPr/>
          </p:nvSpPr>
          <p:spPr>
            <a:xfrm>
              <a:off x="3538973" y="3071825"/>
              <a:ext cx="1018642" cy="1233993"/>
            </a:xfrm>
            <a:prstGeom prst="roundRect">
              <a:avLst>
                <a:gd name="adj" fmla="val 981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grpSp>
          <p:nvGrpSpPr>
            <p:cNvPr id="741" name="组合 740">
              <a:extLst>
                <a:ext uri="{FF2B5EF4-FFF2-40B4-BE49-F238E27FC236}">
                  <a16:creationId xmlns:a16="http://schemas.microsoft.com/office/drawing/2014/main" id="{7D442C55-2E96-46C7-AC63-58380CAD45E8}"/>
                </a:ext>
              </a:extLst>
            </p:cNvPr>
            <p:cNvGrpSpPr/>
            <p:nvPr/>
          </p:nvGrpSpPr>
          <p:grpSpPr>
            <a:xfrm>
              <a:off x="3673919" y="3197201"/>
              <a:ext cx="735974" cy="1040258"/>
              <a:chOff x="3074124" y="1974065"/>
              <a:chExt cx="1992038" cy="2815638"/>
            </a:xfrm>
          </p:grpSpPr>
          <p:sp>
            <p:nvSpPr>
              <p:cNvPr id="742" name="椭圆 741">
                <a:extLst>
                  <a:ext uri="{FF2B5EF4-FFF2-40B4-BE49-F238E27FC236}">
                    <a16:creationId xmlns:a16="http://schemas.microsoft.com/office/drawing/2014/main" id="{562262DE-B845-4291-BF1B-C85F340763CE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43" name="椭圆 742">
                <a:extLst>
                  <a:ext uri="{FF2B5EF4-FFF2-40B4-BE49-F238E27FC236}">
                    <a16:creationId xmlns:a16="http://schemas.microsoft.com/office/drawing/2014/main" id="{98C65606-610F-4CAC-88D5-A277E2C6A69E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44" name="椭圆 743">
                <a:extLst>
                  <a:ext uri="{FF2B5EF4-FFF2-40B4-BE49-F238E27FC236}">
                    <a16:creationId xmlns:a16="http://schemas.microsoft.com/office/drawing/2014/main" id="{F320D884-EB5D-4175-9A45-4B3C2882BF6D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45" name="椭圆 744">
                <a:extLst>
                  <a:ext uri="{FF2B5EF4-FFF2-40B4-BE49-F238E27FC236}">
                    <a16:creationId xmlns:a16="http://schemas.microsoft.com/office/drawing/2014/main" id="{F8B7064D-CB03-4DA1-B436-A2C9573D867C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46" name="椭圆 745">
                <a:extLst>
                  <a:ext uri="{FF2B5EF4-FFF2-40B4-BE49-F238E27FC236}">
                    <a16:creationId xmlns:a16="http://schemas.microsoft.com/office/drawing/2014/main" id="{ACBA41B3-01DC-473D-A499-0F1DB18555ED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47" name="椭圆 746">
                <a:extLst>
                  <a:ext uri="{FF2B5EF4-FFF2-40B4-BE49-F238E27FC236}">
                    <a16:creationId xmlns:a16="http://schemas.microsoft.com/office/drawing/2014/main" id="{445E4334-84B8-47D9-9212-DFE130350C9F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48" name="椭圆 747">
                <a:extLst>
                  <a:ext uri="{FF2B5EF4-FFF2-40B4-BE49-F238E27FC236}">
                    <a16:creationId xmlns:a16="http://schemas.microsoft.com/office/drawing/2014/main" id="{04D8CB6C-F2F0-44E8-8CB5-D2930FA7C350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49" name="椭圆 748">
                <a:extLst>
                  <a:ext uri="{FF2B5EF4-FFF2-40B4-BE49-F238E27FC236}">
                    <a16:creationId xmlns:a16="http://schemas.microsoft.com/office/drawing/2014/main" id="{0C0675A2-F189-46CB-94DC-AB54C7A143C1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50" name="椭圆 749">
                <a:extLst>
                  <a:ext uri="{FF2B5EF4-FFF2-40B4-BE49-F238E27FC236}">
                    <a16:creationId xmlns:a16="http://schemas.microsoft.com/office/drawing/2014/main" id="{97EF1221-FE08-47A2-8059-9BD153E7C553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51" name="椭圆 750">
                <a:extLst>
                  <a:ext uri="{FF2B5EF4-FFF2-40B4-BE49-F238E27FC236}">
                    <a16:creationId xmlns:a16="http://schemas.microsoft.com/office/drawing/2014/main" id="{1D37DC7C-48A2-4F1F-90A9-A1149E9884D0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52" name="椭圆 751">
                <a:extLst>
                  <a:ext uri="{FF2B5EF4-FFF2-40B4-BE49-F238E27FC236}">
                    <a16:creationId xmlns:a16="http://schemas.microsoft.com/office/drawing/2014/main" id="{59092D4C-7755-419D-A989-5A55B5688814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53" name="椭圆 752">
                <a:extLst>
                  <a:ext uri="{FF2B5EF4-FFF2-40B4-BE49-F238E27FC236}">
                    <a16:creationId xmlns:a16="http://schemas.microsoft.com/office/drawing/2014/main" id="{F9EA1697-425E-4943-A26D-56E361555EDF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54" name="椭圆 753">
                <a:extLst>
                  <a:ext uri="{FF2B5EF4-FFF2-40B4-BE49-F238E27FC236}">
                    <a16:creationId xmlns:a16="http://schemas.microsoft.com/office/drawing/2014/main" id="{434A1C52-E656-40F8-8AD0-05FC86DA9282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755" name="椭圆 754">
                <a:extLst>
                  <a:ext uri="{FF2B5EF4-FFF2-40B4-BE49-F238E27FC236}">
                    <a16:creationId xmlns:a16="http://schemas.microsoft.com/office/drawing/2014/main" id="{56CA67D2-85DB-49F4-8986-49B0A5D35811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cxnSp>
            <p:nvCxnSpPr>
              <p:cNvPr id="756" name="直接连接符 755">
                <a:extLst>
                  <a:ext uri="{FF2B5EF4-FFF2-40B4-BE49-F238E27FC236}">
                    <a16:creationId xmlns:a16="http://schemas.microsoft.com/office/drawing/2014/main" id="{2C5A717B-95B3-444E-B59E-51BD0060271D}"/>
                  </a:ext>
                </a:extLst>
              </p:cNvPr>
              <p:cNvCxnSpPr>
                <a:cxnSpLocks/>
                <a:stCxn id="742" idx="6"/>
                <a:endCxn id="74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直接连接符 756">
                <a:extLst>
                  <a:ext uri="{FF2B5EF4-FFF2-40B4-BE49-F238E27FC236}">
                    <a16:creationId xmlns:a16="http://schemas.microsoft.com/office/drawing/2014/main" id="{B00BB8C1-22A5-4A9A-A9A4-FD0583383514}"/>
                  </a:ext>
                </a:extLst>
              </p:cNvPr>
              <p:cNvCxnSpPr>
                <a:cxnSpLocks/>
                <a:stCxn id="742" idx="6"/>
                <a:endCxn id="74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8" name="直接连接符 757">
                <a:extLst>
                  <a:ext uri="{FF2B5EF4-FFF2-40B4-BE49-F238E27FC236}">
                    <a16:creationId xmlns:a16="http://schemas.microsoft.com/office/drawing/2014/main" id="{745F64A9-1099-4ED8-95D8-3FEADF3F622B}"/>
                  </a:ext>
                </a:extLst>
              </p:cNvPr>
              <p:cNvCxnSpPr>
                <a:cxnSpLocks/>
                <a:stCxn id="742" idx="6"/>
                <a:endCxn id="74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9" name="直接连接符 758">
                <a:extLst>
                  <a:ext uri="{FF2B5EF4-FFF2-40B4-BE49-F238E27FC236}">
                    <a16:creationId xmlns:a16="http://schemas.microsoft.com/office/drawing/2014/main" id="{A41028FA-70C4-4F28-9C78-6EB46D5CD10C}"/>
                  </a:ext>
                </a:extLst>
              </p:cNvPr>
              <p:cNvCxnSpPr>
                <a:cxnSpLocks/>
                <a:stCxn id="742" idx="6"/>
                <a:endCxn id="75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0" name="直接连接符 759">
                <a:extLst>
                  <a:ext uri="{FF2B5EF4-FFF2-40B4-BE49-F238E27FC236}">
                    <a16:creationId xmlns:a16="http://schemas.microsoft.com/office/drawing/2014/main" id="{25D03EC4-DABD-48DA-B1F4-33F7DE9803E0}"/>
                  </a:ext>
                </a:extLst>
              </p:cNvPr>
              <p:cNvCxnSpPr>
                <a:cxnSpLocks/>
                <a:stCxn id="742" idx="6"/>
                <a:endCxn id="75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1" name="直接连接符 760">
                <a:extLst>
                  <a:ext uri="{FF2B5EF4-FFF2-40B4-BE49-F238E27FC236}">
                    <a16:creationId xmlns:a16="http://schemas.microsoft.com/office/drawing/2014/main" id="{89F36E87-7A48-4924-9F46-91CA48F77A46}"/>
                  </a:ext>
                </a:extLst>
              </p:cNvPr>
              <p:cNvCxnSpPr>
                <a:cxnSpLocks/>
                <a:stCxn id="743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2" name="直接连接符 761">
                <a:extLst>
                  <a:ext uri="{FF2B5EF4-FFF2-40B4-BE49-F238E27FC236}">
                    <a16:creationId xmlns:a16="http://schemas.microsoft.com/office/drawing/2014/main" id="{4FD4C206-4E92-41E1-A008-C3512A150FC0}"/>
                  </a:ext>
                </a:extLst>
              </p:cNvPr>
              <p:cNvCxnSpPr>
                <a:cxnSpLocks/>
                <a:stCxn id="743" idx="6"/>
                <a:endCxn id="74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3" name="直接连接符 762">
                <a:extLst>
                  <a:ext uri="{FF2B5EF4-FFF2-40B4-BE49-F238E27FC236}">
                    <a16:creationId xmlns:a16="http://schemas.microsoft.com/office/drawing/2014/main" id="{33A2E02F-C6CA-4871-8BAF-918B9D802003}"/>
                  </a:ext>
                </a:extLst>
              </p:cNvPr>
              <p:cNvCxnSpPr>
                <a:cxnSpLocks/>
                <a:stCxn id="743" idx="6"/>
                <a:endCxn id="74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4" name="直接连接符 763">
                <a:extLst>
                  <a:ext uri="{FF2B5EF4-FFF2-40B4-BE49-F238E27FC236}">
                    <a16:creationId xmlns:a16="http://schemas.microsoft.com/office/drawing/2014/main" id="{04CA247F-2B28-495B-A170-3ED368F48A2D}"/>
                  </a:ext>
                </a:extLst>
              </p:cNvPr>
              <p:cNvCxnSpPr>
                <a:cxnSpLocks/>
                <a:stCxn id="743" idx="6"/>
                <a:endCxn id="75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5" name="直接连接符 764">
                <a:extLst>
                  <a:ext uri="{FF2B5EF4-FFF2-40B4-BE49-F238E27FC236}">
                    <a16:creationId xmlns:a16="http://schemas.microsoft.com/office/drawing/2014/main" id="{61FCFE2D-825D-4B7C-B3C4-BA999A957AD4}"/>
                  </a:ext>
                </a:extLst>
              </p:cNvPr>
              <p:cNvCxnSpPr>
                <a:cxnSpLocks/>
                <a:stCxn id="743" idx="6"/>
                <a:endCxn id="75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6" name="直接连接符 765">
                <a:extLst>
                  <a:ext uri="{FF2B5EF4-FFF2-40B4-BE49-F238E27FC236}">
                    <a16:creationId xmlns:a16="http://schemas.microsoft.com/office/drawing/2014/main" id="{65688C6D-6473-4D9A-AF97-772ED1E126F5}"/>
                  </a:ext>
                </a:extLst>
              </p:cNvPr>
              <p:cNvCxnSpPr>
                <a:cxnSpLocks/>
                <a:stCxn id="744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7" name="直接连接符 766">
                <a:extLst>
                  <a:ext uri="{FF2B5EF4-FFF2-40B4-BE49-F238E27FC236}">
                    <a16:creationId xmlns:a16="http://schemas.microsoft.com/office/drawing/2014/main" id="{48DA9210-B975-4511-BA60-D39CAC084496}"/>
                  </a:ext>
                </a:extLst>
              </p:cNvPr>
              <p:cNvCxnSpPr>
                <a:cxnSpLocks/>
                <a:stCxn id="744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8" name="直接连接符 767">
                <a:extLst>
                  <a:ext uri="{FF2B5EF4-FFF2-40B4-BE49-F238E27FC236}">
                    <a16:creationId xmlns:a16="http://schemas.microsoft.com/office/drawing/2014/main" id="{52F37328-542F-425D-882E-88EE344825D7}"/>
                  </a:ext>
                </a:extLst>
              </p:cNvPr>
              <p:cNvCxnSpPr>
                <a:cxnSpLocks/>
                <a:stCxn id="744" idx="6"/>
                <a:endCxn id="74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9" name="直接连接符 768">
                <a:extLst>
                  <a:ext uri="{FF2B5EF4-FFF2-40B4-BE49-F238E27FC236}">
                    <a16:creationId xmlns:a16="http://schemas.microsoft.com/office/drawing/2014/main" id="{50ED809D-E48B-4C93-81C4-1EF6B56EF5E4}"/>
                  </a:ext>
                </a:extLst>
              </p:cNvPr>
              <p:cNvCxnSpPr>
                <a:cxnSpLocks/>
                <a:stCxn id="744" idx="6"/>
                <a:endCxn id="75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0" name="直接连接符 769">
                <a:extLst>
                  <a:ext uri="{FF2B5EF4-FFF2-40B4-BE49-F238E27FC236}">
                    <a16:creationId xmlns:a16="http://schemas.microsoft.com/office/drawing/2014/main" id="{D7EC5FDA-BF1B-4B03-B9AB-87ECE57EFFEF}"/>
                  </a:ext>
                </a:extLst>
              </p:cNvPr>
              <p:cNvCxnSpPr>
                <a:cxnSpLocks/>
                <a:stCxn id="744" idx="6"/>
                <a:endCxn id="75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1" name="直接连接符 770">
                <a:extLst>
                  <a:ext uri="{FF2B5EF4-FFF2-40B4-BE49-F238E27FC236}">
                    <a16:creationId xmlns:a16="http://schemas.microsoft.com/office/drawing/2014/main" id="{C2D87EE6-9AD4-4012-BABF-AC458D68C306}"/>
                  </a:ext>
                </a:extLst>
              </p:cNvPr>
              <p:cNvCxnSpPr>
                <a:cxnSpLocks/>
                <a:stCxn id="745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2" name="直接连接符 771">
                <a:extLst>
                  <a:ext uri="{FF2B5EF4-FFF2-40B4-BE49-F238E27FC236}">
                    <a16:creationId xmlns:a16="http://schemas.microsoft.com/office/drawing/2014/main" id="{D35265AB-2F2E-40D3-A093-A8E653A0CA12}"/>
                  </a:ext>
                </a:extLst>
              </p:cNvPr>
              <p:cNvCxnSpPr>
                <a:cxnSpLocks/>
                <a:stCxn id="745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3" name="直接连接符 772">
                <a:extLst>
                  <a:ext uri="{FF2B5EF4-FFF2-40B4-BE49-F238E27FC236}">
                    <a16:creationId xmlns:a16="http://schemas.microsoft.com/office/drawing/2014/main" id="{D4096CA1-E488-4585-B4E3-9ED950650579}"/>
                  </a:ext>
                </a:extLst>
              </p:cNvPr>
              <p:cNvCxnSpPr>
                <a:cxnSpLocks/>
                <a:stCxn id="745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4" name="直接连接符 773">
                <a:extLst>
                  <a:ext uri="{FF2B5EF4-FFF2-40B4-BE49-F238E27FC236}">
                    <a16:creationId xmlns:a16="http://schemas.microsoft.com/office/drawing/2014/main" id="{03EE565D-6384-46A5-A66A-1F17DB0639CF}"/>
                  </a:ext>
                </a:extLst>
              </p:cNvPr>
              <p:cNvCxnSpPr>
                <a:cxnSpLocks/>
                <a:stCxn id="745" idx="6"/>
                <a:endCxn id="75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5" name="直接连接符 774">
                <a:extLst>
                  <a:ext uri="{FF2B5EF4-FFF2-40B4-BE49-F238E27FC236}">
                    <a16:creationId xmlns:a16="http://schemas.microsoft.com/office/drawing/2014/main" id="{D24C1C21-29FB-4DAB-BB87-AB4CB0DADC33}"/>
                  </a:ext>
                </a:extLst>
              </p:cNvPr>
              <p:cNvCxnSpPr>
                <a:cxnSpLocks/>
                <a:stCxn id="745" idx="6"/>
                <a:endCxn id="75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6" name="直接连接符 775">
                <a:extLst>
                  <a:ext uri="{FF2B5EF4-FFF2-40B4-BE49-F238E27FC236}">
                    <a16:creationId xmlns:a16="http://schemas.microsoft.com/office/drawing/2014/main" id="{65E05B25-62B1-4CDA-BC40-E6B1AFEF4FB0}"/>
                  </a:ext>
                </a:extLst>
              </p:cNvPr>
              <p:cNvCxnSpPr>
                <a:cxnSpLocks/>
                <a:stCxn id="746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7" name="直接连接符 776">
                <a:extLst>
                  <a:ext uri="{FF2B5EF4-FFF2-40B4-BE49-F238E27FC236}">
                    <a16:creationId xmlns:a16="http://schemas.microsoft.com/office/drawing/2014/main" id="{9817E540-839B-4038-AEB2-4A19C308A37E}"/>
                  </a:ext>
                </a:extLst>
              </p:cNvPr>
              <p:cNvCxnSpPr>
                <a:cxnSpLocks/>
                <a:stCxn id="746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8" name="直接连接符 777">
                <a:extLst>
                  <a:ext uri="{FF2B5EF4-FFF2-40B4-BE49-F238E27FC236}">
                    <a16:creationId xmlns:a16="http://schemas.microsoft.com/office/drawing/2014/main" id="{B45868F2-DC09-41A1-B31A-79C2DEAA77C4}"/>
                  </a:ext>
                </a:extLst>
              </p:cNvPr>
              <p:cNvCxnSpPr>
                <a:cxnSpLocks/>
                <a:stCxn id="746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9" name="直接连接符 778">
                <a:extLst>
                  <a:ext uri="{FF2B5EF4-FFF2-40B4-BE49-F238E27FC236}">
                    <a16:creationId xmlns:a16="http://schemas.microsoft.com/office/drawing/2014/main" id="{196741B8-0E51-4191-8EC7-51B3EE31C6AC}"/>
                  </a:ext>
                </a:extLst>
              </p:cNvPr>
              <p:cNvCxnSpPr>
                <a:cxnSpLocks/>
                <a:stCxn id="746" idx="6"/>
                <a:endCxn id="75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0" name="直接连接符 779">
                <a:extLst>
                  <a:ext uri="{FF2B5EF4-FFF2-40B4-BE49-F238E27FC236}">
                    <a16:creationId xmlns:a16="http://schemas.microsoft.com/office/drawing/2014/main" id="{4111755F-959F-45C8-AB1C-3E204A74C058}"/>
                  </a:ext>
                </a:extLst>
              </p:cNvPr>
              <p:cNvCxnSpPr>
                <a:cxnSpLocks/>
                <a:stCxn id="746" idx="6"/>
                <a:endCxn id="75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1" name="直接连接符 780">
                <a:extLst>
                  <a:ext uri="{FF2B5EF4-FFF2-40B4-BE49-F238E27FC236}">
                    <a16:creationId xmlns:a16="http://schemas.microsoft.com/office/drawing/2014/main" id="{A2B88CE7-B39B-45C8-B0D9-6ADEEEBDA3FA}"/>
                  </a:ext>
                </a:extLst>
              </p:cNvPr>
              <p:cNvCxnSpPr>
                <a:cxnSpLocks/>
                <a:stCxn id="747" idx="6"/>
                <a:endCxn id="75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2" name="直接连接符 781">
                <a:extLst>
                  <a:ext uri="{FF2B5EF4-FFF2-40B4-BE49-F238E27FC236}">
                    <a16:creationId xmlns:a16="http://schemas.microsoft.com/office/drawing/2014/main" id="{D708AEC1-1D8B-4B3B-93E1-BF3EC950DD0E}"/>
                  </a:ext>
                </a:extLst>
              </p:cNvPr>
              <p:cNvCxnSpPr>
                <a:cxnSpLocks/>
                <a:stCxn id="747" idx="6"/>
                <a:endCxn id="75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3" name="直接连接符 782">
                <a:extLst>
                  <a:ext uri="{FF2B5EF4-FFF2-40B4-BE49-F238E27FC236}">
                    <a16:creationId xmlns:a16="http://schemas.microsoft.com/office/drawing/2014/main" id="{1AFB57C2-B3CE-4244-91AD-3A050D765C33}"/>
                  </a:ext>
                </a:extLst>
              </p:cNvPr>
              <p:cNvCxnSpPr>
                <a:cxnSpLocks/>
                <a:stCxn id="747" idx="6"/>
                <a:endCxn id="75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4" name="直接连接符 783">
                <a:extLst>
                  <a:ext uri="{FF2B5EF4-FFF2-40B4-BE49-F238E27FC236}">
                    <a16:creationId xmlns:a16="http://schemas.microsoft.com/office/drawing/2014/main" id="{EE51B30B-B8EE-4FBF-A0B9-125BB3230913}"/>
                  </a:ext>
                </a:extLst>
              </p:cNvPr>
              <p:cNvCxnSpPr>
                <a:cxnSpLocks/>
                <a:stCxn id="747" idx="6"/>
                <a:endCxn id="75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5" name="直接连接符 784">
                <a:extLst>
                  <a:ext uri="{FF2B5EF4-FFF2-40B4-BE49-F238E27FC236}">
                    <a16:creationId xmlns:a16="http://schemas.microsoft.com/office/drawing/2014/main" id="{640E6A4A-5654-44E9-9D2A-8C6838F3834C}"/>
                  </a:ext>
                </a:extLst>
              </p:cNvPr>
              <p:cNvCxnSpPr>
                <a:cxnSpLocks/>
                <a:stCxn id="748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6" name="直接连接符 785">
                <a:extLst>
                  <a:ext uri="{FF2B5EF4-FFF2-40B4-BE49-F238E27FC236}">
                    <a16:creationId xmlns:a16="http://schemas.microsoft.com/office/drawing/2014/main" id="{0B1820F9-D6BB-46AE-BA04-E022F56A4F82}"/>
                  </a:ext>
                </a:extLst>
              </p:cNvPr>
              <p:cNvCxnSpPr>
                <a:cxnSpLocks/>
                <a:stCxn id="748" idx="6"/>
                <a:endCxn id="75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7" name="直接连接符 786">
                <a:extLst>
                  <a:ext uri="{FF2B5EF4-FFF2-40B4-BE49-F238E27FC236}">
                    <a16:creationId xmlns:a16="http://schemas.microsoft.com/office/drawing/2014/main" id="{1A39C9AD-A8EA-4A2C-A8A4-718DC8AA732A}"/>
                  </a:ext>
                </a:extLst>
              </p:cNvPr>
              <p:cNvCxnSpPr>
                <a:cxnSpLocks/>
                <a:stCxn id="748" idx="6"/>
                <a:endCxn id="75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8" name="直接连接符 787">
                <a:extLst>
                  <a:ext uri="{FF2B5EF4-FFF2-40B4-BE49-F238E27FC236}">
                    <a16:creationId xmlns:a16="http://schemas.microsoft.com/office/drawing/2014/main" id="{C1952DE9-3F72-4513-8ED7-A1D34471EE2D}"/>
                  </a:ext>
                </a:extLst>
              </p:cNvPr>
              <p:cNvCxnSpPr>
                <a:cxnSpLocks/>
                <a:stCxn id="748" idx="6"/>
                <a:endCxn id="75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9" name="直接连接符 788">
                <a:extLst>
                  <a:ext uri="{FF2B5EF4-FFF2-40B4-BE49-F238E27FC236}">
                    <a16:creationId xmlns:a16="http://schemas.microsoft.com/office/drawing/2014/main" id="{F791ECC8-E35E-4CBE-9565-99471EA4129E}"/>
                  </a:ext>
                </a:extLst>
              </p:cNvPr>
              <p:cNvCxnSpPr>
                <a:cxnSpLocks/>
                <a:stCxn id="749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0" name="直接连接符 789">
                <a:extLst>
                  <a:ext uri="{FF2B5EF4-FFF2-40B4-BE49-F238E27FC236}">
                    <a16:creationId xmlns:a16="http://schemas.microsoft.com/office/drawing/2014/main" id="{9E78E6D3-554B-4241-81A8-6468392BC4CB}"/>
                  </a:ext>
                </a:extLst>
              </p:cNvPr>
              <p:cNvCxnSpPr>
                <a:cxnSpLocks/>
                <a:stCxn id="750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1" name="直接连接符 790">
                <a:extLst>
                  <a:ext uri="{FF2B5EF4-FFF2-40B4-BE49-F238E27FC236}">
                    <a16:creationId xmlns:a16="http://schemas.microsoft.com/office/drawing/2014/main" id="{D58934B6-F352-46B8-B6FA-84E544F3683D}"/>
                  </a:ext>
                </a:extLst>
              </p:cNvPr>
              <p:cNvCxnSpPr>
                <a:cxnSpLocks/>
                <a:stCxn id="750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2" name="直接连接符 791">
                <a:extLst>
                  <a:ext uri="{FF2B5EF4-FFF2-40B4-BE49-F238E27FC236}">
                    <a16:creationId xmlns:a16="http://schemas.microsoft.com/office/drawing/2014/main" id="{0241487A-C9B5-4F57-AB91-77ACC520CB3A}"/>
                  </a:ext>
                </a:extLst>
              </p:cNvPr>
              <p:cNvCxnSpPr>
                <a:cxnSpLocks/>
                <a:stCxn id="750" idx="6"/>
                <a:endCxn id="75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3" name="直接连接符 792">
                <a:extLst>
                  <a:ext uri="{FF2B5EF4-FFF2-40B4-BE49-F238E27FC236}">
                    <a16:creationId xmlns:a16="http://schemas.microsoft.com/office/drawing/2014/main" id="{852798BC-2535-4BAA-8DAB-76C73B12E208}"/>
                  </a:ext>
                </a:extLst>
              </p:cNvPr>
              <p:cNvCxnSpPr>
                <a:cxnSpLocks/>
                <a:stCxn id="751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4" name="直接连接符 793">
                <a:extLst>
                  <a:ext uri="{FF2B5EF4-FFF2-40B4-BE49-F238E27FC236}">
                    <a16:creationId xmlns:a16="http://schemas.microsoft.com/office/drawing/2014/main" id="{33D92D4B-5213-42A6-8427-5E7B7C41718B}"/>
                  </a:ext>
                </a:extLst>
              </p:cNvPr>
              <p:cNvCxnSpPr>
                <a:cxnSpLocks/>
                <a:stCxn id="751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5" name="直接连接符 794">
                <a:extLst>
                  <a:ext uri="{FF2B5EF4-FFF2-40B4-BE49-F238E27FC236}">
                    <a16:creationId xmlns:a16="http://schemas.microsoft.com/office/drawing/2014/main" id="{662606BC-066C-4148-9528-93F6D40D09B8}"/>
                  </a:ext>
                </a:extLst>
              </p:cNvPr>
              <p:cNvCxnSpPr>
                <a:cxnSpLocks/>
                <a:stCxn id="751" idx="6"/>
                <a:endCxn id="75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6" name="直接连接符 795">
                <a:extLst>
                  <a:ext uri="{FF2B5EF4-FFF2-40B4-BE49-F238E27FC236}">
                    <a16:creationId xmlns:a16="http://schemas.microsoft.com/office/drawing/2014/main" id="{1E097664-A46E-4E80-89CD-A6AD159574AD}"/>
                  </a:ext>
                </a:extLst>
              </p:cNvPr>
              <p:cNvCxnSpPr>
                <a:cxnSpLocks/>
                <a:stCxn id="749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7" name="直接连接符 796">
                <a:extLst>
                  <a:ext uri="{FF2B5EF4-FFF2-40B4-BE49-F238E27FC236}">
                    <a16:creationId xmlns:a16="http://schemas.microsoft.com/office/drawing/2014/main" id="{126B6EB1-4CBB-420E-863E-5732E3C2B195}"/>
                  </a:ext>
                </a:extLst>
              </p:cNvPr>
              <p:cNvCxnSpPr>
                <a:cxnSpLocks/>
                <a:stCxn id="749" idx="6"/>
                <a:endCxn id="75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8" name="直接连接符 797">
                <a:extLst>
                  <a:ext uri="{FF2B5EF4-FFF2-40B4-BE49-F238E27FC236}">
                    <a16:creationId xmlns:a16="http://schemas.microsoft.com/office/drawing/2014/main" id="{038CC78C-50C1-4F17-BD9B-E3C3163B375C}"/>
                  </a:ext>
                </a:extLst>
              </p:cNvPr>
              <p:cNvCxnSpPr>
                <a:cxnSpLocks/>
                <a:stCxn id="749" idx="6"/>
                <a:endCxn id="75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9" name="直接连接符 798">
                <a:extLst>
                  <a:ext uri="{FF2B5EF4-FFF2-40B4-BE49-F238E27FC236}">
                    <a16:creationId xmlns:a16="http://schemas.microsoft.com/office/drawing/2014/main" id="{71712E5B-1F24-4C52-8923-3D8AD53D1B28}"/>
                  </a:ext>
                </a:extLst>
              </p:cNvPr>
              <p:cNvCxnSpPr>
                <a:cxnSpLocks/>
                <a:stCxn id="750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0" name="直接连接符 799">
                <a:extLst>
                  <a:ext uri="{FF2B5EF4-FFF2-40B4-BE49-F238E27FC236}">
                    <a16:creationId xmlns:a16="http://schemas.microsoft.com/office/drawing/2014/main" id="{8A93EE4A-729F-4DBF-8F36-E8BE265BC505}"/>
                  </a:ext>
                </a:extLst>
              </p:cNvPr>
              <p:cNvCxnSpPr>
                <a:cxnSpLocks/>
                <a:stCxn id="751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2" name="组合 991">
            <a:extLst>
              <a:ext uri="{FF2B5EF4-FFF2-40B4-BE49-F238E27FC236}">
                <a16:creationId xmlns:a16="http://schemas.microsoft.com/office/drawing/2014/main" id="{EC0BD209-CC63-46E2-8E2C-B3AA4263EA45}"/>
              </a:ext>
            </a:extLst>
          </p:cNvPr>
          <p:cNvGrpSpPr/>
          <p:nvPr/>
        </p:nvGrpSpPr>
        <p:grpSpPr>
          <a:xfrm>
            <a:off x="6509964" y="4288714"/>
            <a:ext cx="1012319" cy="1232930"/>
            <a:chOff x="5424684" y="3070301"/>
            <a:chExt cx="1012319" cy="1232930"/>
          </a:xfrm>
        </p:grpSpPr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424E1D5D-9489-4CBA-9E51-D01B9E5C67A7}"/>
                </a:ext>
              </a:extLst>
            </p:cNvPr>
            <p:cNvSpPr/>
            <p:nvPr/>
          </p:nvSpPr>
          <p:spPr>
            <a:xfrm>
              <a:off x="5424684" y="3070301"/>
              <a:ext cx="1012319" cy="1232930"/>
            </a:xfrm>
            <a:prstGeom prst="roundRect">
              <a:avLst>
                <a:gd name="adj" fmla="val 8512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grpSp>
          <p:nvGrpSpPr>
            <p:cNvPr id="861" name="组合 860">
              <a:extLst>
                <a:ext uri="{FF2B5EF4-FFF2-40B4-BE49-F238E27FC236}">
                  <a16:creationId xmlns:a16="http://schemas.microsoft.com/office/drawing/2014/main" id="{0CC645C8-46E4-4C82-A55B-51DA488C45BD}"/>
                </a:ext>
              </a:extLst>
            </p:cNvPr>
            <p:cNvGrpSpPr/>
            <p:nvPr/>
          </p:nvGrpSpPr>
          <p:grpSpPr>
            <a:xfrm>
              <a:off x="5555609" y="3189243"/>
              <a:ext cx="735974" cy="1040258"/>
              <a:chOff x="3074124" y="1974065"/>
              <a:chExt cx="1992038" cy="2815638"/>
            </a:xfrm>
          </p:grpSpPr>
          <p:sp>
            <p:nvSpPr>
              <p:cNvPr id="862" name="椭圆 861">
                <a:extLst>
                  <a:ext uri="{FF2B5EF4-FFF2-40B4-BE49-F238E27FC236}">
                    <a16:creationId xmlns:a16="http://schemas.microsoft.com/office/drawing/2014/main" id="{3AD70726-6874-4262-A097-B70D8940D9A1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63" name="椭圆 862">
                <a:extLst>
                  <a:ext uri="{FF2B5EF4-FFF2-40B4-BE49-F238E27FC236}">
                    <a16:creationId xmlns:a16="http://schemas.microsoft.com/office/drawing/2014/main" id="{8495C8A4-6836-48E5-A6C8-06D6861324C1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64" name="椭圆 863">
                <a:extLst>
                  <a:ext uri="{FF2B5EF4-FFF2-40B4-BE49-F238E27FC236}">
                    <a16:creationId xmlns:a16="http://schemas.microsoft.com/office/drawing/2014/main" id="{CB109F8D-5F2E-44AE-862B-F1B45456B658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65" name="椭圆 864">
                <a:extLst>
                  <a:ext uri="{FF2B5EF4-FFF2-40B4-BE49-F238E27FC236}">
                    <a16:creationId xmlns:a16="http://schemas.microsoft.com/office/drawing/2014/main" id="{FBBD80ED-A94A-4A65-A82C-82DDCDE51CCE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66" name="椭圆 865">
                <a:extLst>
                  <a:ext uri="{FF2B5EF4-FFF2-40B4-BE49-F238E27FC236}">
                    <a16:creationId xmlns:a16="http://schemas.microsoft.com/office/drawing/2014/main" id="{16F8A710-1A75-41A8-B798-BBC84B5846EE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67" name="椭圆 866">
                <a:extLst>
                  <a:ext uri="{FF2B5EF4-FFF2-40B4-BE49-F238E27FC236}">
                    <a16:creationId xmlns:a16="http://schemas.microsoft.com/office/drawing/2014/main" id="{3E6E5E95-BF49-413B-A7BD-948588611590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68" name="椭圆 867">
                <a:extLst>
                  <a:ext uri="{FF2B5EF4-FFF2-40B4-BE49-F238E27FC236}">
                    <a16:creationId xmlns:a16="http://schemas.microsoft.com/office/drawing/2014/main" id="{27D439FA-78B4-442A-851E-40450CDDE06B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69" name="椭圆 868">
                <a:extLst>
                  <a:ext uri="{FF2B5EF4-FFF2-40B4-BE49-F238E27FC236}">
                    <a16:creationId xmlns:a16="http://schemas.microsoft.com/office/drawing/2014/main" id="{ED116A22-DCE2-482B-A015-EF5D5F444A1D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70" name="椭圆 869">
                <a:extLst>
                  <a:ext uri="{FF2B5EF4-FFF2-40B4-BE49-F238E27FC236}">
                    <a16:creationId xmlns:a16="http://schemas.microsoft.com/office/drawing/2014/main" id="{A3B34166-B6A0-4274-9926-153EB3084C64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71" name="椭圆 870">
                <a:extLst>
                  <a:ext uri="{FF2B5EF4-FFF2-40B4-BE49-F238E27FC236}">
                    <a16:creationId xmlns:a16="http://schemas.microsoft.com/office/drawing/2014/main" id="{CB0DFC43-CFD9-4678-AEB2-6B3D8A31EFAB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72" name="椭圆 871">
                <a:extLst>
                  <a:ext uri="{FF2B5EF4-FFF2-40B4-BE49-F238E27FC236}">
                    <a16:creationId xmlns:a16="http://schemas.microsoft.com/office/drawing/2014/main" id="{E33010DE-090E-4DA6-B24B-E4781A232041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73" name="椭圆 872">
                <a:extLst>
                  <a:ext uri="{FF2B5EF4-FFF2-40B4-BE49-F238E27FC236}">
                    <a16:creationId xmlns:a16="http://schemas.microsoft.com/office/drawing/2014/main" id="{6D8B1880-8658-476B-86B5-FD4B42DF2441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74" name="椭圆 873">
                <a:extLst>
                  <a:ext uri="{FF2B5EF4-FFF2-40B4-BE49-F238E27FC236}">
                    <a16:creationId xmlns:a16="http://schemas.microsoft.com/office/drawing/2014/main" id="{905C4535-2247-4E56-8722-965C6EEE183F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875" name="椭圆 874">
                <a:extLst>
                  <a:ext uri="{FF2B5EF4-FFF2-40B4-BE49-F238E27FC236}">
                    <a16:creationId xmlns:a16="http://schemas.microsoft.com/office/drawing/2014/main" id="{1AD4440F-CBCE-4D68-86E2-1C4C94575D22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cxnSp>
            <p:nvCxnSpPr>
              <p:cNvPr id="876" name="直接连接符 875">
                <a:extLst>
                  <a:ext uri="{FF2B5EF4-FFF2-40B4-BE49-F238E27FC236}">
                    <a16:creationId xmlns:a16="http://schemas.microsoft.com/office/drawing/2014/main" id="{7830AE40-6DB4-4175-B52A-0C10D406D424}"/>
                  </a:ext>
                </a:extLst>
              </p:cNvPr>
              <p:cNvCxnSpPr>
                <a:cxnSpLocks/>
                <a:stCxn id="862" idx="6"/>
                <a:endCxn id="86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直接连接符 876">
                <a:extLst>
                  <a:ext uri="{FF2B5EF4-FFF2-40B4-BE49-F238E27FC236}">
                    <a16:creationId xmlns:a16="http://schemas.microsoft.com/office/drawing/2014/main" id="{888A6F30-03A6-47FE-AB60-AF8741FD4F52}"/>
                  </a:ext>
                </a:extLst>
              </p:cNvPr>
              <p:cNvCxnSpPr>
                <a:cxnSpLocks/>
                <a:stCxn id="862" idx="6"/>
                <a:endCxn id="86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8" name="直接连接符 877">
                <a:extLst>
                  <a:ext uri="{FF2B5EF4-FFF2-40B4-BE49-F238E27FC236}">
                    <a16:creationId xmlns:a16="http://schemas.microsoft.com/office/drawing/2014/main" id="{1443A75B-5655-4E66-AF6E-8E45255B6F7A}"/>
                  </a:ext>
                </a:extLst>
              </p:cNvPr>
              <p:cNvCxnSpPr>
                <a:cxnSpLocks/>
                <a:stCxn id="862" idx="6"/>
                <a:endCxn id="86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9" name="直接连接符 878">
                <a:extLst>
                  <a:ext uri="{FF2B5EF4-FFF2-40B4-BE49-F238E27FC236}">
                    <a16:creationId xmlns:a16="http://schemas.microsoft.com/office/drawing/2014/main" id="{34817183-853C-4579-A209-575CDF8E9645}"/>
                  </a:ext>
                </a:extLst>
              </p:cNvPr>
              <p:cNvCxnSpPr>
                <a:cxnSpLocks/>
                <a:stCxn id="862" idx="6"/>
                <a:endCxn id="87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0" name="直接连接符 879">
                <a:extLst>
                  <a:ext uri="{FF2B5EF4-FFF2-40B4-BE49-F238E27FC236}">
                    <a16:creationId xmlns:a16="http://schemas.microsoft.com/office/drawing/2014/main" id="{B3608584-F457-448B-84D7-0FBCB8EA2C05}"/>
                  </a:ext>
                </a:extLst>
              </p:cNvPr>
              <p:cNvCxnSpPr>
                <a:cxnSpLocks/>
                <a:stCxn id="862" idx="6"/>
                <a:endCxn id="87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1" name="直接连接符 880">
                <a:extLst>
                  <a:ext uri="{FF2B5EF4-FFF2-40B4-BE49-F238E27FC236}">
                    <a16:creationId xmlns:a16="http://schemas.microsoft.com/office/drawing/2014/main" id="{95CDFA6C-ACC9-4010-AFBA-8F54BAFC8C5A}"/>
                  </a:ext>
                </a:extLst>
              </p:cNvPr>
              <p:cNvCxnSpPr>
                <a:cxnSpLocks/>
                <a:stCxn id="863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2" name="直接连接符 881">
                <a:extLst>
                  <a:ext uri="{FF2B5EF4-FFF2-40B4-BE49-F238E27FC236}">
                    <a16:creationId xmlns:a16="http://schemas.microsoft.com/office/drawing/2014/main" id="{7877179B-3FE9-45BE-B880-E1458317C0A4}"/>
                  </a:ext>
                </a:extLst>
              </p:cNvPr>
              <p:cNvCxnSpPr>
                <a:cxnSpLocks/>
                <a:stCxn id="863" idx="6"/>
                <a:endCxn id="86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3" name="直接连接符 882">
                <a:extLst>
                  <a:ext uri="{FF2B5EF4-FFF2-40B4-BE49-F238E27FC236}">
                    <a16:creationId xmlns:a16="http://schemas.microsoft.com/office/drawing/2014/main" id="{98AFD3AE-D873-46FC-B100-3FC85E6FBBFE}"/>
                  </a:ext>
                </a:extLst>
              </p:cNvPr>
              <p:cNvCxnSpPr>
                <a:cxnSpLocks/>
                <a:stCxn id="863" idx="6"/>
                <a:endCxn id="86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4" name="直接连接符 883">
                <a:extLst>
                  <a:ext uri="{FF2B5EF4-FFF2-40B4-BE49-F238E27FC236}">
                    <a16:creationId xmlns:a16="http://schemas.microsoft.com/office/drawing/2014/main" id="{8559903D-2985-4846-B8BF-125B63E7A45E}"/>
                  </a:ext>
                </a:extLst>
              </p:cNvPr>
              <p:cNvCxnSpPr>
                <a:cxnSpLocks/>
                <a:stCxn id="863" idx="6"/>
                <a:endCxn id="87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5" name="直接连接符 884">
                <a:extLst>
                  <a:ext uri="{FF2B5EF4-FFF2-40B4-BE49-F238E27FC236}">
                    <a16:creationId xmlns:a16="http://schemas.microsoft.com/office/drawing/2014/main" id="{17D3D951-7C97-4A75-8831-D5BFFD5D6FC2}"/>
                  </a:ext>
                </a:extLst>
              </p:cNvPr>
              <p:cNvCxnSpPr>
                <a:cxnSpLocks/>
                <a:stCxn id="863" idx="6"/>
                <a:endCxn id="87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6" name="直接连接符 885">
                <a:extLst>
                  <a:ext uri="{FF2B5EF4-FFF2-40B4-BE49-F238E27FC236}">
                    <a16:creationId xmlns:a16="http://schemas.microsoft.com/office/drawing/2014/main" id="{26285450-56D3-4ADE-94D2-CFB2A6D4206E}"/>
                  </a:ext>
                </a:extLst>
              </p:cNvPr>
              <p:cNvCxnSpPr>
                <a:cxnSpLocks/>
                <a:stCxn id="864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7" name="直接连接符 886">
                <a:extLst>
                  <a:ext uri="{FF2B5EF4-FFF2-40B4-BE49-F238E27FC236}">
                    <a16:creationId xmlns:a16="http://schemas.microsoft.com/office/drawing/2014/main" id="{DF00F124-FF6A-46CD-8CDE-5095C21FB8C5}"/>
                  </a:ext>
                </a:extLst>
              </p:cNvPr>
              <p:cNvCxnSpPr>
                <a:cxnSpLocks/>
                <a:stCxn id="864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8" name="直接连接符 887">
                <a:extLst>
                  <a:ext uri="{FF2B5EF4-FFF2-40B4-BE49-F238E27FC236}">
                    <a16:creationId xmlns:a16="http://schemas.microsoft.com/office/drawing/2014/main" id="{CB0C1DAF-6A47-4EAC-B363-E6E0ECC131E3}"/>
                  </a:ext>
                </a:extLst>
              </p:cNvPr>
              <p:cNvCxnSpPr>
                <a:cxnSpLocks/>
                <a:stCxn id="864" idx="6"/>
                <a:endCxn id="86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9" name="直接连接符 888">
                <a:extLst>
                  <a:ext uri="{FF2B5EF4-FFF2-40B4-BE49-F238E27FC236}">
                    <a16:creationId xmlns:a16="http://schemas.microsoft.com/office/drawing/2014/main" id="{4557CDB0-A398-49F7-B796-F2187F5EE3CE}"/>
                  </a:ext>
                </a:extLst>
              </p:cNvPr>
              <p:cNvCxnSpPr>
                <a:cxnSpLocks/>
                <a:stCxn id="864" idx="6"/>
                <a:endCxn id="87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0" name="直接连接符 889">
                <a:extLst>
                  <a:ext uri="{FF2B5EF4-FFF2-40B4-BE49-F238E27FC236}">
                    <a16:creationId xmlns:a16="http://schemas.microsoft.com/office/drawing/2014/main" id="{D42F9F34-EA65-4A31-A982-4AD1B276F2A9}"/>
                  </a:ext>
                </a:extLst>
              </p:cNvPr>
              <p:cNvCxnSpPr>
                <a:cxnSpLocks/>
                <a:stCxn id="864" idx="6"/>
                <a:endCxn id="87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1" name="直接连接符 890">
                <a:extLst>
                  <a:ext uri="{FF2B5EF4-FFF2-40B4-BE49-F238E27FC236}">
                    <a16:creationId xmlns:a16="http://schemas.microsoft.com/office/drawing/2014/main" id="{ABAD7827-9EDC-4FD2-9A6D-A8AED789E4D2}"/>
                  </a:ext>
                </a:extLst>
              </p:cNvPr>
              <p:cNvCxnSpPr>
                <a:cxnSpLocks/>
                <a:stCxn id="865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2" name="直接连接符 891">
                <a:extLst>
                  <a:ext uri="{FF2B5EF4-FFF2-40B4-BE49-F238E27FC236}">
                    <a16:creationId xmlns:a16="http://schemas.microsoft.com/office/drawing/2014/main" id="{995242EA-FCEC-4508-8188-EF725ABF1B8A}"/>
                  </a:ext>
                </a:extLst>
              </p:cNvPr>
              <p:cNvCxnSpPr>
                <a:cxnSpLocks/>
                <a:stCxn id="865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3" name="直接连接符 892">
                <a:extLst>
                  <a:ext uri="{FF2B5EF4-FFF2-40B4-BE49-F238E27FC236}">
                    <a16:creationId xmlns:a16="http://schemas.microsoft.com/office/drawing/2014/main" id="{5ED71A75-8A68-4EBF-B50D-24869DABF3E4}"/>
                  </a:ext>
                </a:extLst>
              </p:cNvPr>
              <p:cNvCxnSpPr>
                <a:cxnSpLocks/>
                <a:stCxn id="865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4" name="直接连接符 893">
                <a:extLst>
                  <a:ext uri="{FF2B5EF4-FFF2-40B4-BE49-F238E27FC236}">
                    <a16:creationId xmlns:a16="http://schemas.microsoft.com/office/drawing/2014/main" id="{99F897CB-B30A-46DD-B05E-0F370DC6DF8F}"/>
                  </a:ext>
                </a:extLst>
              </p:cNvPr>
              <p:cNvCxnSpPr>
                <a:cxnSpLocks/>
                <a:stCxn id="865" idx="6"/>
                <a:endCxn id="87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5" name="直接连接符 894">
                <a:extLst>
                  <a:ext uri="{FF2B5EF4-FFF2-40B4-BE49-F238E27FC236}">
                    <a16:creationId xmlns:a16="http://schemas.microsoft.com/office/drawing/2014/main" id="{37BF4052-566E-4960-ABFD-D3C06313F5B5}"/>
                  </a:ext>
                </a:extLst>
              </p:cNvPr>
              <p:cNvCxnSpPr>
                <a:cxnSpLocks/>
                <a:stCxn id="865" idx="6"/>
                <a:endCxn id="87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6" name="直接连接符 895">
                <a:extLst>
                  <a:ext uri="{FF2B5EF4-FFF2-40B4-BE49-F238E27FC236}">
                    <a16:creationId xmlns:a16="http://schemas.microsoft.com/office/drawing/2014/main" id="{A58305B7-7152-4859-AF7E-91C47E07AC38}"/>
                  </a:ext>
                </a:extLst>
              </p:cNvPr>
              <p:cNvCxnSpPr>
                <a:cxnSpLocks/>
                <a:stCxn id="866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7" name="直接连接符 896">
                <a:extLst>
                  <a:ext uri="{FF2B5EF4-FFF2-40B4-BE49-F238E27FC236}">
                    <a16:creationId xmlns:a16="http://schemas.microsoft.com/office/drawing/2014/main" id="{09D53863-CCF2-4DFA-B8E6-2844CC5E5DE8}"/>
                  </a:ext>
                </a:extLst>
              </p:cNvPr>
              <p:cNvCxnSpPr>
                <a:cxnSpLocks/>
                <a:stCxn id="866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8" name="直接连接符 897">
                <a:extLst>
                  <a:ext uri="{FF2B5EF4-FFF2-40B4-BE49-F238E27FC236}">
                    <a16:creationId xmlns:a16="http://schemas.microsoft.com/office/drawing/2014/main" id="{4608B8E1-6F3E-417F-AA31-DC8DD50EB064}"/>
                  </a:ext>
                </a:extLst>
              </p:cNvPr>
              <p:cNvCxnSpPr>
                <a:cxnSpLocks/>
                <a:stCxn id="866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9" name="直接连接符 898">
                <a:extLst>
                  <a:ext uri="{FF2B5EF4-FFF2-40B4-BE49-F238E27FC236}">
                    <a16:creationId xmlns:a16="http://schemas.microsoft.com/office/drawing/2014/main" id="{CF6F3C5C-6AD2-49C5-8710-555E2BEC68CE}"/>
                  </a:ext>
                </a:extLst>
              </p:cNvPr>
              <p:cNvCxnSpPr>
                <a:cxnSpLocks/>
                <a:stCxn id="866" idx="6"/>
                <a:endCxn id="87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0" name="直接连接符 899">
                <a:extLst>
                  <a:ext uri="{FF2B5EF4-FFF2-40B4-BE49-F238E27FC236}">
                    <a16:creationId xmlns:a16="http://schemas.microsoft.com/office/drawing/2014/main" id="{545D7540-0003-46DD-B074-5610A4BD2C3E}"/>
                  </a:ext>
                </a:extLst>
              </p:cNvPr>
              <p:cNvCxnSpPr>
                <a:cxnSpLocks/>
                <a:stCxn id="866" idx="6"/>
                <a:endCxn id="87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1" name="直接连接符 900">
                <a:extLst>
                  <a:ext uri="{FF2B5EF4-FFF2-40B4-BE49-F238E27FC236}">
                    <a16:creationId xmlns:a16="http://schemas.microsoft.com/office/drawing/2014/main" id="{9CB3212A-C197-4D83-A9FD-42CAD2CEB381}"/>
                  </a:ext>
                </a:extLst>
              </p:cNvPr>
              <p:cNvCxnSpPr>
                <a:cxnSpLocks/>
                <a:stCxn id="867" idx="6"/>
                <a:endCxn id="87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2" name="直接连接符 901">
                <a:extLst>
                  <a:ext uri="{FF2B5EF4-FFF2-40B4-BE49-F238E27FC236}">
                    <a16:creationId xmlns:a16="http://schemas.microsoft.com/office/drawing/2014/main" id="{342D21C5-060B-48C3-8405-C274AF35E268}"/>
                  </a:ext>
                </a:extLst>
              </p:cNvPr>
              <p:cNvCxnSpPr>
                <a:cxnSpLocks/>
                <a:stCxn id="867" idx="6"/>
                <a:endCxn id="87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3" name="直接连接符 902">
                <a:extLst>
                  <a:ext uri="{FF2B5EF4-FFF2-40B4-BE49-F238E27FC236}">
                    <a16:creationId xmlns:a16="http://schemas.microsoft.com/office/drawing/2014/main" id="{8AF4FC7E-D2E9-441A-93AC-FE99AC038C89}"/>
                  </a:ext>
                </a:extLst>
              </p:cNvPr>
              <p:cNvCxnSpPr>
                <a:cxnSpLocks/>
                <a:stCxn id="867" idx="6"/>
                <a:endCxn id="87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4" name="直接连接符 903">
                <a:extLst>
                  <a:ext uri="{FF2B5EF4-FFF2-40B4-BE49-F238E27FC236}">
                    <a16:creationId xmlns:a16="http://schemas.microsoft.com/office/drawing/2014/main" id="{06D68053-CCEF-4BE4-A56C-DD0B13D44C96}"/>
                  </a:ext>
                </a:extLst>
              </p:cNvPr>
              <p:cNvCxnSpPr>
                <a:cxnSpLocks/>
                <a:stCxn id="867" idx="6"/>
                <a:endCxn id="87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5" name="直接连接符 904">
                <a:extLst>
                  <a:ext uri="{FF2B5EF4-FFF2-40B4-BE49-F238E27FC236}">
                    <a16:creationId xmlns:a16="http://schemas.microsoft.com/office/drawing/2014/main" id="{81067D6D-D40B-4ED5-A562-1EEC1108826C}"/>
                  </a:ext>
                </a:extLst>
              </p:cNvPr>
              <p:cNvCxnSpPr>
                <a:cxnSpLocks/>
                <a:stCxn id="868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6" name="直接连接符 905">
                <a:extLst>
                  <a:ext uri="{FF2B5EF4-FFF2-40B4-BE49-F238E27FC236}">
                    <a16:creationId xmlns:a16="http://schemas.microsoft.com/office/drawing/2014/main" id="{7AB3E0D6-124E-4C56-9A81-992C3BAFAC19}"/>
                  </a:ext>
                </a:extLst>
              </p:cNvPr>
              <p:cNvCxnSpPr>
                <a:cxnSpLocks/>
                <a:stCxn id="868" idx="6"/>
                <a:endCxn id="87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7" name="直接连接符 906">
                <a:extLst>
                  <a:ext uri="{FF2B5EF4-FFF2-40B4-BE49-F238E27FC236}">
                    <a16:creationId xmlns:a16="http://schemas.microsoft.com/office/drawing/2014/main" id="{4B126936-497A-42E8-874D-7BE8B2C14C9E}"/>
                  </a:ext>
                </a:extLst>
              </p:cNvPr>
              <p:cNvCxnSpPr>
                <a:cxnSpLocks/>
                <a:stCxn id="868" idx="6"/>
                <a:endCxn id="87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8" name="直接连接符 907">
                <a:extLst>
                  <a:ext uri="{FF2B5EF4-FFF2-40B4-BE49-F238E27FC236}">
                    <a16:creationId xmlns:a16="http://schemas.microsoft.com/office/drawing/2014/main" id="{74CC8928-FE4F-4C0B-AA69-A698C39F0642}"/>
                  </a:ext>
                </a:extLst>
              </p:cNvPr>
              <p:cNvCxnSpPr>
                <a:cxnSpLocks/>
                <a:stCxn id="868" idx="6"/>
                <a:endCxn id="87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9" name="直接连接符 908">
                <a:extLst>
                  <a:ext uri="{FF2B5EF4-FFF2-40B4-BE49-F238E27FC236}">
                    <a16:creationId xmlns:a16="http://schemas.microsoft.com/office/drawing/2014/main" id="{84B3E333-D982-4C47-846E-3F3219DEF69B}"/>
                  </a:ext>
                </a:extLst>
              </p:cNvPr>
              <p:cNvCxnSpPr>
                <a:cxnSpLocks/>
                <a:stCxn id="869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0" name="直接连接符 909">
                <a:extLst>
                  <a:ext uri="{FF2B5EF4-FFF2-40B4-BE49-F238E27FC236}">
                    <a16:creationId xmlns:a16="http://schemas.microsoft.com/office/drawing/2014/main" id="{8753EC1D-C8B2-4F7F-9828-E78621DB7495}"/>
                  </a:ext>
                </a:extLst>
              </p:cNvPr>
              <p:cNvCxnSpPr>
                <a:cxnSpLocks/>
                <a:stCxn id="870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1" name="直接连接符 910">
                <a:extLst>
                  <a:ext uri="{FF2B5EF4-FFF2-40B4-BE49-F238E27FC236}">
                    <a16:creationId xmlns:a16="http://schemas.microsoft.com/office/drawing/2014/main" id="{8EF50779-ED66-458D-B092-570D6D561F48}"/>
                  </a:ext>
                </a:extLst>
              </p:cNvPr>
              <p:cNvCxnSpPr>
                <a:cxnSpLocks/>
                <a:stCxn id="870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2" name="直接连接符 911">
                <a:extLst>
                  <a:ext uri="{FF2B5EF4-FFF2-40B4-BE49-F238E27FC236}">
                    <a16:creationId xmlns:a16="http://schemas.microsoft.com/office/drawing/2014/main" id="{DC2CB6C5-4248-4115-8FBB-96E06A967CDF}"/>
                  </a:ext>
                </a:extLst>
              </p:cNvPr>
              <p:cNvCxnSpPr>
                <a:cxnSpLocks/>
                <a:stCxn id="870" idx="6"/>
                <a:endCxn id="87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3" name="直接连接符 912">
                <a:extLst>
                  <a:ext uri="{FF2B5EF4-FFF2-40B4-BE49-F238E27FC236}">
                    <a16:creationId xmlns:a16="http://schemas.microsoft.com/office/drawing/2014/main" id="{E5FE77A4-FD6F-456F-B998-228BD2CEA538}"/>
                  </a:ext>
                </a:extLst>
              </p:cNvPr>
              <p:cNvCxnSpPr>
                <a:cxnSpLocks/>
                <a:stCxn id="871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4" name="直接连接符 913">
                <a:extLst>
                  <a:ext uri="{FF2B5EF4-FFF2-40B4-BE49-F238E27FC236}">
                    <a16:creationId xmlns:a16="http://schemas.microsoft.com/office/drawing/2014/main" id="{CD1D1EDB-37FA-4D23-A823-D9F07D46ED74}"/>
                  </a:ext>
                </a:extLst>
              </p:cNvPr>
              <p:cNvCxnSpPr>
                <a:cxnSpLocks/>
                <a:stCxn id="871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5" name="直接连接符 914">
                <a:extLst>
                  <a:ext uri="{FF2B5EF4-FFF2-40B4-BE49-F238E27FC236}">
                    <a16:creationId xmlns:a16="http://schemas.microsoft.com/office/drawing/2014/main" id="{58E92F29-5F6E-48EE-8073-595C3C4E4395}"/>
                  </a:ext>
                </a:extLst>
              </p:cNvPr>
              <p:cNvCxnSpPr>
                <a:cxnSpLocks/>
                <a:stCxn id="871" idx="6"/>
                <a:endCxn id="87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6" name="直接连接符 915">
                <a:extLst>
                  <a:ext uri="{FF2B5EF4-FFF2-40B4-BE49-F238E27FC236}">
                    <a16:creationId xmlns:a16="http://schemas.microsoft.com/office/drawing/2014/main" id="{1BE96087-401F-4FFB-944A-5D2DCF65D147}"/>
                  </a:ext>
                </a:extLst>
              </p:cNvPr>
              <p:cNvCxnSpPr>
                <a:cxnSpLocks/>
                <a:stCxn id="869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7" name="直接连接符 916">
                <a:extLst>
                  <a:ext uri="{FF2B5EF4-FFF2-40B4-BE49-F238E27FC236}">
                    <a16:creationId xmlns:a16="http://schemas.microsoft.com/office/drawing/2014/main" id="{84EADCC6-140E-48B9-BA9B-6172C0E0C5FD}"/>
                  </a:ext>
                </a:extLst>
              </p:cNvPr>
              <p:cNvCxnSpPr>
                <a:cxnSpLocks/>
                <a:stCxn id="869" idx="6"/>
                <a:endCxn id="87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8" name="直接连接符 917">
                <a:extLst>
                  <a:ext uri="{FF2B5EF4-FFF2-40B4-BE49-F238E27FC236}">
                    <a16:creationId xmlns:a16="http://schemas.microsoft.com/office/drawing/2014/main" id="{39FE9247-F080-4BAA-AB49-FAA3B32798CF}"/>
                  </a:ext>
                </a:extLst>
              </p:cNvPr>
              <p:cNvCxnSpPr>
                <a:cxnSpLocks/>
                <a:stCxn id="869" idx="6"/>
                <a:endCxn id="87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9" name="直接连接符 918">
                <a:extLst>
                  <a:ext uri="{FF2B5EF4-FFF2-40B4-BE49-F238E27FC236}">
                    <a16:creationId xmlns:a16="http://schemas.microsoft.com/office/drawing/2014/main" id="{F999F30C-0020-45D3-A5B0-EE57A685DEE3}"/>
                  </a:ext>
                </a:extLst>
              </p:cNvPr>
              <p:cNvCxnSpPr>
                <a:cxnSpLocks/>
                <a:stCxn id="870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0" name="直接连接符 919">
                <a:extLst>
                  <a:ext uri="{FF2B5EF4-FFF2-40B4-BE49-F238E27FC236}">
                    <a16:creationId xmlns:a16="http://schemas.microsoft.com/office/drawing/2014/main" id="{35205F11-F1F4-4B24-B741-E1532F505A7D}"/>
                  </a:ext>
                </a:extLst>
              </p:cNvPr>
              <p:cNvCxnSpPr>
                <a:cxnSpLocks/>
                <a:stCxn id="871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3" name="组合 982">
            <a:extLst>
              <a:ext uri="{FF2B5EF4-FFF2-40B4-BE49-F238E27FC236}">
                <a16:creationId xmlns:a16="http://schemas.microsoft.com/office/drawing/2014/main" id="{B900672F-7DB8-415E-86BF-3DECD0671B6F}"/>
              </a:ext>
            </a:extLst>
          </p:cNvPr>
          <p:cNvGrpSpPr/>
          <p:nvPr/>
        </p:nvGrpSpPr>
        <p:grpSpPr>
          <a:xfrm>
            <a:off x="4743984" y="4146673"/>
            <a:ext cx="758360" cy="256480"/>
            <a:chOff x="3680154" y="2849835"/>
            <a:chExt cx="758360" cy="256480"/>
          </a:xfrm>
        </p:grpSpPr>
        <p:sp>
          <p:nvSpPr>
            <p:cNvPr id="981" name="矩形: 圆角 980">
              <a:extLst>
                <a:ext uri="{FF2B5EF4-FFF2-40B4-BE49-F238E27FC236}">
                  <a16:creationId xmlns:a16="http://schemas.microsoft.com/office/drawing/2014/main" id="{7FCE8D9F-2BA9-4A0B-96ED-795E5FBC8D1B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sp>
          <p:nvSpPr>
            <p:cNvPr id="296" name="文本框 295">
              <a:extLst>
                <a:ext uri="{FF2B5EF4-FFF2-40B4-BE49-F238E27FC236}">
                  <a16:creationId xmlns:a16="http://schemas.microsoft.com/office/drawing/2014/main" id="{D74C5E3D-7BB0-4964-9754-E67A1DC43D0A}"/>
                </a:ext>
              </a:extLst>
            </p:cNvPr>
            <p:cNvSpPr txBox="1"/>
            <p:nvPr/>
          </p:nvSpPr>
          <p:spPr>
            <a:xfrm>
              <a:off x="3717031" y="2849835"/>
              <a:ext cx="646331" cy="256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i="1" dirty="0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Q</a:t>
              </a:r>
              <a:r>
                <a:rPr lang="en-US" altLang="zh-CN" sz="1600" b="1" i="1" baseline="-25000" dirty="0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1600" b="1" i="1" baseline="-250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7" name="组合 986">
            <a:extLst>
              <a:ext uri="{FF2B5EF4-FFF2-40B4-BE49-F238E27FC236}">
                <a16:creationId xmlns:a16="http://schemas.microsoft.com/office/drawing/2014/main" id="{7907BE8F-B3AF-44E6-BEA8-6E74F602EA93}"/>
              </a:ext>
            </a:extLst>
          </p:cNvPr>
          <p:cNvGrpSpPr/>
          <p:nvPr/>
        </p:nvGrpSpPr>
        <p:grpSpPr>
          <a:xfrm>
            <a:off x="5347674" y="3866465"/>
            <a:ext cx="1030247" cy="223651"/>
            <a:chOff x="4281388" y="2609879"/>
            <a:chExt cx="1030247" cy="223651"/>
          </a:xfrm>
        </p:grpSpPr>
        <p:sp>
          <p:nvSpPr>
            <p:cNvPr id="982" name="矩形: 圆角 981">
              <a:extLst>
                <a:ext uri="{FF2B5EF4-FFF2-40B4-BE49-F238E27FC236}">
                  <a16:creationId xmlns:a16="http://schemas.microsoft.com/office/drawing/2014/main" id="{53A5E10E-0BCD-41E1-8E57-009D22E451D2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A7AECAAE-8658-4EBA-A793-EAF2E9F2D1AC}"/>
                </a:ext>
              </a:extLst>
            </p:cNvPr>
            <p:cNvSpPr txBox="1"/>
            <p:nvPr/>
          </p:nvSpPr>
          <p:spPr>
            <a:xfrm>
              <a:off x="4281388" y="2609879"/>
              <a:ext cx="732893" cy="223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000" b="1" i="1" dirty="0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</a:t>
              </a:r>
              <a:r>
                <a:rPr lang="en-US" altLang="zh-CN" sz="1000" b="1" i="1" dirty="0" err="1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Q'</a:t>
              </a:r>
              <a:r>
                <a:rPr lang="en-US" altLang="zh-CN" sz="1600" b="1" i="1" baseline="-25000" dirty="0" err="1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1000" b="1" i="1" baseline="-250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4" name="组合 983">
            <a:extLst>
              <a:ext uri="{FF2B5EF4-FFF2-40B4-BE49-F238E27FC236}">
                <a16:creationId xmlns:a16="http://schemas.microsoft.com/office/drawing/2014/main" id="{5C7E4B6C-F727-4C7C-A977-F14CE8D8A835}"/>
              </a:ext>
            </a:extLst>
          </p:cNvPr>
          <p:cNvGrpSpPr/>
          <p:nvPr/>
        </p:nvGrpSpPr>
        <p:grpSpPr>
          <a:xfrm>
            <a:off x="6626535" y="4142574"/>
            <a:ext cx="758360" cy="256480"/>
            <a:chOff x="3680154" y="2849835"/>
            <a:chExt cx="758360" cy="256480"/>
          </a:xfrm>
        </p:grpSpPr>
        <p:sp>
          <p:nvSpPr>
            <p:cNvPr id="985" name="矩形: 圆角 984">
              <a:extLst>
                <a:ext uri="{FF2B5EF4-FFF2-40B4-BE49-F238E27FC236}">
                  <a16:creationId xmlns:a16="http://schemas.microsoft.com/office/drawing/2014/main" id="{2A904565-C099-43CF-A99F-DF886EF573FE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sp>
          <p:nvSpPr>
            <p:cNvPr id="986" name="文本框 985">
              <a:extLst>
                <a:ext uri="{FF2B5EF4-FFF2-40B4-BE49-F238E27FC236}">
                  <a16:creationId xmlns:a16="http://schemas.microsoft.com/office/drawing/2014/main" id="{75985E83-71EC-48E4-80A8-6AC5D56DAC86}"/>
                </a:ext>
              </a:extLst>
            </p:cNvPr>
            <p:cNvSpPr txBox="1"/>
            <p:nvPr/>
          </p:nvSpPr>
          <p:spPr>
            <a:xfrm>
              <a:off x="3717031" y="2849835"/>
              <a:ext cx="646331" cy="256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i="1" dirty="0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</a:t>
              </a:r>
              <a:r>
                <a:rPr lang="en-US" altLang="zh-CN" sz="1000" b="1" i="1" dirty="0" err="1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600" b="1" i="1" baseline="-25000" dirty="0" err="1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1600" b="1" i="1" baseline="-250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" name="组合 987">
            <a:extLst>
              <a:ext uri="{FF2B5EF4-FFF2-40B4-BE49-F238E27FC236}">
                <a16:creationId xmlns:a16="http://schemas.microsoft.com/office/drawing/2014/main" id="{AAD142F4-5D4C-4D08-9FC3-134522DDE747}"/>
              </a:ext>
            </a:extLst>
          </p:cNvPr>
          <p:cNvGrpSpPr/>
          <p:nvPr/>
        </p:nvGrpSpPr>
        <p:grpSpPr>
          <a:xfrm>
            <a:off x="7238421" y="3892621"/>
            <a:ext cx="1030247" cy="223651"/>
            <a:chOff x="4281388" y="2609879"/>
            <a:chExt cx="1030247" cy="223651"/>
          </a:xfrm>
        </p:grpSpPr>
        <p:sp>
          <p:nvSpPr>
            <p:cNvPr id="989" name="矩形: 圆角 988">
              <a:extLst>
                <a:ext uri="{FF2B5EF4-FFF2-40B4-BE49-F238E27FC236}">
                  <a16:creationId xmlns:a16="http://schemas.microsoft.com/office/drawing/2014/main" id="{1574A0AD-1F2C-4F1E-8BE2-B384384EEF27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sp>
          <p:nvSpPr>
            <p:cNvPr id="990" name="文本框 989">
              <a:extLst>
                <a:ext uri="{FF2B5EF4-FFF2-40B4-BE49-F238E27FC236}">
                  <a16:creationId xmlns:a16="http://schemas.microsoft.com/office/drawing/2014/main" id="{4E5CBC00-323F-42B4-B0DF-DAEE2BC67EA8}"/>
                </a:ext>
              </a:extLst>
            </p:cNvPr>
            <p:cNvSpPr txBox="1"/>
            <p:nvPr/>
          </p:nvSpPr>
          <p:spPr>
            <a:xfrm>
              <a:off x="4281388" y="2609879"/>
              <a:ext cx="732893" cy="223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000" b="1" i="1" dirty="0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</a:t>
              </a:r>
              <a:r>
                <a:rPr lang="en-US" altLang="zh-CN" sz="1000" b="1" i="1" dirty="0" err="1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Q'</a:t>
              </a:r>
              <a:r>
                <a:rPr lang="en-US" altLang="zh-CN" sz="1600" b="1" i="1" baseline="-25000" dirty="0" err="1">
                  <a:solidFill>
                    <a:srgbClr val="1F4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1600" b="1" i="1" baseline="-250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5C2B17A9-2582-4794-A9DE-CF0BC2AA7B8D}"/>
              </a:ext>
            </a:extLst>
          </p:cNvPr>
          <p:cNvCxnSpPr>
            <a:cxnSpLocks/>
          </p:cNvCxnSpPr>
          <p:nvPr/>
        </p:nvCxnSpPr>
        <p:spPr>
          <a:xfrm rot="10800000">
            <a:off x="5121320" y="3800176"/>
            <a:ext cx="1894807" cy="385892"/>
          </a:xfrm>
          <a:prstGeom prst="bentConnector3">
            <a:avLst>
              <a:gd name="adj1" fmla="val -269"/>
            </a:avLst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4" name="组合 1093">
            <a:extLst>
              <a:ext uri="{FF2B5EF4-FFF2-40B4-BE49-F238E27FC236}">
                <a16:creationId xmlns:a16="http://schemas.microsoft.com/office/drawing/2014/main" id="{D141721D-DB74-4D27-A7FC-DE83244EE303}"/>
              </a:ext>
            </a:extLst>
          </p:cNvPr>
          <p:cNvGrpSpPr/>
          <p:nvPr/>
        </p:nvGrpSpPr>
        <p:grpSpPr>
          <a:xfrm>
            <a:off x="9073190" y="3625465"/>
            <a:ext cx="1167436" cy="886980"/>
            <a:chOff x="2278379" y="4983233"/>
            <a:chExt cx="1537572" cy="1187491"/>
          </a:xfrm>
        </p:grpSpPr>
        <p:grpSp>
          <p:nvGrpSpPr>
            <p:cNvPr id="1041" name="组合 1040">
              <a:extLst>
                <a:ext uri="{FF2B5EF4-FFF2-40B4-BE49-F238E27FC236}">
                  <a16:creationId xmlns:a16="http://schemas.microsoft.com/office/drawing/2014/main" id="{3B20F5C1-39E0-4AF4-8089-D299524DADF2}"/>
                </a:ext>
              </a:extLst>
            </p:cNvPr>
            <p:cNvGrpSpPr/>
            <p:nvPr/>
          </p:nvGrpSpPr>
          <p:grpSpPr>
            <a:xfrm>
              <a:off x="2278379" y="5697618"/>
              <a:ext cx="401782" cy="463886"/>
              <a:chOff x="2278379" y="5018763"/>
              <a:chExt cx="989754" cy="1142741"/>
            </a:xfrm>
          </p:grpSpPr>
          <p:sp>
            <p:nvSpPr>
              <p:cNvPr id="1020" name="椭圆 1019">
                <a:extLst>
                  <a:ext uri="{FF2B5EF4-FFF2-40B4-BE49-F238E27FC236}">
                    <a16:creationId xmlns:a16="http://schemas.microsoft.com/office/drawing/2014/main" id="{B1278DA9-014C-49CD-B173-5AE771398075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1038" name="任意多边形: 形状 1037">
                <a:extLst>
                  <a:ext uri="{FF2B5EF4-FFF2-40B4-BE49-F238E27FC236}">
                    <a16:creationId xmlns:a16="http://schemas.microsoft.com/office/drawing/2014/main" id="{78198308-8F02-48A6-BE69-3237826921AD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i="1"/>
              </a:p>
            </p:txBody>
          </p:sp>
        </p:grpSp>
        <p:grpSp>
          <p:nvGrpSpPr>
            <p:cNvPr id="1042" name="组合 1041">
              <a:extLst>
                <a:ext uri="{FF2B5EF4-FFF2-40B4-BE49-F238E27FC236}">
                  <a16:creationId xmlns:a16="http://schemas.microsoft.com/office/drawing/2014/main" id="{BDC1357E-D4C2-4E81-A550-4F8C73B60655}"/>
                </a:ext>
              </a:extLst>
            </p:cNvPr>
            <p:cNvGrpSpPr/>
            <p:nvPr/>
          </p:nvGrpSpPr>
          <p:grpSpPr>
            <a:xfrm>
              <a:off x="3414169" y="5706838"/>
              <a:ext cx="401782" cy="463886"/>
              <a:chOff x="2278379" y="5018763"/>
              <a:chExt cx="989754" cy="1142741"/>
            </a:xfrm>
          </p:grpSpPr>
          <p:sp>
            <p:nvSpPr>
              <p:cNvPr id="1043" name="椭圆 1042">
                <a:extLst>
                  <a:ext uri="{FF2B5EF4-FFF2-40B4-BE49-F238E27FC236}">
                    <a16:creationId xmlns:a16="http://schemas.microsoft.com/office/drawing/2014/main" id="{FC33692F-74E6-4BDD-BD49-1B20127FBE3C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5B9BD5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1044" name="任意多边形: 形状 1043">
                <a:extLst>
                  <a:ext uri="{FF2B5EF4-FFF2-40B4-BE49-F238E27FC236}">
                    <a16:creationId xmlns:a16="http://schemas.microsoft.com/office/drawing/2014/main" id="{9E9D1DB8-D5FE-401E-A985-5BDB26E03F64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93BEE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i="1"/>
              </a:p>
            </p:txBody>
          </p:sp>
        </p:grpSp>
        <p:grpSp>
          <p:nvGrpSpPr>
            <p:cNvPr id="1057" name="组合 1056">
              <a:extLst>
                <a:ext uri="{FF2B5EF4-FFF2-40B4-BE49-F238E27FC236}">
                  <a16:creationId xmlns:a16="http://schemas.microsoft.com/office/drawing/2014/main" id="{BF3007C7-2266-4F4E-98F5-DED3EFB93254}"/>
                </a:ext>
              </a:extLst>
            </p:cNvPr>
            <p:cNvGrpSpPr/>
            <p:nvPr/>
          </p:nvGrpSpPr>
          <p:grpSpPr>
            <a:xfrm>
              <a:off x="2871835" y="5706838"/>
              <a:ext cx="401782" cy="463886"/>
              <a:chOff x="2278379" y="5018763"/>
              <a:chExt cx="989754" cy="1142741"/>
            </a:xfrm>
          </p:grpSpPr>
          <p:sp>
            <p:nvSpPr>
              <p:cNvPr id="1058" name="椭圆 1057">
                <a:extLst>
                  <a:ext uri="{FF2B5EF4-FFF2-40B4-BE49-F238E27FC236}">
                    <a16:creationId xmlns:a16="http://schemas.microsoft.com/office/drawing/2014/main" id="{DE3A0F87-5D35-4779-A68A-07F9D9F98D64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846BDF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1059" name="任意多边形: 形状 1058">
                <a:extLst>
                  <a:ext uri="{FF2B5EF4-FFF2-40B4-BE49-F238E27FC236}">
                    <a16:creationId xmlns:a16="http://schemas.microsoft.com/office/drawing/2014/main" id="{08232CCD-1BC0-4F4B-9B15-B31A4896362D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AC9BE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i="1"/>
              </a:p>
            </p:txBody>
          </p:sp>
        </p:grpSp>
        <p:pic>
          <p:nvPicPr>
            <p:cNvPr id="1061" name="图片 1060">
              <a:extLst>
                <a:ext uri="{FF2B5EF4-FFF2-40B4-BE49-F238E27FC236}">
                  <a16:creationId xmlns:a16="http://schemas.microsoft.com/office/drawing/2014/main" id="{C7018194-024F-4D16-AFAA-7DD4292EF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65610" y="4983233"/>
              <a:ext cx="401782" cy="401783"/>
            </a:xfrm>
            <a:prstGeom prst="rect">
              <a:avLst/>
            </a:prstGeom>
          </p:spPr>
        </p:pic>
        <p:pic>
          <p:nvPicPr>
            <p:cNvPr id="1062" name="图片 1061">
              <a:extLst>
                <a:ext uri="{FF2B5EF4-FFF2-40B4-BE49-F238E27FC236}">
                  <a16:creationId xmlns:a16="http://schemas.microsoft.com/office/drawing/2014/main" id="{CF994163-02E0-4CB8-98F5-A6095B16E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95856" y="5008433"/>
              <a:ext cx="403553" cy="403554"/>
            </a:xfrm>
            <a:prstGeom prst="rect">
              <a:avLst/>
            </a:prstGeom>
          </p:spPr>
        </p:pic>
        <p:cxnSp>
          <p:nvCxnSpPr>
            <p:cNvPr id="1064" name="直接箭头连接符 1063">
              <a:extLst>
                <a:ext uri="{FF2B5EF4-FFF2-40B4-BE49-F238E27FC236}">
                  <a16:creationId xmlns:a16="http://schemas.microsoft.com/office/drawing/2014/main" id="{E5890F24-3879-4143-9B82-9D7EB95D73C0}"/>
                </a:ext>
              </a:extLst>
            </p:cNvPr>
            <p:cNvCxnSpPr>
              <a:cxnSpLocks/>
              <a:stCxn id="1020" idx="0"/>
              <a:endCxn id="1061" idx="2"/>
            </p:cNvCxnSpPr>
            <p:nvPr/>
          </p:nvCxnSpPr>
          <p:spPr>
            <a:xfrm flipV="1">
              <a:off x="2477597" y="5385015"/>
              <a:ext cx="188903" cy="312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直接箭头连接符 1065">
              <a:extLst>
                <a:ext uri="{FF2B5EF4-FFF2-40B4-BE49-F238E27FC236}">
                  <a16:creationId xmlns:a16="http://schemas.microsoft.com/office/drawing/2014/main" id="{1AEF3555-6E93-49BB-97FA-665FAABE7A63}"/>
                </a:ext>
              </a:extLst>
            </p:cNvPr>
            <p:cNvCxnSpPr>
              <a:cxnSpLocks/>
              <a:stCxn id="1058" idx="0"/>
              <a:endCxn id="1061" idx="2"/>
            </p:cNvCxnSpPr>
            <p:nvPr/>
          </p:nvCxnSpPr>
          <p:spPr>
            <a:xfrm flipH="1" flipV="1">
              <a:off x="2666501" y="5385015"/>
              <a:ext cx="404553" cy="321823"/>
            </a:xfrm>
            <a:prstGeom prst="straightConnector1">
              <a:avLst/>
            </a:prstGeom>
            <a:ln>
              <a:solidFill>
                <a:srgbClr val="846BD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直接箭头连接符 1067">
              <a:extLst>
                <a:ext uri="{FF2B5EF4-FFF2-40B4-BE49-F238E27FC236}">
                  <a16:creationId xmlns:a16="http://schemas.microsoft.com/office/drawing/2014/main" id="{ABFBA5BB-91E5-4FDC-9AD6-301DC28356F2}"/>
                </a:ext>
              </a:extLst>
            </p:cNvPr>
            <p:cNvCxnSpPr>
              <a:cxnSpLocks/>
              <a:stCxn id="1043" idx="0"/>
              <a:endCxn id="1062" idx="2"/>
            </p:cNvCxnSpPr>
            <p:nvPr/>
          </p:nvCxnSpPr>
          <p:spPr>
            <a:xfrm flipH="1" flipV="1">
              <a:off x="3397633" y="5411987"/>
              <a:ext cx="215754" cy="29485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9" name="文本框 1068">
            <a:extLst>
              <a:ext uri="{FF2B5EF4-FFF2-40B4-BE49-F238E27FC236}">
                <a16:creationId xmlns:a16="http://schemas.microsoft.com/office/drawing/2014/main" id="{03DD24D6-C705-42BF-A9D1-477338D53767}"/>
              </a:ext>
            </a:extLst>
          </p:cNvPr>
          <p:cNvSpPr txBox="1"/>
          <p:nvPr/>
        </p:nvSpPr>
        <p:spPr>
          <a:xfrm>
            <a:off x="8787149" y="3212187"/>
            <a:ext cx="169240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Phase I:
Hotspot clustering</a:t>
            </a:r>
            <a:endParaRPr lang="zh-CN" altLang="en-US" sz="1400" i="1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5A36D2BA-9AAA-42F4-A842-A37965F9A60F}"/>
              </a:ext>
            </a:extLst>
          </p:cNvPr>
          <p:cNvGrpSpPr/>
          <p:nvPr/>
        </p:nvGrpSpPr>
        <p:grpSpPr>
          <a:xfrm>
            <a:off x="9048597" y="5111335"/>
            <a:ext cx="1163460" cy="939391"/>
            <a:chOff x="4963281" y="4976440"/>
            <a:chExt cx="1537572" cy="1269161"/>
          </a:xfrm>
        </p:grpSpPr>
        <p:grpSp>
          <p:nvGrpSpPr>
            <p:cNvPr id="1070" name="组合 1069">
              <a:extLst>
                <a:ext uri="{FF2B5EF4-FFF2-40B4-BE49-F238E27FC236}">
                  <a16:creationId xmlns:a16="http://schemas.microsoft.com/office/drawing/2014/main" id="{5EA98908-92BC-411F-AAC3-77A79C0FC9E6}"/>
                </a:ext>
              </a:extLst>
            </p:cNvPr>
            <p:cNvGrpSpPr/>
            <p:nvPr/>
          </p:nvGrpSpPr>
          <p:grpSpPr>
            <a:xfrm>
              <a:off x="4963281" y="5772495"/>
              <a:ext cx="401782" cy="463886"/>
              <a:chOff x="2278379" y="5018763"/>
              <a:chExt cx="989754" cy="1142741"/>
            </a:xfrm>
          </p:grpSpPr>
          <p:sp>
            <p:nvSpPr>
              <p:cNvPr id="1071" name="椭圆 1070">
                <a:extLst>
                  <a:ext uri="{FF2B5EF4-FFF2-40B4-BE49-F238E27FC236}">
                    <a16:creationId xmlns:a16="http://schemas.microsoft.com/office/drawing/2014/main" id="{616A82F9-A46C-4F85-82C8-D723156DC8D4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1072" name="任意多边形: 形状 1071">
                <a:extLst>
                  <a:ext uri="{FF2B5EF4-FFF2-40B4-BE49-F238E27FC236}">
                    <a16:creationId xmlns:a16="http://schemas.microsoft.com/office/drawing/2014/main" id="{888BEAB5-BC5F-452B-8B1B-357EB1F0AC2C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i="1"/>
              </a:p>
            </p:txBody>
          </p:sp>
        </p:grpSp>
        <p:grpSp>
          <p:nvGrpSpPr>
            <p:cNvPr id="1073" name="组合 1072">
              <a:extLst>
                <a:ext uri="{FF2B5EF4-FFF2-40B4-BE49-F238E27FC236}">
                  <a16:creationId xmlns:a16="http://schemas.microsoft.com/office/drawing/2014/main" id="{B98791F1-5E4B-4ABB-B3E1-D2A3F711F9E8}"/>
                </a:ext>
              </a:extLst>
            </p:cNvPr>
            <p:cNvGrpSpPr/>
            <p:nvPr/>
          </p:nvGrpSpPr>
          <p:grpSpPr>
            <a:xfrm>
              <a:off x="6099071" y="5781715"/>
              <a:ext cx="401782" cy="463886"/>
              <a:chOff x="2278379" y="5018763"/>
              <a:chExt cx="989754" cy="1142741"/>
            </a:xfrm>
          </p:grpSpPr>
          <p:sp>
            <p:nvSpPr>
              <p:cNvPr id="1074" name="椭圆 1073">
                <a:extLst>
                  <a:ext uri="{FF2B5EF4-FFF2-40B4-BE49-F238E27FC236}">
                    <a16:creationId xmlns:a16="http://schemas.microsoft.com/office/drawing/2014/main" id="{5EF0707C-9D52-40A7-A8F6-F499BE701CD6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5B9BD5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1075" name="任意多边形: 形状 1074">
                <a:extLst>
                  <a:ext uri="{FF2B5EF4-FFF2-40B4-BE49-F238E27FC236}">
                    <a16:creationId xmlns:a16="http://schemas.microsoft.com/office/drawing/2014/main" id="{79E8919E-1627-407D-94EC-78758E19DAFB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93BEE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i="1"/>
              </a:p>
            </p:txBody>
          </p:sp>
        </p:grpSp>
        <p:grpSp>
          <p:nvGrpSpPr>
            <p:cNvPr id="1076" name="组合 1075">
              <a:extLst>
                <a:ext uri="{FF2B5EF4-FFF2-40B4-BE49-F238E27FC236}">
                  <a16:creationId xmlns:a16="http://schemas.microsoft.com/office/drawing/2014/main" id="{3CBBC5CB-032B-4A6C-A2C3-4820C133DFF4}"/>
                </a:ext>
              </a:extLst>
            </p:cNvPr>
            <p:cNvGrpSpPr/>
            <p:nvPr/>
          </p:nvGrpSpPr>
          <p:grpSpPr>
            <a:xfrm>
              <a:off x="5556737" y="5781715"/>
              <a:ext cx="401782" cy="463886"/>
              <a:chOff x="2278379" y="5018763"/>
              <a:chExt cx="989754" cy="1142741"/>
            </a:xfrm>
          </p:grpSpPr>
          <p:sp>
            <p:nvSpPr>
              <p:cNvPr id="1077" name="椭圆 1076">
                <a:extLst>
                  <a:ext uri="{FF2B5EF4-FFF2-40B4-BE49-F238E27FC236}">
                    <a16:creationId xmlns:a16="http://schemas.microsoft.com/office/drawing/2014/main" id="{2DF65958-BD7D-48D5-A09D-1E739DD227E5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846BDF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i="1"/>
              </a:p>
            </p:txBody>
          </p:sp>
          <p:sp>
            <p:nvSpPr>
              <p:cNvPr id="1078" name="任意多边形: 形状 1077">
                <a:extLst>
                  <a:ext uri="{FF2B5EF4-FFF2-40B4-BE49-F238E27FC236}">
                    <a16:creationId xmlns:a16="http://schemas.microsoft.com/office/drawing/2014/main" id="{85A4799F-893B-4248-8018-269862937707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AC9BE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i="1"/>
              </a:p>
            </p:txBody>
          </p:sp>
        </p:grpSp>
        <p:pic>
          <p:nvPicPr>
            <p:cNvPr id="1079" name="图片 1078">
              <a:extLst>
                <a:ext uri="{FF2B5EF4-FFF2-40B4-BE49-F238E27FC236}">
                  <a16:creationId xmlns:a16="http://schemas.microsoft.com/office/drawing/2014/main" id="{B200E26B-6C40-474B-A541-310A7D1D7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41218" y="4976440"/>
              <a:ext cx="440121" cy="440121"/>
            </a:xfrm>
            <a:prstGeom prst="rect">
              <a:avLst/>
            </a:prstGeom>
          </p:spPr>
        </p:pic>
        <p:cxnSp>
          <p:nvCxnSpPr>
            <p:cNvPr id="1081" name="直接箭头连接符 1080">
              <a:extLst>
                <a:ext uri="{FF2B5EF4-FFF2-40B4-BE49-F238E27FC236}">
                  <a16:creationId xmlns:a16="http://schemas.microsoft.com/office/drawing/2014/main" id="{59162214-BB6C-41A8-8415-355A0AF34875}"/>
                </a:ext>
              </a:extLst>
            </p:cNvPr>
            <p:cNvCxnSpPr>
              <a:cxnSpLocks/>
              <a:stCxn id="1071" idx="0"/>
              <a:endCxn id="1079" idx="2"/>
            </p:cNvCxnSpPr>
            <p:nvPr/>
          </p:nvCxnSpPr>
          <p:spPr>
            <a:xfrm flipV="1">
              <a:off x="5162500" y="5416561"/>
              <a:ext cx="598779" cy="3559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直接箭头连接符 1082">
              <a:extLst>
                <a:ext uri="{FF2B5EF4-FFF2-40B4-BE49-F238E27FC236}">
                  <a16:creationId xmlns:a16="http://schemas.microsoft.com/office/drawing/2014/main" id="{F6818E3F-CE41-4320-AA7D-365E0351E1E4}"/>
                </a:ext>
              </a:extLst>
            </p:cNvPr>
            <p:cNvCxnSpPr>
              <a:cxnSpLocks/>
              <a:stCxn id="1074" idx="0"/>
              <a:endCxn id="1079" idx="2"/>
            </p:cNvCxnSpPr>
            <p:nvPr/>
          </p:nvCxnSpPr>
          <p:spPr>
            <a:xfrm flipH="1" flipV="1">
              <a:off x="5761279" y="5416561"/>
              <a:ext cx="537011" cy="36515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8A6611F6-3198-4BCA-B63A-8E5F9C46CC39}"/>
              </a:ext>
            </a:extLst>
          </p:cNvPr>
          <p:cNvSpPr txBox="1"/>
          <p:nvPr/>
        </p:nvSpPr>
        <p:spPr>
          <a:xfrm>
            <a:off x="8801609" y="4724722"/>
            <a:ext cx="1710599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Phase II:
Centralized solver</a:t>
            </a:r>
            <a:endParaRPr lang="zh-CN" altLang="en-US" sz="1400" i="1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B1227331-5828-4C3A-ABB8-BB15835122E5}"/>
              </a:ext>
            </a:extLst>
          </p:cNvPr>
          <p:cNvSpPr/>
          <p:nvPr/>
        </p:nvSpPr>
        <p:spPr>
          <a:xfrm>
            <a:off x="8804917" y="1763001"/>
            <a:ext cx="1645595" cy="326632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4B88428E-293E-46BA-B656-BAC0A39737FF}"/>
              </a:ext>
            </a:extLst>
          </p:cNvPr>
          <p:cNvSpPr txBox="1"/>
          <p:nvPr/>
        </p:nvSpPr>
        <p:spPr>
          <a:xfrm>
            <a:off x="8979889" y="1829011"/>
            <a:ext cx="1451412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i="1" dirty="0">
                <a:solidFill>
                  <a:srgbClr val="5B9BD5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Offloading ratio</a:t>
            </a:r>
            <a:endParaRPr lang="zh-CN" altLang="en-US" sz="1200" i="1" dirty="0">
              <a:solidFill>
                <a:srgbClr val="5B9BD5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54A6CE5F-53C0-41B8-9904-4D5B8F14F231}"/>
              </a:ext>
            </a:extLst>
          </p:cNvPr>
          <p:cNvSpPr txBox="1"/>
          <p:nvPr/>
        </p:nvSpPr>
        <p:spPr>
          <a:xfrm>
            <a:off x="8930188" y="2264957"/>
            <a:ext cx="137753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i="1" dirty="0">
                <a:solidFill>
                  <a:srgbClr val="C997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UAV velocity</a:t>
            </a:r>
            <a:endParaRPr lang="zh-CN" altLang="en-US" sz="1200" i="1" dirty="0">
              <a:solidFill>
                <a:srgbClr val="C997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F4781E68-4EEE-4B80-96F1-E334F4333413}"/>
              </a:ext>
            </a:extLst>
          </p:cNvPr>
          <p:cNvGrpSpPr/>
          <p:nvPr/>
        </p:nvGrpSpPr>
        <p:grpSpPr>
          <a:xfrm>
            <a:off x="8896254" y="1815700"/>
            <a:ext cx="349269" cy="228009"/>
            <a:chOff x="4673685" y="570591"/>
            <a:chExt cx="747200" cy="487788"/>
          </a:xfrm>
        </p:grpSpPr>
        <p:sp>
          <p:nvSpPr>
            <p:cNvPr id="450" name="rotating-circular-arrow_20706">
              <a:extLst>
                <a:ext uri="{FF2B5EF4-FFF2-40B4-BE49-F238E27FC236}">
                  <a16:creationId xmlns:a16="http://schemas.microsoft.com/office/drawing/2014/main" id="{DE0BEFCF-F0CB-473C-90B0-6FBDD2B8E194}"/>
                </a:ext>
              </a:extLst>
            </p:cNvPr>
            <p:cNvSpPr/>
            <p:nvPr/>
          </p:nvSpPr>
          <p:spPr>
            <a:xfrm>
              <a:off x="4673685" y="845638"/>
              <a:ext cx="747200" cy="212741"/>
            </a:xfrm>
            <a:custGeom>
              <a:avLst/>
              <a:gdLst>
                <a:gd name="T0" fmla="*/ 2466 w 2466"/>
                <a:gd name="T1" fmla="*/ 558 h 1327"/>
                <a:gd name="T2" fmla="*/ 1233 w 2466"/>
                <a:gd name="T3" fmla="*/ 0 h 1327"/>
                <a:gd name="T4" fmla="*/ 0 w 2466"/>
                <a:gd name="T5" fmla="*/ 558 h 1327"/>
                <a:gd name="T6" fmla="*/ 40 w 2466"/>
                <a:gd name="T7" fmla="*/ 598 h 1327"/>
                <a:gd name="T8" fmla="*/ 80 w 2466"/>
                <a:gd name="T9" fmla="*/ 558 h 1327"/>
                <a:gd name="T10" fmla="*/ 1233 w 2466"/>
                <a:gd name="T11" fmla="*/ 79 h 1327"/>
                <a:gd name="T12" fmla="*/ 2387 w 2466"/>
                <a:gd name="T13" fmla="*/ 558 h 1327"/>
                <a:gd name="T14" fmla="*/ 1247 w 2466"/>
                <a:gd name="T15" fmla="*/ 1037 h 1327"/>
                <a:gd name="T16" fmla="*/ 1389 w 2466"/>
                <a:gd name="T17" fmla="*/ 895 h 1327"/>
                <a:gd name="T18" fmla="*/ 1389 w 2466"/>
                <a:gd name="T19" fmla="*/ 839 h 1327"/>
                <a:gd name="T20" fmla="*/ 1333 w 2466"/>
                <a:gd name="T21" fmla="*/ 839 h 1327"/>
                <a:gd name="T22" fmla="*/ 1094 w 2466"/>
                <a:gd name="T23" fmla="*/ 1077 h 1327"/>
                <a:gd name="T24" fmla="*/ 1333 w 2466"/>
                <a:gd name="T25" fmla="*/ 1315 h 1327"/>
                <a:gd name="T26" fmla="*/ 1361 w 2466"/>
                <a:gd name="T27" fmla="*/ 1327 h 1327"/>
                <a:gd name="T28" fmla="*/ 1389 w 2466"/>
                <a:gd name="T29" fmla="*/ 1315 h 1327"/>
                <a:gd name="T30" fmla="*/ 1389 w 2466"/>
                <a:gd name="T31" fmla="*/ 1259 h 1327"/>
                <a:gd name="T32" fmla="*/ 1247 w 2466"/>
                <a:gd name="T33" fmla="*/ 1117 h 1327"/>
                <a:gd name="T34" fmla="*/ 2466 w 2466"/>
                <a:gd name="T35" fmla="*/ 558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66" h="1327">
                  <a:moveTo>
                    <a:pt x="2466" y="558"/>
                  </a:moveTo>
                  <a:cubicBezTo>
                    <a:pt x="2466" y="245"/>
                    <a:pt x="1925" y="0"/>
                    <a:pt x="1233" y="0"/>
                  </a:cubicBezTo>
                  <a:cubicBezTo>
                    <a:pt x="542" y="0"/>
                    <a:pt x="0" y="245"/>
                    <a:pt x="0" y="558"/>
                  </a:cubicBezTo>
                  <a:cubicBezTo>
                    <a:pt x="0" y="580"/>
                    <a:pt x="18" y="598"/>
                    <a:pt x="40" y="598"/>
                  </a:cubicBezTo>
                  <a:cubicBezTo>
                    <a:pt x="62" y="598"/>
                    <a:pt x="80" y="580"/>
                    <a:pt x="80" y="558"/>
                  </a:cubicBezTo>
                  <a:cubicBezTo>
                    <a:pt x="80" y="299"/>
                    <a:pt x="608" y="79"/>
                    <a:pt x="1233" y="79"/>
                  </a:cubicBezTo>
                  <a:cubicBezTo>
                    <a:pt x="1858" y="79"/>
                    <a:pt x="2387" y="299"/>
                    <a:pt x="2387" y="558"/>
                  </a:cubicBezTo>
                  <a:cubicBezTo>
                    <a:pt x="2387" y="816"/>
                    <a:pt x="1866" y="1034"/>
                    <a:pt x="1247" y="1037"/>
                  </a:cubicBezTo>
                  <a:lnTo>
                    <a:pt x="1389" y="895"/>
                  </a:lnTo>
                  <a:cubicBezTo>
                    <a:pt x="1404" y="880"/>
                    <a:pt x="1404" y="855"/>
                    <a:pt x="1389" y="839"/>
                  </a:cubicBezTo>
                  <a:cubicBezTo>
                    <a:pt x="1373" y="824"/>
                    <a:pt x="1348" y="824"/>
                    <a:pt x="1333" y="839"/>
                  </a:cubicBezTo>
                  <a:lnTo>
                    <a:pt x="1094" y="1077"/>
                  </a:lnTo>
                  <a:lnTo>
                    <a:pt x="1333" y="1315"/>
                  </a:lnTo>
                  <a:cubicBezTo>
                    <a:pt x="1340" y="1323"/>
                    <a:pt x="1351" y="1327"/>
                    <a:pt x="1361" y="1327"/>
                  </a:cubicBezTo>
                  <a:cubicBezTo>
                    <a:pt x="1371" y="1327"/>
                    <a:pt x="1381" y="1323"/>
                    <a:pt x="1389" y="1315"/>
                  </a:cubicBezTo>
                  <a:cubicBezTo>
                    <a:pt x="1404" y="1300"/>
                    <a:pt x="1404" y="1274"/>
                    <a:pt x="1389" y="1259"/>
                  </a:cubicBezTo>
                  <a:lnTo>
                    <a:pt x="1247" y="1117"/>
                  </a:lnTo>
                  <a:cubicBezTo>
                    <a:pt x="1931" y="1113"/>
                    <a:pt x="2466" y="869"/>
                    <a:pt x="2466" y="5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/>
            </a:p>
          </p:txBody>
        </p:sp>
        <p:pic>
          <p:nvPicPr>
            <p:cNvPr id="449" name="图片 448">
              <a:extLst>
                <a:ext uri="{FF2B5EF4-FFF2-40B4-BE49-F238E27FC236}">
                  <a16:creationId xmlns:a16="http://schemas.microsoft.com/office/drawing/2014/main" id="{35F3F33E-05A1-4A28-9DB0-38B1BE79A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35631" y="570591"/>
              <a:ext cx="571332" cy="453491"/>
            </a:xfrm>
            <a:prstGeom prst="rect">
              <a:avLst/>
            </a:prstGeom>
          </p:spPr>
        </p:pic>
      </p:grpSp>
      <p:pic>
        <p:nvPicPr>
          <p:cNvPr id="453" name="图片 452">
            <a:extLst>
              <a:ext uri="{FF2B5EF4-FFF2-40B4-BE49-F238E27FC236}">
                <a16:creationId xmlns:a16="http://schemas.microsoft.com/office/drawing/2014/main" id="{EED3235C-A0AE-4FD4-8C85-B52CFD2F5F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3051" y="2265485"/>
            <a:ext cx="245737" cy="245737"/>
          </a:xfrm>
          <a:prstGeom prst="rect">
            <a:avLst/>
          </a:prstGeom>
        </p:spPr>
      </p:pic>
      <p:sp>
        <p:nvSpPr>
          <p:cNvPr id="654" name="矩形 653">
            <a:extLst>
              <a:ext uri="{FF2B5EF4-FFF2-40B4-BE49-F238E27FC236}">
                <a16:creationId xmlns:a16="http://schemas.microsoft.com/office/drawing/2014/main" id="{59524D72-C102-45C6-A1D8-682D0619FBE4}"/>
              </a:ext>
            </a:extLst>
          </p:cNvPr>
          <p:cNvSpPr/>
          <p:nvPr/>
        </p:nvSpPr>
        <p:spPr>
          <a:xfrm>
            <a:off x="8805094" y="2238809"/>
            <a:ext cx="1645418" cy="280559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2C825F7F-9392-4822-8BD7-1D91D4FDBEC0}"/>
              </a:ext>
            </a:extLst>
          </p:cNvPr>
          <p:cNvSpPr/>
          <p:nvPr/>
        </p:nvSpPr>
        <p:spPr>
          <a:xfrm>
            <a:off x="8805094" y="2604185"/>
            <a:ext cx="1645418" cy="28803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091" name="文本框 1090">
            <a:extLst>
              <a:ext uri="{FF2B5EF4-FFF2-40B4-BE49-F238E27FC236}">
                <a16:creationId xmlns:a16="http://schemas.microsoft.com/office/drawing/2014/main" id="{D65068A0-1AF0-4AB4-8DC4-DC051EB8FBE6}"/>
              </a:ext>
            </a:extLst>
          </p:cNvPr>
          <p:cNvSpPr txBox="1"/>
          <p:nvPr/>
        </p:nvSpPr>
        <p:spPr>
          <a:xfrm>
            <a:off x="8506130" y="2628169"/>
            <a:ext cx="201190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i="1" dirty="0" err="1">
                <a:solidFill>
                  <a:srgbClr val="8064A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associate&amp;allocate</a:t>
            </a:r>
            <a:endParaRPr lang="zh-CN" altLang="en-US" sz="1200" i="1" dirty="0">
              <a:solidFill>
                <a:srgbClr val="8064A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090" name="图片 1089">
            <a:extLst>
              <a:ext uri="{FF2B5EF4-FFF2-40B4-BE49-F238E27FC236}">
                <a16:creationId xmlns:a16="http://schemas.microsoft.com/office/drawing/2014/main" id="{A8A1AE40-E292-4E28-BE63-F57D8D3E83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5341" y="2581242"/>
            <a:ext cx="331243" cy="331243"/>
          </a:xfrm>
          <a:prstGeom prst="rect">
            <a:avLst/>
          </a:prstGeom>
        </p:spPr>
      </p:pic>
      <p:cxnSp>
        <p:nvCxnSpPr>
          <p:cNvPr id="1103" name="连接符: 肘形 1102">
            <a:extLst>
              <a:ext uri="{FF2B5EF4-FFF2-40B4-BE49-F238E27FC236}">
                <a16:creationId xmlns:a16="http://schemas.microsoft.com/office/drawing/2014/main" id="{1E1FE61E-0EA1-443A-8C02-6A6ED0597CF2}"/>
              </a:ext>
            </a:extLst>
          </p:cNvPr>
          <p:cNvCxnSpPr>
            <a:cxnSpLocks/>
            <a:stCxn id="1095" idx="0"/>
            <a:endCxn id="1101" idx="3"/>
          </p:cNvCxnSpPr>
          <p:nvPr/>
        </p:nvCxnSpPr>
        <p:spPr>
          <a:xfrm rot="16200000" flipH="1">
            <a:off x="6564007" y="-74542"/>
            <a:ext cx="2650227" cy="5220567"/>
          </a:xfrm>
          <a:prstGeom prst="bentConnector4">
            <a:avLst>
              <a:gd name="adj1" fmla="val -8626"/>
              <a:gd name="adj2" fmla="val 10437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2" name="箭头: 虚尾 1111">
            <a:extLst>
              <a:ext uri="{FF2B5EF4-FFF2-40B4-BE49-F238E27FC236}">
                <a16:creationId xmlns:a16="http://schemas.microsoft.com/office/drawing/2014/main" id="{90EF53F2-1A8D-4553-B571-4FC4A57BB3A4}"/>
              </a:ext>
            </a:extLst>
          </p:cNvPr>
          <p:cNvSpPr/>
          <p:nvPr/>
        </p:nvSpPr>
        <p:spPr>
          <a:xfrm rot="5400000">
            <a:off x="9604611" y="4464954"/>
            <a:ext cx="180895" cy="338449"/>
          </a:xfrm>
          <a:prstGeom prst="stripedRightArrow">
            <a:avLst/>
          </a:prstGeom>
          <a:gradFill>
            <a:gsLst>
              <a:gs pos="0">
                <a:srgbClr val="C3B7EF"/>
              </a:gs>
              <a:gs pos="100000">
                <a:srgbClr val="846BD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127" name="任意多边形: 形状 1126">
            <a:extLst>
              <a:ext uri="{FF2B5EF4-FFF2-40B4-BE49-F238E27FC236}">
                <a16:creationId xmlns:a16="http://schemas.microsoft.com/office/drawing/2014/main" id="{A460FA83-225E-4A7F-A24B-EBBEA8378CB7}"/>
              </a:ext>
            </a:extLst>
          </p:cNvPr>
          <p:cNvSpPr/>
          <p:nvPr/>
        </p:nvSpPr>
        <p:spPr>
          <a:xfrm rot="20017721">
            <a:off x="10605556" y="2323648"/>
            <a:ext cx="7707" cy="7309"/>
          </a:xfrm>
          <a:custGeom>
            <a:avLst/>
            <a:gdLst>
              <a:gd name="connsiteX0" fmla="*/ 3624 w 7707"/>
              <a:gd name="connsiteY0" fmla="*/ 0 h 7309"/>
              <a:gd name="connsiteX1" fmla="*/ 7707 w 7707"/>
              <a:gd name="connsiteY1" fmla="*/ 2025 h 7309"/>
              <a:gd name="connsiteX2" fmla="*/ 0 w 7707"/>
              <a:gd name="connsiteY2" fmla="*/ 7309 h 7309"/>
              <a:gd name="connsiteX3" fmla="*/ 3624 w 7707"/>
              <a:gd name="connsiteY3" fmla="*/ 0 h 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07" h="7309">
                <a:moveTo>
                  <a:pt x="3624" y="0"/>
                </a:moveTo>
                <a:lnTo>
                  <a:pt x="7707" y="2025"/>
                </a:lnTo>
                <a:lnTo>
                  <a:pt x="0" y="7309"/>
                </a:lnTo>
                <a:lnTo>
                  <a:pt x="3624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i="1"/>
          </a:p>
        </p:txBody>
      </p:sp>
      <p:sp>
        <p:nvSpPr>
          <p:cNvPr id="1147" name="任意多边形: 形状 1146">
            <a:extLst>
              <a:ext uri="{FF2B5EF4-FFF2-40B4-BE49-F238E27FC236}">
                <a16:creationId xmlns:a16="http://schemas.microsoft.com/office/drawing/2014/main" id="{6BD278AD-E72C-4ED5-ADB3-12ED1D0513CF}"/>
              </a:ext>
            </a:extLst>
          </p:cNvPr>
          <p:cNvSpPr/>
          <p:nvPr/>
        </p:nvSpPr>
        <p:spPr>
          <a:xfrm>
            <a:off x="10681671" y="2747936"/>
            <a:ext cx="2184" cy="1739"/>
          </a:xfrm>
          <a:custGeom>
            <a:avLst/>
            <a:gdLst>
              <a:gd name="connsiteX0" fmla="*/ 0 w 2184"/>
              <a:gd name="connsiteY0" fmla="*/ 0 h 1739"/>
              <a:gd name="connsiteX1" fmla="*/ 2184 w 2184"/>
              <a:gd name="connsiteY1" fmla="*/ 1739 h 1739"/>
              <a:gd name="connsiteX2" fmla="*/ 1 w 2184"/>
              <a:gd name="connsiteY2" fmla="*/ 1 h 1739"/>
              <a:gd name="connsiteX3" fmla="*/ 0 w 2184"/>
              <a:gd name="connsiteY3" fmla="*/ 0 h 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4" h="1739">
                <a:moveTo>
                  <a:pt x="0" y="0"/>
                </a:moveTo>
                <a:lnTo>
                  <a:pt x="2184" y="1739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i="1"/>
          </a:p>
        </p:txBody>
      </p:sp>
      <p:sp>
        <p:nvSpPr>
          <p:cNvPr id="1149" name="文本框 1148">
            <a:extLst>
              <a:ext uri="{FF2B5EF4-FFF2-40B4-BE49-F238E27FC236}">
                <a16:creationId xmlns:a16="http://schemas.microsoft.com/office/drawing/2014/main" id="{6D328F5A-1666-4C2E-B59D-1185610C0869}"/>
              </a:ext>
            </a:extLst>
          </p:cNvPr>
          <p:cNvSpPr txBox="1"/>
          <p:nvPr/>
        </p:nvSpPr>
        <p:spPr>
          <a:xfrm>
            <a:off x="8813038" y="1462125"/>
            <a:ext cx="1710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500" b="1" i="1">
                <a:solidFill>
                  <a:srgbClr val="2F5597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Hybrid decisions</a:t>
            </a:r>
            <a:endParaRPr lang="zh-CN" altLang="en-US" sz="1500" b="1" i="1" dirty="0">
              <a:solidFill>
                <a:srgbClr val="2F5597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1174" name="连接符: 肘形 1173">
            <a:extLst>
              <a:ext uri="{FF2B5EF4-FFF2-40B4-BE49-F238E27FC236}">
                <a16:creationId xmlns:a16="http://schemas.microsoft.com/office/drawing/2014/main" id="{55A01E1E-38BC-42EF-A708-B9BBF50F5AA4}"/>
              </a:ext>
            </a:extLst>
          </p:cNvPr>
          <p:cNvCxnSpPr>
            <a:cxnSpLocks/>
            <a:stCxn id="1148" idx="0"/>
            <a:endCxn id="59" idx="0"/>
          </p:cNvCxnSpPr>
          <p:nvPr/>
        </p:nvCxnSpPr>
        <p:spPr>
          <a:xfrm rot="16200000" flipV="1">
            <a:off x="6008862" y="-2201715"/>
            <a:ext cx="363881" cy="6880792"/>
          </a:xfrm>
          <a:prstGeom prst="bentConnector3">
            <a:avLst>
              <a:gd name="adj1" fmla="val 162823"/>
            </a:avLst>
          </a:prstGeom>
          <a:ln w="19050">
            <a:solidFill>
              <a:schemeClr val="tx1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2" name="矩形 1211">
            <a:extLst>
              <a:ext uri="{FF2B5EF4-FFF2-40B4-BE49-F238E27FC236}">
                <a16:creationId xmlns:a16="http://schemas.microsoft.com/office/drawing/2014/main" id="{95D83ABB-2633-4941-B03F-B25CECA6E4D1}"/>
              </a:ext>
            </a:extLst>
          </p:cNvPr>
          <p:cNvSpPr/>
          <p:nvPr/>
        </p:nvSpPr>
        <p:spPr>
          <a:xfrm>
            <a:off x="8717923" y="3129554"/>
            <a:ext cx="1818741" cy="302121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239" name="任意多边形: 形状 1238">
            <a:extLst>
              <a:ext uri="{FF2B5EF4-FFF2-40B4-BE49-F238E27FC236}">
                <a16:creationId xmlns:a16="http://schemas.microsoft.com/office/drawing/2014/main" id="{B095E9F9-B292-40D7-97DB-F03A3A0093F6}"/>
              </a:ext>
            </a:extLst>
          </p:cNvPr>
          <p:cNvSpPr/>
          <p:nvPr/>
        </p:nvSpPr>
        <p:spPr>
          <a:xfrm>
            <a:off x="8708551" y="2894533"/>
            <a:ext cx="1091" cy="394"/>
          </a:xfrm>
          <a:custGeom>
            <a:avLst/>
            <a:gdLst>
              <a:gd name="connsiteX0" fmla="*/ 0 w 1091"/>
              <a:gd name="connsiteY0" fmla="*/ 0 h 394"/>
              <a:gd name="connsiteX1" fmla="*/ 1091 w 1091"/>
              <a:gd name="connsiteY1" fmla="*/ 0 h 394"/>
              <a:gd name="connsiteX2" fmla="*/ 0 w 1091"/>
              <a:gd name="connsiteY2" fmla="*/ 394 h 394"/>
              <a:gd name="connsiteX3" fmla="*/ 0 w 1091"/>
              <a:gd name="connsiteY3" fmla="*/ 0 h 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1" h="394">
                <a:moveTo>
                  <a:pt x="0" y="0"/>
                </a:moveTo>
                <a:lnTo>
                  <a:pt x="1091" y="0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i="1"/>
          </a:p>
        </p:txBody>
      </p:sp>
      <p:sp>
        <p:nvSpPr>
          <p:cNvPr id="1238" name="任意多边形: 形状 1237">
            <a:extLst>
              <a:ext uri="{FF2B5EF4-FFF2-40B4-BE49-F238E27FC236}">
                <a16:creationId xmlns:a16="http://schemas.microsoft.com/office/drawing/2014/main" id="{89202B00-7836-40A9-B3E3-1D82D2750D6A}"/>
              </a:ext>
            </a:extLst>
          </p:cNvPr>
          <p:cNvSpPr/>
          <p:nvPr/>
        </p:nvSpPr>
        <p:spPr>
          <a:xfrm>
            <a:off x="8708551" y="2894533"/>
            <a:ext cx="1828113" cy="231180"/>
          </a:xfrm>
          <a:custGeom>
            <a:avLst/>
            <a:gdLst>
              <a:gd name="connsiteX0" fmla="*/ 551419 w 1828113"/>
              <a:gd name="connsiteY0" fmla="*/ 0 h 231180"/>
              <a:gd name="connsiteX1" fmla="*/ 1459726 w 1828113"/>
              <a:gd name="connsiteY1" fmla="*/ 0 h 231180"/>
              <a:gd name="connsiteX2" fmla="*/ 1461469 w 1828113"/>
              <a:gd name="connsiteY2" fmla="*/ 18992 h 231180"/>
              <a:gd name="connsiteX3" fmla="*/ 1759358 w 1828113"/>
              <a:gd name="connsiteY3" fmla="*/ 192939 h 231180"/>
              <a:gd name="connsiteX4" fmla="*/ 1828113 w 1828113"/>
              <a:gd name="connsiteY4" fmla="*/ 213380 h 231180"/>
              <a:gd name="connsiteX5" fmla="*/ 1828113 w 1828113"/>
              <a:gd name="connsiteY5" fmla="*/ 231180 h 231180"/>
              <a:gd name="connsiteX6" fmla="*/ 0 w 1828113"/>
              <a:gd name="connsiteY6" fmla="*/ 231180 h 231180"/>
              <a:gd name="connsiteX7" fmla="*/ 0 w 1828113"/>
              <a:gd name="connsiteY7" fmla="*/ 225472 h 231180"/>
              <a:gd name="connsiteX8" fmla="*/ 13541 w 1828113"/>
              <a:gd name="connsiteY8" fmla="*/ 223922 h 231180"/>
              <a:gd name="connsiteX9" fmla="*/ 176698 w 1828113"/>
              <a:gd name="connsiteY9" fmla="*/ 189794 h 231180"/>
              <a:gd name="connsiteX10" fmla="*/ 538825 w 1828113"/>
              <a:gd name="connsiteY10" fmla="*/ 18938 h 231180"/>
              <a:gd name="connsiteX11" fmla="*/ 551419 w 1828113"/>
              <a:gd name="connsiteY11" fmla="*/ 0 h 23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113" h="231180">
                <a:moveTo>
                  <a:pt x="551419" y="0"/>
                </a:moveTo>
                <a:lnTo>
                  <a:pt x="1459726" y="0"/>
                </a:lnTo>
                <a:lnTo>
                  <a:pt x="1461469" y="18992"/>
                </a:lnTo>
                <a:cubicBezTo>
                  <a:pt x="1482672" y="71976"/>
                  <a:pt x="1600441" y="140745"/>
                  <a:pt x="1759358" y="192939"/>
                </a:cubicBezTo>
                <a:lnTo>
                  <a:pt x="1828113" y="213380"/>
                </a:lnTo>
                <a:lnTo>
                  <a:pt x="1828113" y="231180"/>
                </a:lnTo>
                <a:lnTo>
                  <a:pt x="0" y="231180"/>
                </a:lnTo>
                <a:lnTo>
                  <a:pt x="0" y="225472"/>
                </a:lnTo>
                <a:lnTo>
                  <a:pt x="13541" y="223922"/>
                </a:lnTo>
                <a:cubicBezTo>
                  <a:pt x="64489" y="216422"/>
                  <a:pt x="119667" y="205051"/>
                  <a:pt x="176698" y="189794"/>
                </a:cubicBezTo>
                <a:cubicBezTo>
                  <a:pt x="347792" y="144024"/>
                  <a:pt x="486974" y="76285"/>
                  <a:pt x="538825" y="18938"/>
                </a:cubicBezTo>
                <a:lnTo>
                  <a:pt x="551419" y="0"/>
                </a:lnTo>
                <a:close/>
              </a:path>
            </a:pathLst>
          </a:custGeom>
          <a:gradFill flip="none" rotWithShape="1">
            <a:gsLst>
              <a:gs pos="100000">
                <a:srgbClr val="846BDF"/>
              </a:gs>
              <a:gs pos="53000">
                <a:srgbClr val="C3B7EF"/>
              </a:gs>
              <a:gs pos="0">
                <a:srgbClr val="E5E0F8">
                  <a:alpha val="79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i="1"/>
          </a:p>
        </p:txBody>
      </p:sp>
      <p:grpSp>
        <p:nvGrpSpPr>
          <p:cNvPr id="1247" name="组合 1246">
            <a:extLst>
              <a:ext uri="{FF2B5EF4-FFF2-40B4-BE49-F238E27FC236}">
                <a16:creationId xmlns:a16="http://schemas.microsoft.com/office/drawing/2014/main" id="{F09BA66E-E032-462C-AC40-BA9FC2E694F2}"/>
              </a:ext>
            </a:extLst>
          </p:cNvPr>
          <p:cNvGrpSpPr/>
          <p:nvPr/>
        </p:nvGrpSpPr>
        <p:grpSpPr>
          <a:xfrm>
            <a:off x="2945044" y="4886025"/>
            <a:ext cx="1593792" cy="1046833"/>
            <a:chOff x="-118557" y="4339881"/>
            <a:chExt cx="1774288" cy="1046833"/>
          </a:xfrm>
        </p:grpSpPr>
        <p:sp>
          <p:nvSpPr>
            <p:cNvPr id="1246" name="圆柱体 1245">
              <a:extLst>
                <a:ext uri="{FF2B5EF4-FFF2-40B4-BE49-F238E27FC236}">
                  <a16:creationId xmlns:a16="http://schemas.microsoft.com/office/drawing/2014/main" id="{A0A3764E-4D21-4E5A-80C4-2FA20AE3CE51}"/>
                </a:ext>
              </a:extLst>
            </p:cNvPr>
            <p:cNvSpPr/>
            <p:nvPr/>
          </p:nvSpPr>
          <p:spPr>
            <a:xfrm>
              <a:off x="-118557" y="4987998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45" name="圆柱体 1244">
              <a:extLst>
                <a:ext uri="{FF2B5EF4-FFF2-40B4-BE49-F238E27FC236}">
                  <a16:creationId xmlns:a16="http://schemas.microsoft.com/office/drawing/2014/main" id="{FBF1E7B0-4208-4E90-ADAC-7144E6B9EDA5}"/>
                </a:ext>
              </a:extLst>
            </p:cNvPr>
            <p:cNvSpPr/>
            <p:nvPr/>
          </p:nvSpPr>
          <p:spPr>
            <a:xfrm>
              <a:off x="-118557" y="4671062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5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Replay buffer</a:t>
              </a:r>
              <a:endParaRPr lang="en-US" altLang="zh-CN" sz="15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8" name="圆柱体 27">
              <a:extLst>
                <a:ext uri="{FF2B5EF4-FFF2-40B4-BE49-F238E27FC236}">
                  <a16:creationId xmlns:a16="http://schemas.microsoft.com/office/drawing/2014/main" id="{CF8B47EC-FC46-4D46-A5D3-2D0A3993DE56}"/>
                </a:ext>
              </a:extLst>
            </p:cNvPr>
            <p:cNvSpPr/>
            <p:nvPr/>
          </p:nvSpPr>
          <p:spPr>
            <a:xfrm>
              <a:off x="-118557" y="4339881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8" name="矩形 1247">
                <a:extLst>
                  <a:ext uri="{FF2B5EF4-FFF2-40B4-BE49-F238E27FC236}">
                    <a16:creationId xmlns:a16="http://schemas.microsoft.com/office/drawing/2014/main" id="{39CBBC25-F0B8-483E-A821-05248AFA6672}"/>
                  </a:ext>
                </a:extLst>
              </p:cNvPr>
              <p:cNvSpPr/>
              <p:nvPr/>
            </p:nvSpPr>
            <p:spPr>
              <a:xfrm>
                <a:off x="1243017" y="5347035"/>
                <a:ext cx="1643096" cy="32878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en-US" altLang="zh-CN" sz="16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6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</a:t>
                </a:r>
                <a:endParaRPr lang="zh-CN" altLang="en-US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48" name="矩形 1247">
                <a:extLst>
                  <a:ext uri="{FF2B5EF4-FFF2-40B4-BE49-F238E27FC236}">
                    <a16:creationId xmlns:a16="http://schemas.microsoft.com/office/drawing/2014/main" id="{39CBBC25-F0B8-483E-A821-05248AFA6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017" y="5347035"/>
                <a:ext cx="1643096" cy="328784"/>
              </a:xfrm>
              <a:prstGeom prst="rect">
                <a:avLst/>
              </a:prstGeom>
              <a:blipFill>
                <a:blip r:embed="rId10"/>
                <a:stretch>
                  <a:fillRect t="-3509" b="-2105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1" name="直接箭头连接符 1250">
            <a:extLst>
              <a:ext uri="{FF2B5EF4-FFF2-40B4-BE49-F238E27FC236}">
                <a16:creationId xmlns:a16="http://schemas.microsoft.com/office/drawing/2014/main" id="{7497776E-F0C3-4BB5-A1A7-0CE803D194BD}"/>
              </a:ext>
            </a:extLst>
          </p:cNvPr>
          <p:cNvCxnSpPr/>
          <p:nvPr/>
        </p:nvCxnSpPr>
        <p:spPr>
          <a:xfrm>
            <a:off x="1960120" y="3070267"/>
            <a:ext cx="0" cy="22511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3" name="直接连接符 1252">
            <a:extLst>
              <a:ext uri="{FF2B5EF4-FFF2-40B4-BE49-F238E27FC236}">
                <a16:creationId xmlns:a16="http://schemas.microsoft.com/office/drawing/2014/main" id="{E9510BBA-0DF0-4FFF-B40A-A805AD50FAF9}"/>
              </a:ext>
            </a:extLst>
          </p:cNvPr>
          <p:cNvCxnSpPr/>
          <p:nvPr/>
        </p:nvCxnSpPr>
        <p:spPr>
          <a:xfrm>
            <a:off x="2643416" y="3063590"/>
            <a:ext cx="7301" cy="11224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5" name="直接箭头连接符 1254">
            <a:extLst>
              <a:ext uri="{FF2B5EF4-FFF2-40B4-BE49-F238E27FC236}">
                <a16:creationId xmlns:a16="http://schemas.microsoft.com/office/drawing/2014/main" id="{A80BCA1F-9326-437A-9446-2F27D1C57516}"/>
              </a:ext>
            </a:extLst>
          </p:cNvPr>
          <p:cNvCxnSpPr/>
          <p:nvPr/>
        </p:nvCxnSpPr>
        <p:spPr>
          <a:xfrm>
            <a:off x="2631716" y="4699347"/>
            <a:ext cx="0" cy="6359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3" name="直接连接符 1272">
            <a:extLst>
              <a:ext uri="{FF2B5EF4-FFF2-40B4-BE49-F238E27FC236}">
                <a16:creationId xmlns:a16="http://schemas.microsoft.com/office/drawing/2014/main" id="{A9B2A3D3-B5E4-4296-B37E-CCDDC3CFA41B}"/>
              </a:ext>
            </a:extLst>
          </p:cNvPr>
          <p:cNvCxnSpPr/>
          <p:nvPr/>
        </p:nvCxnSpPr>
        <p:spPr>
          <a:xfrm flipV="1">
            <a:off x="4624253" y="5841196"/>
            <a:ext cx="1480262" cy="9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1" name="直接连接符 1290">
            <a:extLst>
              <a:ext uri="{FF2B5EF4-FFF2-40B4-BE49-F238E27FC236}">
                <a16:creationId xmlns:a16="http://schemas.microsoft.com/office/drawing/2014/main" id="{B59840E4-8038-49C6-BF8B-83F501011674}"/>
              </a:ext>
            </a:extLst>
          </p:cNvPr>
          <p:cNvCxnSpPr>
            <a:cxnSpLocks/>
          </p:cNvCxnSpPr>
          <p:nvPr/>
        </p:nvCxnSpPr>
        <p:spPr>
          <a:xfrm>
            <a:off x="5130628" y="3782003"/>
            <a:ext cx="0" cy="4188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6" name="连接符: 肘形 1295">
            <a:extLst>
              <a:ext uri="{FF2B5EF4-FFF2-40B4-BE49-F238E27FC236}">
                <a16:creationId xmlns:a16="http://schemas.microsoft.com/office/drawing/2014/main" id="{C480108B-38E3-4F0D-9562-EB034FE35494}"/>
              </a:ext>
            </a:extLst>
          </p:cNvPr>
          <p:cNvCxnSpPr>
            <a:stCxn id="2" idx="3"/>
          </p:cNvCxnSpPr>
          <p:nvPr/>
        </p:nvCxnSpPr>
        <p:spPr>
          <a:xfrm flipV="1">
            <a:off x="5586199" y="2731601"/>
            <a:ext cx="678753" cy="6917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0" name="连接符: 肘形 1299">
            <a:extLst>
              <a:ext uri="{FF2B5EF4-FFF2-40B4-BE49-F238E27FC236}">
                <a16:creationId xmlns:a16="http://schemas.microsoft.com/office/drawing/2014/main" id="{AEDA5E26-F823-4FF6-A4B9-4A9C91EE492B}"/>
              </a:ext>
            </a:extLst>
          </p:cNvPr>
          <p:cNvCxnSpPr>
            <a:cxnSpLocks/>
          </p:cNvCxnSpPr>
          <p:nvPr/>
        </p:nvCxnSpPr>
        <p:spPr>
          <a:xfrm flipV="1">
            <a:off x="4624253" y="3043791"/>
            <a:ext cx="1634716" cy="505208"/>
          </a:xfrm>
          <a:prstGeom prst="bentConnector3">
            <a:avLst>
              <a:gd name="adj1" fmla="val -11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5" name="连接符: 肘形 1304">
            <a:extLst>
              <a:ext uri="{FF2B5EF4-FFF2-40B4-BE49-F238E27FC236}">
                <a16:creationId xmlns:a16="http://schemas.microsoft.com/office/drawing/2014/main" id="{A80D41E6-67B2-4AF6-ACF8-6B150735E7FA}"/>
              </a:ext>
            </a:extLst>
          </p:cNvPr>
          <p:cNvCxnSpPr>
            <a:cxnSpLocks/>
            <a:stCxn id="1248" idx="2"/>
            <a:endCxn id="1246" idx="3"/>
          </p:cNvCxnSpPr>
          <p:nvPr/>
        </p:nvCxnSpPr>
        <p:spPr>
          <a:xfrm rot="16200000" flipH="1">
            <a:off x="2774733" y="4965650"/>
            <a:ext cx="257039" cy="1677375"/>
          </a:xfrm>
          <a:prstGeom prst="bentConnector3">
            <a:avLst>
              <a:gd name="adj1" fmla="val 18893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8387421-6A8F-DE16-1523-AD14549478C0}"/>
              </a:ext>
            </a:extLst>
          </p:cNvPr>
          <p:cNvSpPr/>
          <p:nvPr/>
        </p:nvSpPr>
        <p:spPr>
          <a:xfrm>
            <a:off x="1117600" y="1054100"/>
            <a:ext cx="3619500" cy="2006600"/>
          </a:xfrm>
          <a:prstGeom prst="round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8364C1-07A8-8ECE-1B2C-190C9627EB7A}"/>
              </a:ext>
            </a:extLst>
          </p:cNvPr>
          <p:cNvSpPr txBox="1"/>
          <p:nvPr/>
        </p:nvSpPr>
        <p:spPr>
          <a:xfrm>
            <a:off x="2165551" y="1066800"/>
            <a:ext cx="1150956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Environment</a:t>
            </a:r>
            <a:endParaRPr lang="zh-CN" altLang="en-US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A3F67556-9DA0-892F-DD20-CC509F09F4CE}"/>
              </a:ext>
            </a:extLst>
          </p:cNvPr>
          <p:cNvPicPr>
            <a:picLocks/>
          </p:cNvPicPr>
          <p:nvPr/>
        </p:nvPicPr>
        <p:blipFill>
          <a:blip r:embed="rId11"/>
          <a:srcRect l="3755" t="-1440" r="10123"/>
          <a:stretch>
            <a:fillRect/>
          </a:stretch>
        </p:blipFill>
        <p:spPr>
          <a:xfrm>
            <a:off x="1308563" y="1305993"/>
            <a:ext cx="2876544" cy="1661898"/>
          </a:xfrm>
          <a:prstGeom prst="rect">
            <a:avLst/>
          </a:prstGeom>
          <a:ln w="6350">
            <a:solidFill>
              <a:srgbClr val="B4B4B4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867188E-EDD5-12F6-1458-DD8E23367059}"/>
                  </a:ext>
                </a:extLst>
              </p:cNvPr>
              <p:cNvSpPr txBox="1"/>
              <p:nvPr/>
            </p:nvSpPr>
            <p:spPr>
              <a:xfrm>
                <a:off x="1185861" y="3782003"/>
                <a:ext cx="6817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sz="1400" i="1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867188E-EDD5-12F6-1458-DD8E23367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61" y="3782003"/>
                <a:ext cx="681742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C2D33FFB-011D-F2E2-15AC-83CC77813797}"/>
                  </a:ext>
                </a:extLst>
              </p:cNvPr>
              <p:cNvSpPr/>
              <p:nvPr/>
            </p:nvSpPr>
            <p:spPr>
              <a:xfrm>
                <a:off x="2819365" y="3170937"/>
                <a:ext cx="1272353" cy="416329"/>
              </a:xfrm>
              <a:prstGeom prst="rect">
                <a:avLst/>
              </a:prstGeom>
              <a:solidFill>
                <a:srgbClr val="BB6B57">
                  <a:alpha val="86000"/>
                </a:srgbClr>
              </a:solidFill>
              <a:ln w="19050">
                <a:solidFill>
                  <a:srgbClr val="93323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400" b="0" i="1" smtClean="0">
                              <a:ln w="3175"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1400" b="0" i="1" smtClean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i="1" dirty="0">
                  <a:ln w="3175">
                    <a:noFill/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C2D33FFB-011D-F2E2-15AC-83CC77813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65" y="3170937"/>
                <a:ext cx="1272353" cy="416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93323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39256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66E2-6F94-90E3-17B9-F5559E66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4E0780E-5785-8C20-EE69-DA4BE0CE428B}"/>
              </a:ext>
            </a:extLst>
          </p:cNvPr>
          <p:cNvSpPr/>
          <p:nvPr/>
        </p:nvSpPr>
        <p:spPr>
          <a:xfrm>
            <a:off x="4556530" y="745678"/>
            <a:ext cx="4005720" cy="5321719"/>
          </a:xfrm>
          <a:prstGeom prst="roundRect">
            <a:avLst>
              <a:gd name="adj" fmla="val 3632"/>
            </a:avLst>
          </a:prstGeom>
          <a:solidFill>
            <a:srgbClr val="FBDDD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8" name="矩形 1147">
            <a:extLst>
              <a:ext uri="{FF2B5EF4-FFF2-40B4-BE49-F238E27FC236}">
                <a16:creationId xmlns:a16="http://schemas.microsoft.com/office/drawing/2014/main" id="{20F25A45-780F-E376-CE7C-F123FB45F728}"/>
              </a:ext>
            </a:extLst>
          </p:cNvPr>
          <p:cNvSpPr/>
          <p:nvPr/>
        </p:nvSpPr>
        <p:spPr>
          <a:xfrm>
            <a:off x="8725731" y="1420621"/>
            <a:ext cx="1810933" cy="156848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95" name="矩形: 圆角 1094">
            <a:extLst>
              <a:ext uri="{FF2B5EF4-FFF2-40B4-BE49-F238E27FC236}">
                <a16:creationId xmlns:a16="http://schemas.microsoft.com/office/drawing/2014/main" id="{F5D61B61-1467-9FBD-0ABF-4FA8341CC9B7}"/>
              </a:ext>
            </a:extLst>
          </p:cNvPr>
          <p:cNvSpPr/>
          <p:nvPr/>
        </p:nvSpPr>
        <p:spPr>
          <a:xfrm>
            <a:off x="4756801" y="1210628"/>
            <a:ext cx="1044074" cy="1428715"/>
          </a:xfrm>
          <a:prstGeom prst="roundRect">
            <a:avLst>
              <a:gd name="adj" fmla="val 9549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DA378F13-CFA4-8AC4-443A-A4FF62256F44}"/>
              </a:ext>
            </a:extLst>
          </p:cNvPr>
          <p:cNvCxnSpPr>
            <a:cxnSpLocks/>
          </p:cNvCxnSpPr>
          <p:nvPr/>
        </p:nvCxnSpPr>
        <p:spPr>
          <a:xfrm flipV="1">
            <a:off x="7471491" y="5231298"/>
            <a:ext cx="259895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0F6D2270-C2B0-4F42-EF02-B0A705AB8A60}"/>
              </a:ext>
            </a:extLst>
          </p:cNvPr>
          <p:cNvCxnSpPr>
            <a:cxnSpLocks/>
          </p:cNvCxnSpPr>
          <p:nvPr/>
        </p:nvCxnSpPr>
        <p:spPr>
          <a:xfrm flipV="1">
            <a:off x="5623984" y="5231298"/>
            <a:ext cx="297227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3469414-7809-C998-9D2A-3283D0CF4A5F}"/>
              </a:ext>
            </a:extLst>
          </p:cNvPr>
          <p:cNvGrpSpPr/>
          <p:nvPr/>
        </p:nvGrpSpPr>
        <p:grpSpPr>
          <a:xfrm>
            <a:off x="2903455" y="3251618"/>
            <a:ext cx="1353567" cy="505541"/>
            <a:chOff x="7035800" y="5591454"/>
            <a:chExt cx="2540000" cy="755650"/>
          </a:xfrm>
          <a:solidFill>
            <a:srgbClr val="BB6B57">
              <a:alpha val="86000"/>
            </a:srgbClr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106FDC7-81D0-6900-9950-DAA998CF234C}"/>
                </a:ext>
              </a:extLst>
            </p:cNvPr>
            <p:cNvSpPr/>
            <p:nvPr/>
          </p:nvSpPr>
          <p:spPr>
            <a:xfrm>
              <a:off x="7188200" y="572480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C71438-E5AA-8C32-0EB9-67C168A11A45}"/>
                </a:ext>
              </a:extLst>
            </p:cNvPr>
            <p:cNvSpPr/>
            <p:nvPr/>
          </p:nvSpPr>
          <p:spPr>
            <a:xfrm>
              <a:off x="7035800" y="559145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288DA41E-1F55-4E75-526A-8888B23C1E0E}"/>
              </a:ext>
            </a:extLst>
          </p:cNvPr>
          <p:cNvSpPr/>
          <p:nvPr/>
        </p:nvSpPr>
        <p:spPr>
          <a:xfrm>
            <a:off x="4914918" y="1837945"/>
            <a:ext cx="702048" cy="25338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S(n)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053F69A-7854-EB54-F102-FD5DDDAAA97A}"/>
              </a:ext>
            </a:extLst>
          </p:cNvPr>
          <p:cNvSpPr txBox="1"/>
          <p:nvPr/>
        </p:nvSpPr>
        <p:spPr>
          <a:xfrm>
            <a:off x="4833954" y="1243481"/>
            <a:ext cx="91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State </a:t>
            </a:r>
            <a:endParaRPr kumimoji="0" lang="zh-CN" altLang="en-US" sz="1600" b="1" i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422AE8BC-CD95-6443-F6DB-EE6DAEE28501}"/>
              </a:ext>
            </a:extLst>
          </p:cNvPr>
          <p:cNvCxnSpPr>
            <a:cxnSpLocks/>
          </p:cNvCxnSpPr>
          <p:nvPr/>
        </p:nvCxnSpPr>
        <p:spPr>
          <a:xfrm flipV="1">
            <a:off x="3517494" y="3768386"/>
            <a:ext cx="0" cy="11288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>
            <a:extLst>
              <a:ext uri="{FF2B5EF4-FFF2-40B4-BE49-F238E27FC236}">
                <a16:creationId xmlns:a16="http://schemas.microsoft.com/office/drawing/2014/main" id="{789B731A-D939-C022-8C97-FA4AB649F2B4}"/>
              </a:ext>
            </a:extLst>
          </p:cNvPr>
          <p:cNvSpPr txBox="1"/>
          <p:nvPr/>
        </p:nvSpPr>
        <p:spPr>
          <a:xfrm>
            <a:off x="3478142" y="4156764"/>
            <a:ext cx="1242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Sample
mini-batch</a:t>
            </a: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8235AC-8D5E-CBEE-BAC2-FBB1F9EB0002}"/>
              </a:ext>
            </a:extLst>
          </p:cNvPr>
          <p:cNvSpPr/>
          <p:nvPr/>
        </p:nvSpPr>
        <p:spPr>
          <a:xfrm>
            <a:off x="4694031" y="3287562"/>
            <a:ext cx="892168" cy="271477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Policy loss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F4946F3-6009-110E-410C-A3699C565B13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5135203" y="3559039"/>
            <a:ext cx="4912" cy="2358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038BD75B-5480-2D32-0BF0-01C1C4D141D0}"/>
              </a:ext>
            </a:extLst>
          </p:cNvPr>
          <p:cNvSpPr txBox="1"/>
          <p:nvPr/>
        </p:nvSpPr>
        <p:spPr>
          <a:xfrm>
            <a:off x="5890164" y="5243199"/>
            <a:ext cx="68217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Soft 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update</a:t>
            </a:r>
            <a:endParaRPr kumimoji="0" lang="zh-CN" altLang="en-US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503E2275-6338-0B33-5FC9-E9EEC0E41CFA}"/>
              </a:ext>
            </a:extLst>
          </p:cNvPr>
          <p:cNvSpPr txBox="1"/>
          <p:nvPr/>
        </p:nvSpPr>
        <p:spPr>
          <a:xfrm>
            <a:off x="7758520" y="5274891"/>
            <a:ext cx="74662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Soft 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update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46AFA694-5087-B2DC-FC5C-B13DFD7A1674}"/>
              </a:ext>
            </a:extLst>
          </p:cNvPr>
          <p:cNvSpPr/>
          <p:nvPr/>
        </p:nvSpPr>
        <p:spPr>
          <a:xfrm>
            <a:off x="6470847" y="3293167"/>
            <a:ext cx="902167" cy="264993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Critic loss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11" name="连接符: 肘形 310">
            <a:extLst>
              <a:ext uri="{FF2B5EF4-FFF2-40B4-BE49-F238E27FC236}">
                <a16:creationId xmlns:a16="http://schemas.microsoft.com/office/drawing/2014/main" id="{D33AA761-3733-BB8A-3919-A5EB9D740ACA}"/>
              </a:ext>
            </a:extLst>
          </p:cNvPr>
          <p:cNvCxnSpPr>
            <a:cxnSpLocks/>
            <a:stCxn id="298" idx="0"/>
            <a:endCxn id="313" idx="2"/>
          </p:cNvCxnSpPr>
          <p:nvPr/>
        </p:nvCxnSpPr>
        <p:spPr>
          <a:xfrm rot="5400000" flipH="1" flipV="1">
            <a:off x="6171087" y="3115622"/>
            <a:ext cx="308305" cy="119338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连接符: 肘形 321">
            <a:extLst>
              <a:ext uri="{FF2B5EF4-FFF2-40B4-BE49-F238E27FC236}">
                <a16:creationId xmlns:a16="http://schemas.microsoft.com/office/drawing/2014/main" id="{39AAE194-7A2B-36FB-7E9D-61239D6A5292}"/>
              </a:ext>
            </a:extLst>
          </p:cNvPr>
          <p:cNvCxnSpPr>
            <a:cxnSpLocks/>
            <a:stCxn id="990" idx="0"/>
          </p:cNvCxnSpPr>
          <p:nvPr/>
        </p:nvCxnSpPr>
        <p:spPr>
          <a:xfrm rot="16200000" flipV="1">
            <a:off x="7172244" y="3459996"/>
            <a:ext cx="178434" cy="686815"/>
          </a:xfrm>
          <a:prstGeom prst="bentConnector2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ECF03B8D-EE83-4597-1BA7-89DBCE1FE5C2}"/>
              </a:ext>
            </a:extLst>
          </p:cNvPr>
          <p:cNvCxnSpPr>
            <a:cxnSpLocks/>
          </p:cNvCxnSpPr>
          <p:nvPr/>
        </p:nvCxnSpPr>
        <p:spPr>
          <a:xfrm>
            <a:off x="5129220" y="5669101"/>
            <a:ext cx="18869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FA1C8F67-C0C7-576C-EC44-46D5AD91F91C}"/>
              </a:ext>
            </a:extLst>
          </p:cNvPr>
          <p:cNvCxnSpPr>
            <a:cxnSpLocks/>
          </p:cNvCxnSpPr>
          <p:nvPr/>
        </p:nvCxnSpPr>
        <p:spPr>
          <a:xfrm flipV="1">
            <a:off x="5133574" y="5524231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43E0713F-77C7-2717-5671-637A79272BA9}"/>
              </a:ext>
            </a:extLst>
          </p:cNvPr>
          <p:cNvCxnSpPr>
            <a:cxnSpLocks/>
          </p:cNvCxnSpPr>
          <p:nvPr/>
        </p:nvCxnSpPr>
        <p:spPr>
          <a:xfrm flipV="1">
            <a:off x="7011362" y="5521643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连接符: 肘形 349">
            <a:extLst>
              <a:ext uri="{FF2B5EF4-FFF2-40B4-BE49-F238E27FC236}">
                <a16:creationId xmlns:a16="http://schemas.microsoft.com/office/drawing/2014/main" id="{847D32B5-B3A5-E591-114B-D66062B22BBB}"/>
              </a:ext>
            </a:extLst>
          </p:cNvPr>
          <p:cNvCxnSpPr>
            <a:cxnSpLocks/>
            <a:stCxn id="313" idx="0"/>
          </p:cNvCxnSpPr>
          <p:nvPr/>
        </p:nvCxnSpPr>
        <p:spPr>
          <a:xfrm rot="16200000" flipH="1">
            <a:off x="6389798" y="3825299"/>
            <a:ext cx="2548029" cy="1483764"/>
          </a:xfrm>
          <a:prstGeom prst="bentConnector3">
            <a:avLst>
              <a:gd name="adj1" fmla="val -897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EFF5AEDF-6E8D-EDDB-3866-0BBA0D21FEBA}"/>
              </a:ext>
            </a:extLst>
          </p:cNvPr>
          <p:cNvCxnSpPr>
            <a:cxnSpLocks/>
          </p:cNvCxnSpPr>
          <p:nvPr/>
        </p:nvCxnSpPr>
        <p:spPr>
          <a:xfrm rot="10800000">
            <a:off x="6072672" y="5671276"/>
            <a:ext cx="2326936" cy="169921"/>
          </a:xfrm>
          <a:prstGeom prst="bentConnector3">
            <a:avLst>
              <a:gd name="adj1" fmla="val 9871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连接符: 肘形 372">
            <a:extLst>
              <a:ext uri="{FF2B5EF4-FFF2-40B4-BE49-F238E27FC236}">
                <a16:creationId xmlns:a16="http://schemas.microsoft.com/office/drawing/2014/main" id="{9CB94104-CAD1-905E-F442-D3CE3FBC8BB7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257024" y="3548999"/>
            <a:ext cx="367229" cy="230145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文本框 434">
            <a:extLst>
              <a:ext uri="{FF2B5EF4-FFF2-40B4-BE49-F238E27FC236}">
                <a16:creationId xmlns:a16="http://schemas.microsoft.com/office/drawing/2014/main" id="{B3EC63E0-903D-1886-E9A8-31BC4D8726BD}"/>
              </a:ext>
            </a:extLst>
          </p:cNvPr>
          <p:cNvSpPr txBox="1"/>
          <p:nvPr/>
        </p:nvSpPr>
        <p:spPr>
          <a:xfrm>
            <a:off x="4740839" y="3036386"/>
            <a:ext cx="1557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Policy update</a:t>
            </a:r>
            <a:endParaRPr kumimoji="0" lang="zh-CN" altLang="en-US" sz="13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481251F6-78E9-EA7C-F30A-C85BE91F2218}"/>
              </a:ext>
            </a:extLst>
          </p:cNvPr>
          <p:cNvSpPr txBox="1"/>
          <p:nvPr/>
        </p:nvSpPr>
        <p:spPr>
          <a:xfrm>
            <a:off x="7073515" y="3049926"/>
            <a:ext cx="15621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Critic update</a:t>
            </a:r>
            <a:endParaRPr kumimoji="0" lang="zh-CN" altLang="en-US" sz="13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72" name="组合 1171">
            <a:extLst>
              <a:ext uri="{FF2B5EF4-FFF2-40B4-BE49-F238E27FC236}">
                <a16:creationId xmlns:a16="http://schemas.microsoft.com/office/drawing/2014/main" id="{B761BE74-CF31-5FE9-5C50-59E1A489E52C}"/>
              </a:ext>
            </a:extLst>
          </p:cNvPr>
          <p:cNvGrpSpPr/>
          <p:nvPr/>
        </p:nvGrpSpPr>
        <p:grpSpPr>
          <a:xfrm>
            <a:off x="2126600" y="4195853"/>
            <a:ext cx="1140996" cy="490415"/>
            <a:chOff x="-533025" y="3732274"/>
            <a:chExt cx="1140996" cy="490415"/>
          </a:xfrm>
        </p:grpSpPr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9E617599-7860-F9A5-6F4A-7BED8CA77E71}"/>
                </a:ext>
              </a:extLst>
            </p:cNvPr>
            <p:cNvSpPr/>
            <p:nvPr/>
          </p:nvSpPr>
          <p:spPr>
            <a:xfrm>
              <a:off x="-533025" y="3732274"/>
              <a:ext cx="1109486" cy="4904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29" name="文本框 428">
              <a:extLst>
                <a:ext uri="{FF2B5EF4-FFF2-40B4-BE49-F238E27FC236}">
                  <a16:creationId xmlns:a16="http://schemas.microsoft.com/office/drawing/2014/main" id="{6FCA9539-D8EB-0D01-3D8A-F68BDAAAD239}"/>
                </a:ext>
              </a:extLst>
            </p:cNvPr>
            <p:cNvSpPr txBox="1"/>
            <p:nvPr/>
          </p:nvSpPr>
          <p:spPr>
            <a:xfrm>
              <a:off x="-203617" y="3818224"/>
              <a:ext cx="81158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reward</a:t>
              </a:r>
              <a:endPara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A7DBE6D4-7083-4172-F08B-5DF244C11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91335" y="3770811"/>
              <a:ext cx="407078" cy="407078"/>
            </a:xfrm>
            <a:prstGeom prst="rect">
              <a:avLst/>
            </a:prstGeom>
            <a:effectLst>
              <a:outerShdw blurRad="25400" dist="38100" dir="2700000" sx="92000" sy="92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472AFBEE-C303-4548-C5F7-9072B8D48719}"/>
                  </a:ext>
                </a:extLst>
              </p:cNvPr>
              <p:cNvSpPr/>
              <p:nvPr/>
            </p:nvSpPr>
            <p:spPr>
              <a:xfrm>
                <a:off x="7728180" y="1787127"/>
                <a:ext cx="779903" cy="221363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kumimoji="0" lang="en-US" altLang="zh-CN" sz="16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endParaRPr kumimoji="0" lang="zh-CN" altLang="en-US" sz="1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472AFBEE-C303-4548-C5F7-9072B8D487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180" y="1787127"/>
                <a:ext cx="779903" cy="2213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9E8D252E-BD03-6EE5-C5D8-A6ECAD7BC0A6}"/>
                  </a:ext>
                </a:extLst>
              </p:cNvPr>
              <p:cNvSpPr/>
              <p:nvPr/>
            </p:nvSpPr>
            <p:spPr>
              <a:xfrm>
                <a:off x="7726407" y="2093263"/>
                <a:ext cx="787052" cy="223392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0" lang="en-US" altLang="zh-CN" sz="16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0" lang="zh-CN" altLang="en-US" sz="1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9E8D252E-BD03-6EE5-C5D8-A6ECAD7BC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407" y="2093263"/>
                <a:ext cx="787052" cy="223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文本框 233">
            <a:extLst>
              <a:ext uri="{FF2B5EF4-FFF2-40B4-BE49-F238E27FC236}">
                <a16:creationId xmlns:a16="http://schemas.microsoft.com/office/drawing/2014/main" id="{F6536AAA-DEDE-4056-7CA1-6DDE0FFE79C3}"/>
              </a:ext>
            </a:extLst>
          </p:cNvPr>
          <p:cNvSpPr txBox="1"/>
          <p:nvPr/>
        </p:nvSpPr>
        <p:spPr>
          <a:xfrm>
            <a:off x="7597065" y="1305993"/>
            <a:ext cx="1069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7F3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Action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srgbClr val="7F3F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60" name="图片 459">
            <a:extLst>
              <a:ext uri="{FF2B5EF4-FFF2-40B4-BE49-F238E27FC236}">
                <a16:creationId xmlns:a16="http://schemas.microsoft.com/office/drawing/2014/main" id="{FDF880CA-297A-1BFE-6181-0CE0533DA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9" y="3884901"/>
            <a:ext cx="471663" cy="471663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949D67CE-2E89-EE48-BB59-8B7DD3529D16}"/>
              </a:ext>
            </a:extLst>
          </p:cNvPr>
          <p:cNvGrpSpPr/>
          <p:nvPr/>
        </p:nvGrpSpPr>
        <p:grpSpPr>
          <a:xfrm>
            <a:off x="6171573" y="1197905"/>
            <a:ext cx="1252912" cy="1547629"/>
            <a:chOff x="5568389" y="1642752"/>
            <a:chExt cx="1252912" cy="1547629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049AE0D-936B-138D-B15B-8A3931B630D6}"/>
                </a:ext>
              </a:extLst>
            </p:cNvPr>
            <p:cNvSpPr/>
            <p:nvPr/>
          </p:nvSpPr>
          <p:spPr>
            <a:xfrm>
              <a:off x="5568389" y="1643979"/>
              <a:ext cx="1252912" cy="1546402"/>
            </a:xfrm>
            <a:prstGeom prst="roundRect">
              <a:avLst>
                <a:gd name="adj" fmla="val 6874"/>
              </a:avLst>
            </a:prstGeom>
            <a:solidFill>
              <a:srgbClr val="EFB285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F377D8E-68C8-8B0F-ABD6-4C1E9FBB418C}"/>
                </a:ext>
              </a:extLst>
            </p:cNvPr>
            <p:cNvSpPr txBox="1"/>
            <p:nvPr/>
          </p:nvSpPr>
          <p:spPr>
            <a:xfrm>
              <a:off x="5647164" y="1642752"/>
              <a:ext cx="10871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7F3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Actor network</a:t>
              </a:r>
            </a:p>
          </p:txBody>
        </p:sp>
        <p:grpSp>
          <p:nvGrpSpPr>
            <p:cNvPr id="560" name="组合 559">
              <a:extLst>
                <a:ext uri="{FF2B5EF4-FFF2-40B4-BE49-F238E27FC236}">
                  <a16:creationId xmlns:a16="http://schemas.microsoft.com/office/drawing/2014/main" id="{272C621F-E048-6A4F-C994-C65A0CE61049}"/>
                </a:ext>
              </a:extLst>
            </p:cNvPr>
            <p:cNvGrpSpPr/>
            <p:nvPr/>
          </p:nvGrpSpPr>
          <p:grpSpPr>
            <a:xfrm>
              <a:off x="5755378" y="1913586"/>
              <a:ext cx="870731" cy="1230730"/>
              <a:chOff x="3074124" y="1974065"/>
              <a:chExt cx="1992038" cy="2815638"/>
            </a:xfrm>
          </p:grpSpPr>
          <p:sp>
            <p:nvSpPr>
              <p:cNvPr id="561" name="椭圆 560">
                <a:extLst>
                  <a:ext uri="{FF2B5EF4-FFF2-40B4-BE49-F238E27FC236}">
                    <a16:creationId xmlns:a16="http://schemas.microsoft.com/office/drawing/2014/main" id="{98C59312-9BD2-DBE2-6F24-9B06B12466BD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2" name="椭圆 561">
                <a:extLst>
                  <a:ext uri="{FF2B5EF4-FFF2-40B4-BE49-F238E27FC236}">
                    <a16:creationId xmlns:a16="http://schemas.microsoft.com/office/drawing/2014/main" id="{A68AF7E3-4809-CF12-A043-7D0AD748FECF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3" name="椭圆 562">
                <a:extLst>
                  <a:ext uri="{FF2B5EF4-FFF2-40B4-BE49-F238E27FC236}">
                    <a16:creationId xmlns:a16="http://schemas.microsoft.com/office/drawing/2014/main" id="{2C23DBFB-2651-DDAA-8F9F-AC8DC502E0AE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4" name="椭圆 563">
                <a:extLst>
                  <a:ext uri="{FF2B5EF4-FFF2-40B4-BE49-F238E27FC236}">
                    <a16:creationId xmlns:a16="http://schemas.microsoft.com/office/drawing/2014/main" id="{9FA6504A-8A42-6D99-35DF-9FE647D37BCE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5" name="椭圆 564">
                <a:extLst>
                  <a:ext uri="{FF2B5EF4-FFF2-40B4-BE49-F238E27FC236}">
                    <a16:creationId xmlns:a16="http://schemas.microsoft.com/office/drawing/2014/main" id="{DBEDA946-9B14-1A63-A0B3-11C7C918F5B4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6" name="椭圆 565">
                <a:extLst>
                  <a:ext uri="{FF2B5EF4-FFF2-40B4-BE49-F238E27FC236}">
                    <a16:creationId xmlns:a16="http://schemas.microsoft.com/office/drawing/2014/main" id="{A7A77B67-5059-12F5-72D0-30992FDFFFAB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7" name="椭圆 566">
                <a:extLst>
                  <a:ext uri="{FF2B5EF4-FFF2-40B4-BE49-F238E27FC236}">
                    <a16:creationId xmlns:a16="http://schemas.microsoft.com/office/drawing/2014/main" id="{9286352B-93B0-8F86-EFFA-05773EE14D82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8" name="椭圆 567">
                <a:extLst>
                  <a:ext uri="{FF2B5EF4-FFF2-40B4-BE49-F238E27FC236}">
                    <a16:creationId xmlns:a16="http://schemas.microsoft.com/office/drawing/2014/main" id="{0B2C22E1-DF8E-77A2-4B3F-D29937D39AF9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9" name="椭圆 568">
                <a:extLst>
                  <a:ext uri="{FF2B5EF4-FFF2-40B4-BE49-F238E27FC236}">
                    <a16:creationId xmlns:a16="http://schemas.microsoft.com/office/drawing/2014/main" id="{7B484F07-06C9-D14A-6D22-B52DA1DA51A8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0" name="椭圆 569">
                <a:extLst>
                  <a:ext uri="{FF2B5EF4-FFF2-40B4-BE49-F238E27FC236}">
                    <a16:creationId xmlns:a16="http://schemas.microsoft.com/office/drawing/2014/main" id="{CC8356D2-6B8A-DA47-9CA8-9E6EB4D28ACE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1" name="椭圆 570">
                <a:extLst>
                  <a:ext uri="{FF2B5EF4-FFF2-40B4-BE49-F238E27FC236}">
                    <a16:creationId xmlns:a16="http://schemas.microsoft.com/office/drawing/2014/main" id="{5A91E112-C6BF-ED5A-0C3C-C5F1A7B54D41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2" name="椭圆 571">
                <a:extLst>
                  <a:ext uri="{FF2B5EF4-FFF2-40B4-BE49-F238E27FC236}">
                    <a16:creationId xmlns:a16="http://schemas.microsoft.com/office/drawing/2014/main" id="{08ACA2AF-7B4F-B11F-63B4-BDF2058BF6C2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3" name="椭圆 572">
                <a:extLst>
                  <a:ext uri="{FF2B5EF4-FFF2-40B4-BE49-F238E27FC236}">
                    <a16:creationId xmlns:a16="http://schemas.microsoft.com/office/drawing/2014/main" id="{0AC3D7A2-4147-3CC4-4856-AE6E3EC0B168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4" name="椭圆 573">
                <a:extLst>
                  <a:ext uri="{FF2B5EF4-FFF2-40B4-BE49-F238E27FC236}">
                    <a16:creationId xmlns:a16="http://schemas.microsoft.com/office/drawing/2014/main" id="{F6D0D12E-A060-0D92-1C94-F05E1362CBD0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575" name="直接连接符 574">
                <a:extLst>
                  <a:ext uri="{FF2B5EF4-FFF2-40B4-BE49-F238E27FC236}">
                    <a16:creationId xmlns:a16="http://schemas.microsoft.com/office/drawing/2014/main" id="{D3C8EB26-674F-966D-8957-DC098B1AC921}"/>
                  </a:ext>
                </a:extLst>
              </p:cNvPr>
              <p:cNvCxnSpPr>
                <a:cxnSpLocks/>
                <a:stCxn id="561" idx="6"/>
                <a:endCxn id="566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直接连接符 575">
                <a:extLst>
                  <a:ext uri="{FF2B5EF4-FFF2-40B4-BE49-F238E27FC236}">
                    <a16:creationId xmlns:a16="http://schemas.microsoft.com/office/drawing/2014/main" id="{8FF0E1E9-5152-06DC-5B7D-CB22CEF51AEA}"/>
                  </a:ext>
                </a:extLst>
              </p:cNvPr>
              <p:cNvCxnSpPr>
                <a:cxnSpLocks/>
                <a:stCxn id="561" idx="6"/>
                <a:endCxn id="567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7" name="直接连接符 576">
                <a:extLst>
                  <a:ext uri="{FF2B5EF4-FFF2-40B4-BE49-F238E27FC236}">
                    <a16:creationId xmlns:a16="http://schemas.microsoft.com/office/drawing/2014/main" id="{A4317842-A9F5-2AE5-8A5B-774319D1B960}"/>
                  </a:ext>
                </a:extLst>
              </p:cNvPr>
              <p:cNvCxnSpPr>
                <a:cxnSpLocks/>
                <a:stCxn id="561" idx="6"/>
                <a:endCxn id="568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8" name="直接连接符 577">
                <a:extLst>
                  <a:ext uri="{FF2B5EF4-FFF2-40B4-BE49-F238E27FC236}">
                    <a16:creationId xmlns:a16="http://schemas.microsoft.com/office/drawing/2014/main" id="{025AB7B2-6877-B3DA-759B-F6ECBC3966F1}"/>
                  </a:ext>
                </a:extLst>
              </p:cNvPr>
              <p:cNvCxnSpPr>
                <a:cxnSpLocks/>
                <a:stCxn id="561" idx="6"/>
                <a:endCxn id="569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9" name="直接连接符 578">
                <a:extLst>
                  <a:ext uri="{FF2B5EF4-FFF2-40B4-BE49-F238E27FC236}">
                    <a16:creationId xmlns:a16="http://schemas.microsoft.com/office/drawing/2014/main" id="{488E541C-185B-FFB0-66DA-875166C19425}"/>
                  </a:ext>
                </a:extLst>
              </p:cNvPr>
              <p:cNvCxnSpPr>
                <a:cxnSpLocks/>
                <a:stCxn id="561" idx="6"/>
                <a:endCxn id="570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0" name="直接连接符 579">
                <a:extLst>
                  <a:ext uri="{FF2B5EF4-FFF2-40B4-BE49-F238E27FC236}">
                    <a16:creationId xmlns:a16="http://schemas.microsoft.com/office/drawing/2014/main" id="{16B8607E-D99B-168F-229E-4A2C2A52DC60}"/>
                  </a:ext>
                </a:extLst>
              </p:cNvPr>
              <p:cNvCxnSpPr>
                <a:cxnSpLocks/>
                <a:stCxn id="562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1" name="直接连接符 580">
                <a:extLst>
                  <a:ext uri="{FF2B5EF4-FFF2-40B4-BE49-F238E27FC236}">
                    <a16:creationId xmlns:a16="http://schemas.microsoft.com/office/drawing/2014/main" id="{05A2D5D7-39FD-BA71-FB4A-E2A268346601}"/>
                  </a:ext>
                </a:extLst>
              </p:cNvPr>
              <p:cNvCxnSpPr>
                <a:cxnSpLocks/>
                <a:stCxn id="562" idx="6"/>
                <a:endCxn id="567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2" name="直接连接符 581">
                <a:extLst>
                  <a:ext uri="{FF2B5EF4-FFF2-40B4-BE49-F238E27FC236}">
                    <a16:creationId xmlns:a16="http://schemas.microsoft.com/office/drawing/2014/main" id="{9B61ED38-FFDB-8482-4B94-2105A2D0A44B}"/>
                  </a:ext>
                </a:extLst>
              </p:cNvPr>
              <p:cNvCxnSpPr>
                <a:cxnSpLocks/>
                <a:stCxn id="562" idx="6"/>
                <a:endCxn id="568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3" name="直接连接符 582">
                <a:extLst>
                  <a:ext uri="{FF2B5EF4-FFF2-40B4-BE49-F238E27FC236}">
                    <a16:creationId xmlns:a16="http://schemas.microsoft.com/office/drawing/2014/main" id="{BCA8459B-9FB5-20D8-E8B0-D11D98EBB220}"/>
                  </a:ext>
                </a:extLst>
              </p:cNvPr>
              <p:cNvCxnSpPr>
                <a:cxnSpLocks/>
                <a:stCxn id="562" idx="6"/>
                <a:endCxn id="569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4" name="直接连接符 583">
                <a:extLst>
                  <a:ext uri="{FF2B5EF4-FFF2-40B4-BE49-F238E27FC236}">
                    <a16:creationId xmlns:a16="http://schemas.microsoft.com/office/drawing/2014/main" id="{69148E9D-4257-FA8E-AFBB-CD01B9E6ED94}"/>
                  </a:ext>
                </a:extLst>
              </p:cNvPr>
              <p:cNvCxnSpPr>
                <a:cxnSpLocks/>
                <a:stCxn id="562" idx="6"/>
                <a:endCxn id="570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5" name="直接连接符 584">
                <a:extLst>
                  <a:ext uri="{FF2B5EF4-FFF2-40B4-BE49-F238E27FC236}">
                    <a16:creationId xmlns:a16="http://schemas.microsoft.com/office/drawing/2014/main" id="{771FE49A-488F-A773-32D1-23F54D549152}"/>
                  </a:ext>
                </a:extLst>
              </p:cNvPr>
              <p:cNvCxnSpPr>
                <a:cxnSpLocks/>
                <a:stCxn id="563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6" name="直接连接符 585">
                <a:extLst>
                  <a:ext uri="{FF2B5EF4-FFF2-40B4-BE49-F238E27FC236}">
                    <a16:creationId xmlns:a16="http://schemas.microsoft.com/office/drawing/2014/main" id="{1F30C690-AC1E-9AC9-8E52-2D93A346EECB}"/>
                  </a:ext>
                </a:extLst>
              </p:cNvPr>
              <p:cNvCxnSpPr>
                <a:cxnSpLocks/>
                <a:stCxn id="563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7" name="直接连接符 586">
                <a:extLst>
                  <a:ext uri="{FF2B5EF4-FFF2-40B4-BE49-F238E27FC236}">
                    <a16:creationId xmlns:a16="http://schemas.microsoft.com/office/drawing/2014/main" id="{E48ECAF0-2868-6B94-38B2-B2F84D47CDF5}"/>
                  </a:ext>
                </a:extLst>
              </p:cNvPr>
              <p:cNvCxnSpPr>
                <a:cxnSpLocks/>
                <a:stCxn id="563" idx="6"/>
                <a:endCxn id="568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8" name="直接连接符 587">
                <a:extLst>
                  <a:ext uri="{FF2B5EF4-FFF2-40B4-BE49-F238E27FC236}">
                    <a16:creationId xmlns:a16="http://schemas.microsoft.com/office/drawing/2014/main" id="{710BC585-E1D5-0315-6F13-90A384919030}"/>
                  </a:ext>
                </a:extLst>
              </p:cNvPr>
              <p:cNvCxnSpPr>
                <a:cxnSpLocks/>
                <a:stCxn id="563" idx="6"/>
                <a:endCxn id="569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9" name="直接连接符 588">
                <a:extLst>
                  <a:ext uri="{FF2B5EF4-FFF2-40B4-BE49-F238E27FC236}">
                    <a16:creationId xmlns:a16="http://schemas.microsoft.com/office/drawing/2014/main" id="{7B4DDE8C-0CC1-6FE9-2B99-21E83ECE41B1}"/>
                  </a:ext>
                </a:extLst>
              </p:cNvPr>
              <p:cNvCxnSpPr>
                <a:cxnSpLocks/>
                <a:stCxn id="563" idx="6"/>
                <a:endCxn id="570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0" name="直接连接符 589">
                <a:extLst>
                  <a:ext uri="{FF2B5EF4-FFF2-40B4-BE49-F238E27FC236}">
                    <a16:creationId xmlns:a16="http://schemas.microsoft.com/office/drawing/2014/main" id="{EF6B3166-6DC1-A1F1-475E-E974C95D222F}"/>
                  </a:ext>
                </a:extLst>
              </p:cNvPr>
              <p:cNvCxnSpPr>
                <a:cxnSpLocks/>
                <a:stCxn id="564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连接符 590">
                <a:extLst>
                  <a:ext uri="{FF2B5EF4-FFF2-40B4-BE49-F238E27FC236}">
                    <a16:creationId xmlns:a16="http://schemas.microsoft.com/office/drawing/2014/main" id="{D0BB2C02-48E1-A960-ACEE-6E7DE98C4E0F}"/>
                  </a:ext>
                </a:extLst>
              </p:cNvPr>
              <p:cNvCxnSpPr>
                <a:cxnSpLocks/>
                <a:stCxn id="564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2" name="直接连接符 591">
                <a:extLst>
                  <a:ext uri="{FF2B5EF4-FFF2-40B4-BE49-F238E27FC236}">
                    <a16:creationId xmlns:a16="http://schemas.microsoft.com/office/drawing/2014/main" id="{EDC5425C-23A4-7955-CB9A-C273C5E26C03}"/>
                  </a:ext>
                </a:extLst>
              </p:cNvPr>
              <p:cNvCxnSpPr>
                <a:cxnSpLocks/>
                <a:stCxn id="564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3" name="直接连接符 592">
                <a:extLst>
                  <a:ext uri="{FF2B5EF4-FFF2-40B4-BE49-F238E27FC236}">
                    <a16:creationId xmlns:a16="http://schemas.microsoft.com/office/drawing/2014/main" id="{30F87CC6-DFCD-DB54-3B61-4E794DCABEC0}"/>
                  </a:ext>
                </a:extLst>
              </p:cNvPr>
              <p:cNvCxnSpPr>
                <a:cxnSpLocks/>
                <a:stCxn id="564" idx="6"/>
                <a:endCxn id="569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4" name="直接连接符 593">
                <a:extLst>
                  <a:ext uri="{FF2B5EF4-FFF2-40B4-BE49-F238E27FC236}">
                    <a16:creationId xmlns:a16="http://schemas.microsoft.com/office/drawing/2014/main" id="{3A54D479-972C-7CBB-FDCB-4D3A069F165C}"/>
                  </a:ext>
                </a:extLst>
              </p:cNvPr>
              <p:cNvCxnSpPr>
                <a:cxnSpLocks/>
                <a:stCxn id="564" idx="6"/>
                <a:endCxn id="570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5" name="直接连接符 594">
                <a:extLst>
                  <a:ext uri="{FF2B5EF4-FFF2-40B4-BE49-F238E27FC236}">
                    <a16:creationId xmlns:a16="http://schemas.microsoft.com/office/drawing/2014/main" id="{952A0C69-D209-2869-287D-F5E74FEEF34D}"/>
                  </a:ext>
                </a:extLst>
              </p:cNvPr>
              <p:cNvCxnSpPr>
                <a:cxnSpLocks/>
                <a:stCxn id="565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6" name="直接连接符 595">
                <a:extLst>
                  <a:ext uri="{FF2B5EF4-FFF2-40B4-BE49-F238E27FC236}">
                    <a16:creationId xmlns:a16="http://schemas.microsoft.com/office/drawing/2014/main" id="{8C8A696E-EDD9-2F56-5D46-CD41D175DA24}"/>
                  </a:ext>
                </a:extLst>
              </p:cNvPr>
              <p:cNvCxnSpPr>
                <a:cxnSpLocks/>
                <a:stCxn id="565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7" name="直接连接符 596">
                <a:extLst>
                  <a:ext uri="{FF2B5EF4-FFF2-40B4-BE49-F238E27FC236}">
                    <a16:creationId xmlns:a16="http://schemas.microsoft.com/office/drawing/2014/main" id="{AA27F97F-E624-E603-1301-9CB9DB4BDF8F}"/>
                  </a:ext>
                </a:extLst>
              </p:cNvPr>
              <p:cNvCxnSpPr>
                <a:cxnSpLocks/>
                <a:stCxn id="565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8" name="直接连接符 597">
                <a:extLst>
                  <a:ext uri="{FF2B5EF4-FFF2-40B4-BE49-F238E27FC236}">
                    <a16:creationId xmlns:a16="http://schemas.microsoft.com/office/drawing/2014/main" id="{C04775C7-2227-858E-17CA-560543476AE8}"/>
                  </a:ext>
                </a:extLst>
              </p:cNvPr>
              <p:cNvCxnSpPr>
                <a:cxnSpLocks/>
                <a:stCxn id="565" idx="6"/>
                <a:endCxn id="569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9" name="直接连接符 598">
                <a:extLst>
                  <a:ext uri="{FF2B5EF4-FFF2-40B4-BE49-F238E27FC236}">
                    <a16:creationId xmlns:a16="http://schemas.microsoft.com/office/drawing/2014/main" id="{BAFF3C2A-6E84-581D-B3B4-40300C1EFC58}"/>
                  </a:ext>
                </a:extLst>
              </p:cNvPr>
              <p:cNvCxnSpPr>
                <a:cxnSpLocks/>
                <a:stCxn id="565" idx="6"/>
                <a:endCxn id="570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0" name="直接连接符 599">
                <a:extLst>
                  <a:ext uri="{FF2B5EF4-FFF2-40B4-BE49-F238E27FC236}">
                    <a16:creationId xmlns:a16="http://schemas.microsoft.com/office/drawing/2014/main" id="{067F7B6C-5905-3801-0207-83E4B099545B}"/>
                  </a:ext>
                </a:extLst>
              </p:cNvPr>
              <p:cNvCxnSpPr>
                <a:cxnSpLocks/>
                <a:stCxn id="566" idx="6"/>
                <a:endCxn id="571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1" name="直接连接符 600">
                <a:extLst>
                  <a:ext uri="{FF2B5EF4-FFF2-40B4-BE49-F238E27FC236}">
                    <a16:creationId xmlns:a16="http://schemas.microsoft.com/office/drawing/2014/main" id="{2452DAC3-31E6-5BB5-40A6-CFF04277238E}"/>
                  </a:ext>
                </a:extLst>
              </p:cNvPr>
              <p:cNvCxnSpPr>
                <a:cxnSpLocks/>
                <a:stCxn id="566" idx="6"/>
                <a:endCxn id="572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2" name="直接连接符 601">
                <a:extLst>
                  <a:ext uri="{FF2B5EF4-FFF2-40B4-BE49-F238E27FC236}">
                    <a16:creationId xmlns:a16="http://schemas.microsoft.com/office/drawing/2014/main" id="{B8A1DD59-46B3-7DE4-C967-5328FD795B2D}"/>
                  </a:ext>
                </a:extLst>
              </p:cNvPr>
              <p:cNvCxnSpPr>
                <a:cxnSpLocks/>
                <a:stCxn id="566" idx="6"/>
                <a:endCxn id="573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3" name="直接连接符 602">
                <a:extLst>
                  <a:ext uri="{FF2B5EF4-FFF2-40B4-BE49-F238E27FC236}">
                    <a16:creationId xmlns:a16="http://schemas.microsoft.com/office/drawing/2014/main" id="{246AB7C5-0752-130B-4F7E-CC88C1DF25D8}"/>
                  </a:ext>
                </a:extLst>
              </p:cNvPr>
              <p:cNvCxnSpPr>
                <a:cxnSpLocks/>
                <a:stCxn id="566" idx="6"/>
                <a:endCxn id="574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4" name="直接连接符 603">
                <a:extLst>
                  <a:ext uri="{FF2B5EF4-FFF2-40B4-BE49-F238E27FC236}">
                    <a16:creationId xmlns:a16="http://schemas.microsoft.com/office/drawing/2014/main" id="{4695B460-13E4-786E-542E-31E663106A63}"/>
                  </a:ext>
                </a:extLst>
              </p:cNvPr>
              <p:cNvCxnSpPr>
                <a:cxnSpLocks/>
                <a:stCxn id="567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5" name="直接连接符 604">
                <a:extLst>
                  <a:ext uri="{FF2B5EF4-FFF2-40B4-BE49-F238E27FC236}">
                    <a16:creationId xmlns:a16="http://schemas.microsoft.com/office/drawing/2014/main" id="{5CB35AE1-C5C6-6408-0B60-422C0ABF9A82}"/>
                  </a:ext>
                </a:extLst>
              </p:cNvPr>
              <p:cNvCxnSpPr>
                <a:cxnSpLocks/>
                <a:stCxn id="567" idx="6"/>
                <a:endCxn id="572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6" name="直接连接符 605">
                <a:extLst>
                  <a:ext uri="{FF2B5EF4-FFF2-40B4-BE49-F238E27FC236}">
                    <a16:creationId xmlns:a16="http://schemas.microsoft.com/office/drawing/2014/main" id="{F04CFC0A-EF91-B8DD-66D8-88601E87FAB0}"/>
                  </a:ext>
                </a:extLst>
              </p:cNvPr>
              <p:cNvCxnSpPr>
                <a:cxnSpLocks/>
                <a:stCxn id="567" idx="6"/>
                <a:endCxn id="573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7" name="直接连接符 606">
                <a:extLst>
                  <a:ext uri="{FF2B5EF4-FFF2-40B4-BE49-F238E27FC236}">
                    <a16:creationId xmlns:a16="http://schemas.microsoft.com/office/drawing/2014/main" id="{C0C79CA5-72ED-22F1-B963-8DB1346C4B09}"/>
                  </a:ext>
                </a:extLst>
              </p:cNvPr>
              <p:cNvCxnSpPr>
                <a:cxnSpLocks/>
                <a:stCxn id="567" idx="6"/>
                <a:endCxn id="574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8" name="直接连接符 607">
                <a:extLst>
                  <a:ext uri="{FF2B5EF4-FFF2-40B4-BE49-F238E27FC236}">
                    <a16:creationId xmlns:a16="http://schemas.microsoft.com/office/drawing/2014/main" id="{2300E82A-4215-9C35-986B-FF9C2C2BDA42}"/>
                  </a:ext>
                </a:extLst>
              </p:cNvPr>
              <p:cNvCxnSpPr>
                <a:cxnSpLocks/>
                <a:stCxn id="568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9" name="直接连接符 608">
                <a:extLst>
                  <a:ext uri="{FF2B5EF4-FFF2-40B4-BE49-F238E27FC236}">
                    <a16:creationId xmlns:a16="http://schemas.microsoft.com/office/drawing/2014/main" id="{1F82D654-6FEA-04CE-3A22-0C8F663A2049}"/>
                  </a:ext>
                </a:extLst>
              </p:cNvPr>
              <p:cNvCxnSpPr>
                <a:cxnSpLocks/>
                <a:stCxn id="569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0" name="直接连接符 609">
                <a:extLst>
                  <a:ext uri="{FF2B5EF4-FFF2-40B4-BE49-F238E27FC236}">
                    <a16:creationId xmlns:a16="http://schemas.microsoft.com/office/drawing/2014/main" id="{E419892C-E4EB-4AE2-02D2-D8AC02D4BACE}"/>
                  </a:ext>
                </a:extLst>
              </p:cNvPr>
              <p:cNvCxnSpPr>
                <a:cxnSpLocks/>
                <a:stCxn id="569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1" name="直接连接符 610">
                <a:extLst>
                  <a:ext uri="{FF2B5EF4-FFF2-40B4-BE49-F238E27FC236}">
                    <a16:creationId xmlns:a16="http://schemas.microsoft.com/office/drawing/2014/main" id="{CEE04023-E0B9-13D5-8614-8C796DA3D1F7}"/>
                  </a:ext>
                </a:extLst>
              </p:cNvPr>
              <p:cNvCxnSpPr>
                <a:cxnSpLocks/>
                <a:stCxn id="569" idx="6"/>
                <a:endCxn id="574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2" name="直接连接符 611">
                <a:extLst>
                  <a:ext uri="{FF2B5EF4-FFF2-40B4-BE49-F238E27FC236}">
                    <a16:creationId xmlns:a16="http://schemas.microsoft.com/office/drawing/2014/main" id="{5E52E088-4702-48A2-F7AF-674ABEF2C1B8}"/>
                  </a:ext>
                </a:extLst>
              </p:cNvPr>
              <p:cNvCxnSpPr>
                <a:cxnSpLocks/>
                <a:stCxn id="570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3" name="直接连接符 612">
                <a:extLst>
                  <a:ext uri="{FF2B5EF4-FFF2-40B4-BE49-F238E27FC236}">
                    <a16:creationId xmlns:a16="http://schemas.microsoft.com/office/drawing/2014/main" id="{C67FF899-DE12-6B8D-F5B6-524FEDE0C9A6}"/>
                  </a:ext>
                </a:extLst>
              </p:cNvPr>
              <p:cNvCxnSpPr>
                <a:cxnSpLocks/>
                <a:stCxn id="570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4" name="直接连接符 613">
                <a:extLst>
                  <a:ext uri="{FF2B5EF4-FFF2-40B4-BE49-F238E27FC236}">
                    <a16:creationId xmlns:a16="http://schemas.microsoft.com/office/drawing/2014/main" id="{1480A8D8-3075-F98E-433E-CBD9FF3C7499}"/>
                  </a:ext>
                </a:extLst>
              </p:cNvPr>
              <p:cNvCxnSpPr>
                <a:cxnSpLocks/>
                <a:stCxn id="570" idx="6"/>
                <a:endCxn id="574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5" name="直接连接符 614">
                <a:extLst>
                  <a:ext uri="{FF2B5EF4-FFF2-40B4-BE49-F238E27FC236}">
                    <a16:creationId xmlns:a16="http://schemas.microsoft.com/office/drawing/2014/main" id="{5920F455-1091-0EB0-B14C-80157A5D1F72}"/>
                  </a:ext>
                </a:extLst>
              </p:cNvPr>
              <p:cNvCxnSpPr>
                <a:cxnSpLocks/>
                <a:stCxn id="568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6" name="直接连接符 615">
                <a:extLst>
                  <a:ext uri="{FF2B5EF4-FFF2-40B4-BE49-F238E27FC236}">
                    <a16:creationId xmlns:a16="http://schemas.microsoft.com/office/drawing/2014/main" id="{C53D5264-4889-7197-799F-91F90A03D7EC}"/>
                  </a:ext>
                </a:extLst>
              </p:cNvPr>
              <p:cNvCxnSpPr>
                <a:cxnSpLocks/>
                <a:stCxn id="568" idx="6"/>
                <a:endCxn id="573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7" name="直接连接符 616">
                <a:extLst>
                  <a:ext uri="{FF2B5EF4-FFF2-40B4-BE49-F238E27FC236}">
                    <a16:creationId xmlns:a16="http://schemas.microsoft.com/office/drawing/2014/main" id="{29015E07-4C31-B6E9-F0E0-D8976F43F0FF}"/>
                  </a:ext>
                </a:extLst>
              </p:cNvPr>
              <p:cNvCxnSpPr>
                <a:cxnSpLocks/>
                <a:stCxn id="568" idx="6"/>
                <a:endCxn id="574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8" name="直接连接符 617">
                <a:extLst>
                  <a:ext uri="{FF2B5EF4-FFF2-40B4-BE49-F238E27FC236}">
                    <a16:creationId xmlns:a16="http://schemas.microsoft.com/office/drawing/2014/main" id="{744C89A8-997E-8C12-696B-EDD46E8BAFF0}"/>
                  </a:ext>
                </a:extLst>
              </p:cNvPr>
              <p:cNvCxnSpPr>
                <a:cxnSpLocks/>
                <a:stCxn id="569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9" name="直接连接符 618">
                <a:extLst>
                  <a:ext uri="{FF2B5EF4-FFF2-40B4-BE49-F238E27FC236}">
                    <a16:creationId xmlns:a16="http://schemas.microsoft.com/office/drawing/2014/main" id="{C76D7883-06B9-6578-D126-FBF8ABB9B606}"/>
                  </a:ext>
                </a:extLst>
              </p:cNvPr>
              <p:cNvCxnSpPr>
                <a:cxnSpLocks/>
                <a:stCxn id="570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723EFF03-5D83-644B-ACF4-2FDA2D2CDF3A}"/>
              </a:ext>
            </a:extLst>
          </p:cNvPr>
          <p:cNvCxnSpPr>
            <a:cxnSpLocks/>
            <a:stCxn id="571" idx="6"/>
            <a:endCxn id="232" idx="1"/>
          </p:cNvCxnSpPr>
          <p:nvPr/>
        </p:nvCxnSpPr>
        <p:spPr>
          <a:xfrm>
            <a:off x="7229293" y="1680608"/>
            <a:ext cx="498887" cy="217201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30383C64-D376-08D1-9A70-DC35DC844E1D}"/>
              </a:ext>
            </a:extLst>
          </p:cNvPr>
          <p:cNvCxnSpPr>
            <a:cxnSpLocks/>
            <a:stCxn id="572" idx="6"/>
            <a:endCxn id="232" idx="1"/>
          </p:cNvCxnSpPr>
          <p:nvPr/>
        </p:nvCxnSpPr>
        <p:spPr>
          <a:xfrm flipV="1">
            <a:off x="7229293" y="1897809"/>
            <a:ext cx="498887" cy="53064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03959EA0-3850-C686-A584-A86D1660D9FA}"/>
              </a:ext>
            </a:extLst>
          </p:cNvPr>
          <p:cNvCxnSpPr>
            <a:cxnSpLocks/>
            <a:stCxn id="573" idx="6"/>
            <a:endCxn id="232" idx="1"/>
          </p:cNvCxnSpPr>
          <p:nvPr/>
        </p:nvCxnSpPr>
        <p:spPr>
          <a:xfrm flipV="1">
            <a:off x="7229293" y="1897809"/>
            <a:ext cx="498887" cy="323330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72063270-8532-E8FC-6E2A-34DAF78D999B}"/>
              </a:ext>
            </a:extLst>
          </p:cNvPr>
          <p:cNvCxnSpPr>
            <a:cxnSpLocks/>
            <a:stCxn id="574" idx="6"/>
            <a:endCxn id="232" idx="1"/>
          </p:cNvCxnSpPr>
          <p:nvPr/>
        </p:nvCxnSpPr>
        <p:spPr>
          <a:xfrm flipV="1">
            <a:off x="7229293" y="1897809"/>
            <a:ext cx="498887" cy="593595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B199EC4D-6C0D-48A2-3326-365912E9C3C2}"/>
              </a:ext>
            </a:extLst>
          </p:cNvPr>
          <p:cNvCxnSpPr>
            <a:cxnSpLocks/>
            <a:stCxn id="571" idx="6"/>
            <a:endCxn id="233" idx="1"/>
          </p:cNvCxnSpPr>
          <p:nvPr/>
        </p:nvCxnSpPr>
        <p:spPr>
          <a:xfrm>
            <a:off x="7229293" y="1680608"/>
            <a:ext cx="497114" cy="524351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直接箭头连接符 642">
            <a:extLst>
              <a:ext uri="{FF2B5EF4-FFF2-40B4-BE49-F238E27FC236}">
                <a16:creationId xmlns:a16="http://schemas.microsoft.com/office/drawing/2014/main" id="{80454DF2-0282-0E3D-1681-B0A1784CA139}"/>
              </a:ext>
            </a:extLst>
          </p:cNvPr>
          <p:cNvCxnSpPr>
            <a:cxnSpLocks/>
            <a:stCxn id="572" idx="6"/>
            <a:endCxn id="233" idx="1"/>
          </p:cNvCxnSpPr>
          <p:nvPr/>
        </p:nvCxnSpPr>
        <p:spPr>
          <a:xfrm>
            <a:off x="7229293" y="1950873"/>
            <a:ext cx="497114" cy="254086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7" name="直接箭头连接符 646">
            <a:extLst>
              <a:ext uri="{FF2B5EF4-FFF2-40B4-BE49-F238E27FC236}">
                <a16:creationId xmlns:a16="http://schemas.microsoft.com/office/drawing/2014/main" id="{5CFA0E7F-D5F0-BD8C-69D6-68EF5B080175}"/>
              </a:ext>
            </a:extLst>
          </p:cNvPr>
          <p:cNvCxnSpPr>
            <a:cxnSpLocks/>
            <a:stCxn id="573" idx="6"/>
            <a:endCxn id="233" idx="1"/>
          </p:cNvCxnSpPr>
          <p:nvPr/>
        </p:nvCxnSpPr>
        <p:spPr>
          <a:xfrm flipV="1">
            <a:off x="7229293" y="2204959"/>
            <a:ext cx="497114" cy="16180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1" name="直接箭头连接符 650">
            <a:extLst>
              <a:ext uri="{FF2B5EF4-FFF2-40B4-BE49-F238E27FC236}">
                <a16:creationId xmlns:a16="http://schemas.microsoft.com/office/drawing/2014/main" id="{896AAAA6-61A8-1421-1B9E-042441F29F0B}"/>
              </a:ext>
            </a:extLst>
          </p:cNvPr>
          <p:cNvCxnSpPr>
            <a:cxnSpLocks/>
            <a:endCxn id="233" idx="1"/>
          </p:cNvCxnSpPr>
          <p:nvPr/>
        </p:nvCxnSpPr>
        <p:spPr>
          <a:xfrm flipV="1">
            <a:off x="7115341" y="2204959"/>
            <a:ext cx="611066" cy="423858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直接箭头连接符 658">
            <a:extLst>
              <a:ext uri="{FF2B5EF4-FFF2-40B4-BE49-F238E27FC236}">
                <a16:creationId xmlns:a16="http://schemas.microsoft.com/office/drawing/2014/main" id="{E2A4A509-2290-F22B-38CE-1CB4EEC8321A}"/>
              </a:ext>
            </a:extLst>
          </p:cNvPr>
          <p:cNvCxnSpPr>
            <a:cxnSpLocks/>
            <a:stCxn id="50" idx="3"/>
            <a:endCxn id="561" idx="3"/>
          </p:cNvCxnSpPr>
          <p:nvPr/>
        </p:nvCxnSpPr>
        <p:spPr>
          <a:xfrm flipV="1">
            <a:off x="5616966" y="1596490"/>
            <a:ext cx="764215" cy="368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1" name="直接箭头连接符 660">
            <a:extLst>
              <a:ext uri="{FF2B5EF4-FFF2-40B4-BE49-F238E27FC236}">
                <a16:creationId xmlns:a16="http://schemas.microsoft.com/office/drawing/2014/main" id="{CF651BEB-6D68-6149-B96F-DBC818C11577}"/>
              </a:ext>
            </a:extLst>
          </p:cNvPr>
          <p:cNvCxnSpPr>
            <a:cxnSpLocks/>
            <a:stCxn id="50" idx="3"/>
            <a:endCxn id="562" idx="2"/>
          </p:cNvCxnSpPr>
          <p:nvPr/>
        </p:nvCxnSpPr>
        <p:spPr>
          <a:xfrm flipV="1">
            <a:off x="5616966" y="1813839"/>
            <a:ext cx="741596" cy="150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3" name="直接箭头连接符 662">
            <a:extLst>
              <a:ext uri="{FF2B5EF4-FFF2-40B4-BE49-F238E27FC236}">
                <a16:creationId xmlns:a16="http://schemas.microsoft.com/office/drawing/2014/main" id="{85E11001-AD2B-5823-79CF-983341FE549A}"/>
              </a:ext>
            </a:extLst>
          </p:cNvPr>
          <p:cNvCxnSpPr>
            <a:cxnSpLocks/>
            <a:stCxn id="50" idx="3"/>
            <a:endCxn id="563" idx="2"/>
          </p:cNvCxnSpPr>
          <p:nvPr/>
        </p:nvCxnSpPr>
        <p:spPr>
          <a:xfrm>
            <a:off x="5616966" y="1964636"/>
            <a:ext cx="741596" cy="119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5" name="直接箭头连接符 664">
            <a:extLst>
              <a:ext uri="{FF2B5EF4-FFF2-40B4-BE49-F238E27FC236}">
                <a16:creationId xmlns:a16="http://schemas.microsoft.com/office/drawing/2014/main" id="{F6A80593-1311-101E-4085-6B89F474EABA}"/>
              </a:ext>
            </a:extLst>
          </p:cNvPr>
          <p:cNvCxnSpPr>
            <a:cxnSpLocks/>
            <a:stCxn id="50" idx="3"/>
            <a:endCxn id="564" idx="3"/>
          </p:cNvCxnSpPr>
          <p:nvPr/>
        </p:nvCxnSpPr>
        <p:spPr>
          <a:xfrm>
            <a:off x="5616966" y="1964636"/>
            <a:ext cx="764215" cy="442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7" name="直接箭头连接符 666">
            <a:extLst>
              <a:ext uri="{FF2B5EF4-FFF2-40B4-BE49-F238E27FC236}">
                <a16:creationId xmlns:a16="http://schemas.microsoft.com/office/drawing/2014/main" id="{11CC723F-27CC-6EF3-77CC-E7C3CB7EDBCA}"/>
              </a:ext>
            </a:extLst>
          </p:cNvPr>
          <p:cNvCxnSpPr>
            <a:cxnSpLocks/>
            <a:stCxn id="50" idx="3"/>
            <a:endCxn id="565" idx="2"/>
          </p:cNvCxnSpPr>
          <p:nvPr/>
        </p:nvCxnSpPr>
        <p:spPr>
          <a:xfrm>
            <a:off x="5616966" y="1964636"/>
            <a:ext cx="741596" cy="659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14" name="任意多边形: 形状 713">
            <a:extLst>
              <a:ext uri="{FF2B5EF4-FFF2-40B4-BE49-F238E27FC236}">
                <a16:creationId xmlns:a16="http://schemas.microsoft.com/office/drawing/2014/main" id="{6C873C6F-04BE-1BF7-5A64-C3923320B41F}"/>
              </a:ext>
            </a:extLst>
          </p:cNvPr>
          <p:cNvSpPr/>
          <p:nvPr/>
        </p:nvSpPr>
        <p:spPr>
          <a:xfrm>
            <a:off x="4233299" y="1338671"/>
            <a:ext cx="498169" cy="1697715"/>
          </a:xfrm>
          <a:custGeom>
            <a:avLst/>
            <a:gdLst>
              <a:gd name="connsiteX0" fmla="*/ 0 w 686102"/>
              <a:gd name="connsiteY0" fmla="*/ 0 h 1958100"/>
              <a:gd name="connsiteX1" fmla="*/ 29823 w 686102"/>
              <a:gd name="connsiteY1" fmla="*/ 80805 h 1958100"/>
              <a:gd name="connsiteX2" fmla="*/ 146454 w 686102"/>
              <a:gd name="connsiteY2" fmla="*/ 289596 h 1958100"/>
              <a:gd name="connsiteX3" fmla="*/ 676753 w 686102"/>
              <a:gd name="connsiteY3" fmla="*/ 651568 h 1958100"/>
              <a:gd name="connsiteX4" fmla="*/ 686102 w 686102"/>
              <a:gd name="connsiteY4" fmla="*/ 647680 h 1958100"/>
              <a:gd name="connsiteX5" fmla="*/ 686102 w 686102"/>
              <a:gd name="connsiteY5" fmla="*/ 686598 h 1958100"/>
              <a:gd name="connsiteX6" fmla="*/ 606353 w 686102"/>
              <a:gd name="connsiteY6" fmla="*/ 755151 h 1958100"/>
              <a:gd name="connsiteX7" fmla="*/ 244387 w 686102"/>
              <a:gd name="connsiteY7" fmla="*/ 1265845 h 1958100"/>
              <a:gd name="connsiteX8" fmla="*/ 32409 w 686102"/>
              <a:gd name="connsiteY8" fmla="*/ 1854820 h 1958100"/>
              <a:gd name="connsiteX9" fmla="*/ 21910 w 686102"/>
              <a:gd name="connsiteY9" fmla="*/ 1958100 h 1958100"/>
              <a:gd name="connsiteX10" fmla="*/ 0 w 686102"/>
              <a:gd name="connsiteY10" fmla="*/ 1958100 h 1958100"/>
              <a:gd name="connsiteX11" fmla="*/ 0 w 686102"/>
              <a:gd name="connsiteY11" fmla="*/ 0 h 195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6102" h="1958100">
                <a:moveTo>
                  <a:pt x="0" y="0"/>
                </a:moveTo>
                <a:lnTo>
                  <a:pt x="29823" y="80805"/>
                </a:lnTo>
                <a:cubicBezTo>
                  <a:pt x="59386" y="149321"/>
                  <a:pt x="98459" y="220110"/>
                  <a:pt x="146454" y="289596"/>
                </a:cubicBezTo>
                <a:cubicBezTo>
                  <a:pt x="314437" y="532796"/>
                  <a:pt x="536050" y="679439"/>
                  <a:pt x="676753" y="651568"/>
                </a:cubicBezTo>
                <a:lnTo>
                  <a:pt x="686102" y="647680"/>
                </a:lnTo>
                <a:lnTo>
                  <a:pt x="686102" y="686598"/>
                </a:lnTo>
                <a:lnTo>
                  <a:pt x="606353" y="755151"/>
                </a:lnTo>
                <a:cubicBezTo>
                  <a:pt x="486575" y="871683"/>
                  <a:pt x="356457" y="1051121"/>
                  <a:pt x="244387" y="1265845"/>
                </a:cubicBezTo>
                <a:cubicBezTo>
                  <a:pt x="132318" y="1480569"/>
                  <a:pt x="59516" y="1689922"/>
                  <a:pt x="32409" y="1854820"/>
                </a:cubicBezTo>
                <a:lnTo>
                  <a:pt x="21910" y="1958100"/>
                </a:lnTo>
                <a:lnTo>
                  <a:pt x="0" y="195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1000">
                <a:srgbClr val="DADBDD">
                  <a:alpha val="61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0" name="等腰三角形 729">
            <a:extLst>
              <a:ext uri="{FF2B5EF4-FFF2-40B4-BE49-F238E27FC236}">
                <a16:creationId xmlns:a16="http://schemas.microsoft.com/office/drawing/2014/main" id="{8E48D6DE-205C-26D6-4AC8-365780190A06}"/>
              </a:ext>
            </a:extLst>
          </p:cNvPr>
          <p:cNvSpPr/>
          <p:nvPr/>
        </p:nvSpPr>
        <p:spPr>
          <a:xfrm rot="5400000">
            <a:off x="4590868" y="1879725"/>
            <a:ext cx="333968" cy="140634"/>
          </a:xfrm>
          <a:prstGeom prst="triangle">
            <a:avLst/>
          </a:prstGeom>
          <a:solidFill>
            <a:srgbClr val="959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2" name="箭头: 虚尾 731">
            <a:extLst>
              <a:ext uri="{FF2B5EF4-FFF2-40B4-BE49-F238E27FC236}">
                <a16:creationId xmlns:a16="http://schemas.microsoft.com/office/drawing/2014/main" id="{4FAFF687-B1CE-1F70-B826-FD137D7718BC}"/>
              </a:ext>
            </a:extLst>
          </p:cNvPr>
          <p:cNvSpPr/>
          <p:nvPr/>
        </p:nvSpPr>
        <p:spPr>
          <a:xfrm>
            <a:off x="8478129" y="1778540"/>
            <a:ext cx="247602" cy="229003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3" name="箭头: 虚尾 732">
            <a:extLst>
              <a:ext uri="{FF2B5EF4-FFF2-40B4-BE49-F238E27FC236}">
                <a16:creationId xmlns:a16="http://schemas.microsoft.com/office/drawing/2014/main" id="{AD760507-2398-9DBB-15B7-7F9B5DF6DFC9}"/>
              </a:ext>
            </a:extLst>
          </p:cNvPr>
          <p:cNvSpPr/>
          <p:nvPr/>
        </p:nvSpPr>
        <p:spPr>
          <a:xfrm>
            <a:off x="8521196" y="2138357"/>
            <a:ext cx="243100" cy="217519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91" name="组合 990">
            <a:extLst>
              <a:ext uri="{FF2B5EF4-FFF2-40B4-BE49-F238E27FC236}">
                <a16:creationId xmlns:a16="http://schemas.microsoft.com/office/drawing/2014/main" id="{3A9002DF-DBD8-671E-866F-E73E430CAC4F}"/>
              </a:ext>
            </a:extLst>
          </p:cNvPr>
          <p:cNvGrpSpPr/>
          <p:nvPr/>
        </p:nvGrpSpPr>
        <p:grpSpPr>
          <a:xfrm>
            <a:off x="7265204" y="4022148"/>
            <a:ext cx="1075742" cy="1209150"/>
            <a:chOff x="6179924" y="2803735"/>
            <a:chExt cx="1075742" cy="1209150"/>
          </a:xfrm>
        </p:grpSpPr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26A609CC-C8DC-89BB-C25A-9E13F35E6208}"/>
                </a:ext>
              </a:extLst>
            </p:cNvPr>
            <p:cNvSpPr/>
            <p:nvPr/>
          </p:nvSpPr>
          <p:spPr>
            <a:xfrm>
              <a:off x="6179924" y="2803735"/>
              <a:ext cx="1075742" cy="1209150"/>
            </a:xfrm>
            <a:prstGeom prst="roundRect">
              <a:avLst>
                <a:gd name="adj" fmla="val 8993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921" name="组合 920">
              <a:extLst>
                <a:ext uri="{FF2B5EF4-FFF2-40B4-BE49-F238E27FC236}">
                  <a16:creationId xmlns:a16="http://schemas.microsoft.com/office/drawing/2014/main" id="{C6574728-1047-5454-1BCD-626B4FFBA9D5}"/>
                </a:ext>
              </a:extLst>
            </p:cNvPr>
            <p:cNvGrpSpPr/>
            <p:nvPr/>
          </p:nvGrpSpPr>
          <p:grpSpPr>
            <a:xfrm>
              <a:off x="6370682" y="2916899"/>
              <a:ext cx="735974" cy="1040258"/>
              <a:chOff x="3074127" y="1974066"/>
              <a:chExt cx="1992039" cy="2815637"/>
            </a:xfrm>
          </p:grpSpPr>
          <p:sp>
            <p:nvSpPr>
              <p:cNvPr id="922" name="椭圆 921">
                <a:extLst>
                  <a:ext uri="{FF2B5EF4-FFF2-40B4-BE49-F238E27FC236}">
                    <a16:creationId xmlns:a16="http://schemas.microsoft.com/office/drawing/2014/main" id="{397BD1F6-C5E9-0C2A-B7F5-FD50A29E348C}"/>
                  </a:ext>
                </a:extLst>
              </p:cNvPr>
              <p:cNvSpPr/>
              <p:nvPr/>
            </p:nvSpPr>
            <p:spPr>
              <a:xfrm>
                <a:off x="3074127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3" name="椭圆 922">
                <a:extLst>
                  <a:ext uri="{FF2B5EF4-FFF2-40B4-BE49-F238E27FC236}">
                    <a16:creationId xmlns:a16="http://schemas.microsoft.com/office/drawing/2014/main" id="{AA206AE0-A088-8979-7313-AC618F7B20B5}"/>
                  </a:ext>
                </a:extLst>
              </p:cNvPr>
              <p:cNvSpPr/>
              <p:nvPr/>
            </p:nvSpPr>
            <p:spPr>
              <a:xfrm>
                <a:off x="3074127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4" name="椭圆 923">
                <a:extLst>
                  <a:ext uri="{FF2B5EF4-FFF2-40B4-BE49-F238E27FC236}">
                    <a16:creationId xmlns:a16="http://schemas.microsoft.com/office/drawing/2014/main" id="{BC79991B-5F1C-C64C-19BA-2156D65A6B3E}"/>
                  </a:ext>
                </a:extLst>
              </p:cNvPr>
              <p:cNvSpPr/>
              <p:nvPr/>
            </p:nvSpPr>
            <p:spPr>
              <a:xfrm>
                <a:off x="3074127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5" name="椭圆 924">
                <a:extLst>
                  <a:ext uri="{FF2B5EF4-FFF2-40B4-BE49-F238E27FC236}">
                    <a16:creationId xmlns:a16="http://schemas.microsoft.com/office/drawing/2014/main" id="{1A4D0CC8-20C4-FE2E-A6DC-B7DA55BDA176}"/>
                  </a:ext>
                </a:extLst>
              </p:cNvPr>
              <p:cNvSpPr/>
              <p:nvPr/>
            </p:nvSpPr>
            <p:spPr>
              <a:xfrm>
                <a:off x="3074127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6" name="椭圆 925">
                <a:extLst>
                  <a:ext uri="{FF2B5EF4-FFF2-40B4-BE49-F238E27FC236}">
                    <a16:creationId xmlns:a16="http://schemas.microsoft.com/office/drawing/2014/main" id="{85EE3E46-C1DF-65B8-FE78-C811E62E0B29}"/>
                  </a:ext>
                </a:extLst>
              </p:cNvPr>
              <p:cNvSpPr/>
              <p:nvPr/>
            </p:nvSpPr>
            <p:spPr>
              <a:xfrm>
                <a:off x="3074127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7" name="椭圆 926">
                <a:extLst>
                  <a:ext uri="{FF2B5EF4-FFF2-40B4-BE49-F238E27FC236}">
                    <a16:creationId xmlns:a16="http://schemas.microsoft.com/office/drawing/2014/main" id="{A264DF8F-F830-1496-4D89-8001B51A0378}"/>
                  </a:ext>
                </a:extLst>
              </p:cNvPr>
              <p:cNvSpPr/>
              <p:nvPr/>
            </p:nvSpPr>
            <p:spPr>
              <a:xfrm>
                <a:off x="3893469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8" name="椭圆 927">
                <a:extLst>
                  <a:ext uri="{FF2B5EF4-FFF2-40B4-BE49-F238E27FC236}">
                    <a16:creationId xmlns:a16="http://schemas.microsoft.com/office/drawing/2014/main" id="{0AA936C8-FCF9-CAAF-3100-09993F26FBF9}"/>
                  </a:ext>
                </a:extLst>
              </p:cNvPr>
              <p:cNvSpPr/>
              <p:nvPr/>
            </p:nvSpPr>
            <p:spPr>
              <a:xfrm>
                <a:off x="3893469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9" name="椭圆 928">
                <a:extLst>
                  <a:ext uri="{FF2B5EF4-FFF2-40B4-BE49-F238E27FC236}">
                    <a16:creationId xmlns:a16="http://schemas.microsoft.com/office/drawing/2014/main" id="{1B211A63-66BC-D96A-71B8-A711D718CB32}"/>
                  </a:ext>
                </a:extLst>
              </p:cNvPr>
              <p:cNvSpPr/>
              <p:nvPr/>
            </p:nvSpPr>
            <p:spPr>
              <a:xfrm>
                <a:off x="3893469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30" name="椭圆 929">
                <a:extLst>
                  <a:ext uri="{FF2B5EF4-FFF2-40B4-BE49-F238E27FC236}">
                    <a16:creationId xmlns:a16="http://schemas.microsoft.com/office/drawing/2014/main" id="{507CFF26-1C96-CC69-8B8D-48C15C5158F1}"/>
                  </a:ext>
                </a:extLst>
              </p:cNvPr>
              <p:cNvSpPr/>
              <p:nvPr/>
            </p:nvSpPr>
            <p:spPr>
              <a:xfrm>
                <a:off x="3893469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31" name="椭圆 930">
                <a:extLst>
                  <a:ext uri="{FF2B5EF4-FFF2-40B4-BE49-F238E27FC236}">
                    <a16:creationId xmlns:a16="http://schemas.microsoft.com/office/drawing/2014/main" id="{28627F1E-CECE-3283-9F2C-FE1B799286C9}"/>
                  </a:ext>
                </a:extLst>
              </p:cNvPr>
              <p:cNvSpPr/>
              <p:nvPr/>
            </p:nvSpPr>
            <p:spPr>
              <a:xfrm>
                <a:off x="3893469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32" name="椭圆 931">
                <a:extLst>
                  <a:ext uri="{FF2B5EF4-FFF2-40B4-BE49-F238E27FC236}">
                    <a16:creationId xmlns:a16="http://schemas.microsoft.com/office/drawing/2014/main" id="{1D504DFD-18CD-3DB9-F0DB-9E41832AB1DF}"/>
                  </a:ext>
                </a:extLst>
              </p:cNvPr>
              <p:cNvSpPr/>
              <p:nvPr/>
            </p:nvSpPr>
            <p:spPr>
              <a:xfrm>
                <a:off x="4712810" y="228756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33" name="椭圆 932">
                <a:extLst>
                  <a:ext uri="{FF2B5EF4-FFF2-40B4-BE49-F238E27FC236}">
                    <a16:creationId xmlns:a16="http://schemas.microsoft.com/office/drawing/2014/main" id="{9FD1682A-230D-F180-9A8B-19A255477AE1}"/>
                  </a:ext>
                </a:extLst>
              </p:cNvPr>
              <p:cNvSpPr/>
              <p:nvPr/>
            </p:nvSpPr>
            <p:spPr>
              <a:xfrm>
                <a:off x="4712810" y="290587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34" name="椭圆 933">
                <a:extLst>
                  <a:ext uri="{FF2B5EF4-FFF2-40B4-BE49-F238E27FC236}">
                    <a16:creationId xmlns:a16="http://schemas.microsoft.com/office/drawing/2014/main" id="{EF7C98FC-1544-3102-2DF2-B4ACC4573055}"/>
                  </a:ext>
                </a:extLst>
              </p:cNvPr>
              <p:cNvSpPr/>
              <p:nvPr/>
            </p:nvSpPr>
            <p:spPr>
              <a:xfrm>
                <a:off x="4712810" y="3524185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35" name="椭圆 934">
                <a:extLst>
                  <a:ext uri="{FF2B5EF4-FFF2-40B4-BE49-F238E27FC236}">
                    <a16:creationId xmlns:a16="http://schemas.microsoft.com/office/drawing/2014/main" id="{E055C184-B029-A076-E13F-EB09777D790B}"/>
                  </a:ext>
                </a:extLst>
              </p:cNvPr>
              <p:cNvSpPr/>
              <p:nvPr/>
            </p:nvSpPr>
            <p:spPr>
              <a:xfrm>
                <a:off x="4712807" y="414248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936" name="直接连接符 935">
                <a:extLst>
                  <a:ext uri="{FF2B5EF4-FFF2-40B4-BE49-F238E27FC236}">
                    <a16:creationId xmlns:a16="http://schemas.microsoft.com/office/drawing/2014/main" id="{54430F4F-E2D4-F40B-0CBD-0397B13AB18C}"/>
                  </a:ext>
                </a:extLst>
              </p:cNvPr>
              <p:cNvCxnSpPr>
                <a:cxnSpLocks/>
                <a:stCxn id="922" idx="6"/>
                <a:endCxn id="927" idx="2"/>
              </p:cNvCxnSpPr>
              <p:nvPr/>
            </p:nvCxnSpPr>
            <p:spPr>
              <a:xfrm>
                <a:off x="3427480" y="2145271"/>
                <a:ext cx="4659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7" name="直接连接符 936">
                <a:extLst>
                  <a:ext uri="{FF2B5EF4-FFF2-40B4-BE49-F238E27FC236}">
                    <a16:creationId xmlns:a16="http://schemas.microsoft.com/office/drawing/2014/main" id="{EF706DCD-686D-D49E-61BA-691192C0EFBC}"/>
                  </a:ext>
                </a:extLst>
              </p:cNvPr>
              <p:cNvCxnSpPr>
                <a:cxnSpLocks/>
                <a:stCxn id="922" idx="6"/>
                <a:endCxn id="928" idx="2"/>
              </p:cNvCxnSpPr>
              <p:nvPr/>
            </p:nvCxnSpPr>
            <p:spPr>
              <a:xfrm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8" name="直接连接符 937">
                <a:extLst>
                  <a:ext uri="{FF2B5EF4-FFF2-40B4-BE49-F238E27FC236}">
                    <a16:creationId xmlns:a16="http://schemas.microsoft.com/office/drawing/2014/main" id="{A81E516E-F43C-1DFD-EB9A-47212AA32F12}"/>
                  </a:ext>
                </a:extLst>
              </p:cNvPr>
              <p:cNvCxnSpPr>
                <a:cxnSpLocks/>
                <a:stCxn id="922" idx="6"/>
                <a:endCxn id="92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9" name="直接连接符 938">
                <a:extLst>
                  <a:ext uri="{FF2B5EF4-FFF2-40B4-BE49-F238E27FC236}">
                    <a16:creationId xmlns:a16="http://schemas.microsoft.com/office/drawing/2014/main" id="{464C8A57-700E-1636-345D-3C095F44F375}"/>
                  </a:ext>
                </a:extLst>
              </p:cNvPr>
              <p:cNvCxnSpPr>
                <a:cxnSpLocks/>
                <a:stCxn id="922" idx="6"/>
                <a:endCxn id="930" idx="2"/>
              </p:cNvCxnSpPr>
              <p:nvPr/>
            </p:nvCxnSpPr>
            <p:spPr>
              <a:xfrm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0" name="直接连接符 939">
                <a:extLst>
                  <a:ext uri="{FF2B5EF4-FFF2-40B4-BE49-F238E27FC236}">
                    <a16:creationId xmlns:a16="http://schemas.microsoft.com/office/drawing/2014/main" id="{E4078C3C-31A0-46BF-81EC-2F831114BE16}"/>
                  </a:ext>
                </a:extLst>
              </p:cNvPr>
              <p:cNvCxnSpPr>
                <a:cxnSpLocks/>
                <a:stCxn id="922" idx="6"/>
                <a:endCxn id="931" idx="2"/>
              </p:cNvCxnSpPr>
              <p:nvPr/>
            </p:nvCxnSpPr>
            <p:spPr>
              <a:xfrm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1" name="直接连接符 940">
                <a:extLst>
                  <a:ext uri="{FF2B5EF4-FFF2-40B4-BE49-F238E27FC236}">
                    <a16:creationId xmlns:a16="http://schemas.microsoft.com/office/drawing/2014/main" id="{5ECC0D83-4698-7957-CBB5-EBB2618AAAB3}"/>
                  </a:ext>
                </a:extLst>
              </p:cNvPr>
              <p:cNvCxnSpPr>
                <a:cxnSpLocks/>
                <a:stCxn id="923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2" name="直接连接符 941">
                <a:extLst>
                  <a:ext uri="{FF2B5EF4-FFF2-40B4-BE49-F238E27FC236}">
                    <a16:creationId xmlns:a16="http://schemas.microsoft.com/office/drawing/2014/main" id="{6CB6380C-5303-6D4E-7C64-6BE78A9DBEBF}"/>
                  </a:ext>
                </a:extLst>
              </p:cNvPr>
              <p:cNvCxnSpPr>
                <a:cxnSpLocks/>
                <a:stCxn id="923" idx="6"/>
                <a:endCxn id="928" idx="2"/>
              </p:cNvCxnSpPr>
              <p:nvPr/>
            </p:nvCxnSpPr>
            <p:spPr>
              <a:xfrm>
                <a:off x="3427480" y="276357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3" name="直接连接符 942">
                <a:extLst>
                  <a:ext uri="{FF2B5EF4-FFF2-40B4-BE49-F238E27FC236}">
                    <a16:creationId xmlns:a16="http://schemas.microsoft.com/office/drawing/2014/main" id="{F52B3924-F231-A5CA-4FA0-3007A2618414}"/>
                  </a:ext>
                </a:extLst>
              </p:cNvPr>
              <p:cNvCxnSpPr>
                <a:cxnSpLocks/>
                <a:stCxn id="923" idx="6"/>
                <a:endCxn id="929" idx="2"/>
              </p:cNvCxnSpPr>
              <p:nvPr/>
            </p:nvCxnSpPr>
            <p:spPr>
              <a:xfrm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4" name="直接连接符 943">
                <a:extLst>
                  <a:ext uri="{FF2B5EF4-FFF2-40B4-BE49-F238E27FC236}">
                    <a16:creationId xmlns:a16="http://schemas.microsoft.com/office/drawing/2014/main" id="{BEE79EAA-F675-A3A5-3631-8E24B2240194}"/>
                  </a:ext>
                </a:extLst>
              </p:cNvPr>
              <p:cNvCxnSpPr>
                <a:cxnSpLocks/>
                <a:stCxn id="923" idx="6"/>
                <a:endCxn id="930" idx="2"/>
              </p:cNvCxnSpPr>
              <p:nvPr/>
            </p:nvCxnSpPr>
            <p:spPr>
              <a:xfrm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5" name="直接连接符 944">
                <a:extLst>
                  <a:ext uri="{FF2B5EF4-FFF2-40B4-BE49-F238E27FC236}">
                    <a16:creationId xmlns:a16="http://schemas.microsoft.com/office/drawing/2014/main" id="{11F6789D-B2F4-66EA-82D0-BAA1C35E40EE}"/>
                  </a:ext>
                </a:extLst>
              </p:cNvPr>
              <p:cNvCxnSpPr>
                <a:cxnSpLocks/>
                <a:stCxn id="923" idx="6"/>
                <a:endCxn id="931" idx="2"/>
              </p:cNvCxnSpPr>
              <p:nvPr/>
            </p:nvCxnSpPr>
            <p:spPr>
              <a:xfrm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6" name="直接连接符 945">
                <a:extLst>
                  <a:ext uri="{FF2B5EF4-FFF2-40B4-BE49-F238E27FC236}">
                    <a16:creationId xmlns:a16="http://schemas.microsoft.com/office/drawing/2014/main" id="{D2BC4F55-9444-F502-BD82-97B72698321C}"/>
                  </a:ext>
                </a:extLst>
              </p:cNvPr>
              <p:cNvCxnSpPr>
                <a:cxnSpLocks/>
                <a:stCxn id="924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7" name="直接连接符 946">
                <a:extLst>
                  <a:ext uri="{FF2B5EF4-FFF2-40B4-BE49-F238E27FC236}">
                    <a16:creationId xmlns:a16="http://schemas.microsoft.com/office/drawing/2014/main" id="{799D31B1-BCB4-268D-95C9-77EB3BF526D7}"/>
                  </a:ext>
                </a:extLst>
              </p:cNvPr>
              <p:cNvCxnSpPr>
                <a:cxnSpLocks/>
                <a:stCxn id="924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8" name="直接连接符 947">
                <a:extLst>
                  <a:ext uri="{FF2B5EF4-FFF2-40B4-BE49-F238E27FC236}">
                    <a16:creationId xmlns:a16="http://schemas.microsoft.com/office/drawing/2014/main" id="{E53A8533-3675-0D36-11C3-52026FD116AC}"/>
                  </a:ext>
                </a:extLst>
              </p:cNvPr>
              <p:cNvCxnSpPr>
                <a:cxnSpLocks/>
                <a:stCxn id="924" idx="6"/>
                <a:endCxn id="929" idx="2"/>
              </p:cNvCxnSpPr>
              <p:nvPr/>
            </p:nvCxnSpPr>
            <p:spPr>
              <a:xfrm>
                <a:off x="3427480" y="3381885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9" name="直接连接符 948">
                <a:extLst>
                  <a:ext uri="{FF2B5EF4-FFF2-40B4-BE49-F238E27FC236}">
                    <a16:creationId xmlns:a16="http://schemas.microsoft.com/office/drawing/2014/main" id="{314C8748-3D69-820D-E3D2-5BD250BFEF1F}"/>
                  </a:ext>
                </a:extLst>
              </p:cNvPr>
              <p:cNvCxnSpPr>
                <a:cxnSpLocks/>
                <a:stCxn id="924" idx="6"/>
                <a:endCxn id="930" idx="2"/>
              </p:cNvCxnSpPr>
              <p:nvPr/>
            </p:nvCxnSpPr>
            <p:spPr>
              <a:xfrm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0" name="直接连接符 949">
                <a:extLst>
                  <a:ext uri="{FF2B5EF4-FFF2-40B4-BE49-F238E27FC236}">
                    <a16:creationId xmlns:a16="http://schemas.microsoft.com/office/drawing/2014/main" id="{3781E4EC-16D6-8F39-32E6-7DAD3C934284}"/>
                  </a:ext>
                </a:extLst>
              </p:cNvPr>
              <p:cNvCxnSpPr>
                <a:cxnSpLocks/>
                <a:stCxn id="924" idx="6"/>
                <a:endCxn id="931" idx="2"/>
              </p:cNvCxnSpPr>
              <p:nvPr/>
            </p:nvCxnSpPr>
            <p:spPr>
              <a:xfrm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1" name="直接连接符 950">
                <a:extLst>
                  <a:ext uri="{FF2B5EF4-FFF2-40B4-BE49-F238E27FC236}">
                    <a16:creationId xmlns:a16="http://schemas.microsoft.com/office/drawing/2014/main" id="{113D3E6F-DF6E-931A-33C3-25399174DAB3}"/>
                  </a:ext>
                </a:extLst>
              </p:cNvPr>
              <p:cNvCxnSpPr>
                <a:cxnSpLocks/>
                <a:stCxn id="925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2" name="直接连接符 951">
                <a:extLst>
                  <a:ext uri="{FF2B5EF4-FFF2-40B4-BE49-F238E27FC236}">
                    <a16:creationId xmlns:a16="http://schemas.microsoft.com/office/drawing/2014/main" id="{A772DB2A-7260-A865-72B1-A8BD54FEE574}"/>
                  </a:ext>
                </a:extLst>
              </p:cNvPr>
              <p:cNvCxnSpPr>
                <a:cxnSpLocks/>
                <a:stCxn id="925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3" name="直接连接符 952">
                <a:extLst>
                  <a:ext uri="{FF2B5EF4-FFF2-40B4-BE49-F238E27FC236}">
                    <a16:creationId xmlns:a16="http://schemas.microsoft.com/office/drawing/2014/main" id="{C7ED3BA0-E527-093A-945E-2B6D56B3DD10}"/>
                  </a:ext>
                </a:extLst>
              </p:cNvPr>
              <p:cNvCxnSpPr>
                <a:cxnSpLocks/>
                <a:stCxn id="925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4" name="直接连接符 953">
                <a:extLst>
                  <a:ext uri="{FF2B5EF4-FFF2-40B4-BE49-F238E27FC236}">
                    <a16:creationId xmlns:a16="http://schemas.microsoft.com/office/drawing/2014/main" id="{D523F686-3C95-F6C3-BD1E-3C74C86F9086}"/>
                  </a:ext>
                </a:extLst>
              </p:cNvPr>
              <p:cNvCxnSpPr>
                <a:cxnSpLocks/>
                <a:stCxn id="925" idx="6"/>
                <a:endCxn id="930" idx="2"/>
              </p:cNvCxnSpPr>
              <p:nvPr/>
            </p:nvCxnSpPr>
            <p:spPr>
              <a:xfrm>
                <a:off x="3427480" y="4000191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5" name="直接连接符 954">
                <a:extLst>
                  <a:ext uri="{FF2B5EF4-FFF2-40B4-BE49-F238E27FC236}">
                    <a16:creationId xmlns:a16="http://schemas.microsoft.com/office/drawing/2014/main" id="{62790929-3D4C-9B29-B293-3E2327D8A94F}"/>
                  </a:ext>
                </a:extLst>
              </p:cNvPr>
              <p:cNvCxnSpPr>
                <a:cxnSpLocks/>
                <a:stCxn id="925" idx="6"/>
                <a:endCxn id="931" idx="2"/>
              </p:cNvCxnSpPr>
              <p:nvPr/>
            </p:nvCxnSpPr>
            <p:spPr>
              <a:xfrm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6" name="直接连接符 955">
                <a:extLst>
                  <a:ext uri="{FF2B5EF4-FFF2-40B4-BE49-F238E27FC236}">
                    <a16:creationId xmlns:a16="http://schemas.microsoft.com/office/drawing/2014/main" id="{75AE54C0-B53C-6B7D-FEF9-D50D3ADD94BA}"/>
                  </a:ext>
                </a:extLst>
              </p:cNvPr>
              <p:cNvCxnSpPr>
                <a:cxnSpLocks/>
                <a:stCxn id="926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7" name="直接连接符 956">
                <a:extLst>
                  <a:ext uri="{FF2B5EF4-FFF2-40B4-BE49-F238E27FC236}">
                    <a16:creationId xmlns:a16="http://schemas.microsoft.com/office/drawing/2014/main" id="{BDE70C0B-9C0F-7D9D-744A-2183884D5E51}"/>
                  </a:ext>
                </a:extLst>
              </p:cNvPr>
              <p:cNvCxnSpPr>
                <a:cxnSpLocks/>
                <a:stCxn id="926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8" name="直接连接符 957">
                <a:extLst>
                  <a:ext uri="{FF2B5EF4-FFF2-40B4-BE49-F238E27FC236}">
                    <a16:creationId xmlns:a16="http://schemas.microsoft.com/office/drawing/2014/main" id="{E826824D-4494-84A0-5E96-458694732242}"/>
                  </a:ext>
                </a:extLst>
              </p:cNvPr>
              <p:cNvCxnSpPr>
                <a:cxnSpLocks/>
                <a:stCxn id="926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连接符 958">
                <a:extLst>
                  <a:ext uri="{FF2B5EF4-FFF2-40B4-BE49-F238E27FC236}">
                    <a16:creationId xmlns:a16="http://schemas.microsoft.com/office/drawing/2014/main" id="{060491E7-91AB-A845-5432-47CDDDF9405F}"/>
                  </a:ext>
                </a:extLst>
              </p:cNvPr>
              <p:cNvCxnSpPr>
                <a:cxnSpLocks/>
                <a:stCxn id="926" idx="6"/>
                <a:endCxn id="930" idx="2"/>
              </p:cNvCxnSpPr>
              <p:nvPr/>
            </p:nvCxnSpPr>
            <p:spPr>
              <a:xfrm flipV="1"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0" name="直接连接符 959">
                <a:extLst>
                  <a:ext uri="{FF2B5EF4-FFF2-40B4-BE49-F238E27FC236}">
                    <a16:creationId xmlns:a16="http://schemas.microsoft.com/office/drawing/2014/main" id="{70E2AC60-2288-A9ED-3387-32C76D46AA91}"/>
                  </a:ext>
                </a:extLst>
              </p:cNvPr>
              <p:cNvCxnSpPr>
                <a:cxnSpLocks/>
                <a:stCxn id="926" idx="6"/>
                <a:endCxn id="931" idx="2"/>
              </p:cNvCxnSpPr>
              <p:nvPr/>
            </p:nvCxnSpPr>
            <p:spPr>
              <a:xfrm>
                <a:off x="3427480" y="461849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1" name="直接连接符 960">
                <a:extLst>
                  <a:ext uri="{FF2B5EF4-FFF2-40B4-BE49-F238E27FC236}">
                    <a16:creationId xmlns:a16="http://schemas.microsoft.com/office/drawing/2014/main" id="{A57E36C2-5801-586E-C7FC-4FC88514AC67}"/>
                  </a:ext>
                </a:extLst>
              </p:cNvPr>
              <p:cNvCxnSpPr>
                <a:cxnSpLocks/>
                <a:stCxn id="927" idx="6"/>
                <a:endCxn id="932" idx="2"/>
              </p:cNvCxnSpPr>
              <p:nvPr/>
            </p:nvCxnSpPr>
            <p:spPr>
              <a:xfrm>
                <a:off x="4246821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2" name="直接连接符 961">
                <a:extLst>
                  <a:ext uri="{FF2B5EF4-FFF2-40B4-BE49-F238E27FC236}">
                    <a16:creationId xmlns:a16="http://schemas.microsoft.com/office/drawing/2014/main" id="{C3BA47D4-DDAE-2AB3-BB26-28F7C6095918}"/>
                  </a:ext>
                </a:extLst>
              </p:cNvPr>
              <p:cNvCxnSpPr>
                <a:cxnSpLocks/>
                <a:stCxn id="927" idx="6"/>
                <a:endCxn id="933" idx="2"/>
              </p:cNvCxnSpPr>
              <p:nvPr/>
            </p:nvCxnSpPr>
            <p:spPr>
              <a:xfrm>
                <a:off x="4246821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3" name="直接连接符 962">
                <a:extLst>
                  <a:ext uri="{FF2B5EF4-FFF2-40B4-BE49-F238E27FC236}">
                    <a16:creationId xmlns:a16="http://schemas.microsoft.com/office/drawing/2014/main" id="{ABD5AD76-1754-798A-BB7F-6AB377C86BDE}"/>
                  </a:ext>
                </a:extLst>
              </p:cNvPr>
              <p:cNvCxnSpPr>
                <a:cxnSpLocks/>
                <a:stCxn id="927" idx="6"/>
                <a:endCxn id="934" idx="2"/>
              </p:cNvCxnSpPr>
              <p:nvPr/>
            </p:nvCxnSpPr>
            <p:spPr>
              <a:xfrm>
                <a:off x="4246821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4" name="直接连接符 963">
                <a:extLst>
                  <a:ext uri="{FF2B5EF4-FFF2-40B4-BE49-F238E27FC236}">
                    <a16:creationId xmlns:a16="http://schemas.microsoft.com/office/drawing/2014/main" id="{2B3D6272-B566-3BEC-DC43-5239DBF49976}"/>
                  </a:ext>
                </a:extLst>
              </p:cNvPr>
              <p:cNvCxnSpPr>
                <a:cxnSpLocks/>
                <a:stCxn id="927" idx="6"/>
                <a:endCxn id="935" idx="2"/>
              </p:cNvCxnSpPr>
              <p:nvPr/>
            </p:nvCxnSpPr>
            <p:spPr>
              <a:xfrm>
                <a:off x="4246821" y="2145271"/>
                <a:ext cx="465986" cy="21684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5" name="直接连接符 964">
                <a:extLst>
                  <a:ext uri="{FF2B5EF4-FFF2-40B4-BE49-F238E27FC236}">
                    <a16:creationId xmlns:a16="http://schemas.microsoft.com/office/drawing/2014/main" id="{AD4A6F7A-B7D4-F7B6-0534-82063D097600}"/>
                  </a:ext>
                </a:extLst>
              </p:cNvPr>
              <p:cNvCxnSpPr>
                <a:cxnSpLocks/>
                <a:stCxn id="928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6" name="直接连接符 965">
                <a:extLst>
                  <a:ext uri="{FF2B5EF4-FFF2-40B4-BE49-F238E27FC236}">
                    <a16:creationId xmlns:a16="http://schemas.microsoft.com/office/drawing/2014/main" id="{5735B510-A61F-FE80-E619-979C4D0DABC6}"/>
                  </a:ext>
                </a:extLst>
              </p:cNvPr>
              <p:cNvCxnSpPr>
                <a:cxnSpLocks/>
                <a:stCxn id="928" idx="6"/>
                <a:endCxn id="933" idx="2"/>
              </p:cNvCxnSpPr>
              <p:nvPr/>
            </p:nvCxnSpPr>
            <p:spPr>
              <a:xfrm>
                <a:off x="4246821" y="2763578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7" name="直接连接符 966">
                <a:extLst>
                  <a:ext uri="{FF2B5EF4-FFF2-40B4-BE49-F238E27FC236}">
                    <a16:creationId xmlns:a16="http://schemas.microsoft.com/office/drawing/2014/main" id="{A3399606-802A-C5B0-4C16-39A2BA17EA9F}"/>
                  </a:ext>
                </a:extLst>
              </p:cNvPr>
              <p:cNvCxnSpPr>
                <a:cxnSpLocks/>
                <a:stCxn id="928" idx="6"/>
                <a:endCxn id="934" idx="2"/>
              </p:cNvCxnSpPr>
              <p:nvPr/>
            </p:nvCxnSpPr>
            <p:spPr>
              <a:xfrm>
                <a:off x="4246821" y="2763578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8" name="直接连接符 967">
                <a:extLst>
                  <a:ext uri="{FF2B5EF4-FFF2-40B4-BE49-F238E27FC236}">
                    <a16:creationId xmlns:a16="http://schemas.microsoft.com/office/drawing/2014/main" id="{82445832-FA88-A640-4EA1-15C2A9105267}"/>
                  </a:ext>
                </a:extLst>
              </p:cNvPr>
              <p:cNvCxnSpPr>
                <a:cxnSpLocks/>
                <a:stCxn id="928" idx="6"/>
                <a:endCxn id="935" idx="2"/>
              </p:cNvCxnSpPr>
              <p:nvPr/>
            </p:nvCxnSpPr>
            <p:spPr>
              <a:xfrm>
                <a:off x="4246821" y="2763578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9" name="直接连接符 968">
                <a:extLst>
                  <a:ext uri="{FF2B5EF4-FFF2-40B4-BE49-F238E27FC236}">
                    <a16:creationId xmlns:a16="http://schemas.microsoft.com/office/drawing/2014/main" id="{C7518A4D-4ACE-1916-F81B-0F124EA34AC1}"/>
                  </a:ext>
                </a:extLst>
              </p:cNvPr>
              <p:cNvCxnSpPr>
                <a:cxnSpLocks/>
                <a:stCxn id="929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0" name="直接连接符 969">
                <a:extLst>
                  <a:ext uri="{FF2B5EF4-FFF2-40B4-BE49-F238E27FC236}">
                    <a16:creationId xmlns:a16="http://schemas.microsoft.com/office/drawing/2014/main" id="{12E7322B-1088-F04D-8BBF-2FC23793E9CC}"/>
                  </a:ext>
                </a:extLst>
              </p:cNvPr>
              <p:cNvCxnSpPr>
                <a:cxnSpLocks/>
                <a:stCxn id="930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1" name="直接连接符 970">
                <a:extLst>
                  <a:ext uri="{FF2B5EF4-FFF2-40B4-BE49-F238E27FC236}">
                    <a16:creationId xmlns:a16="http://schemas.microsoft.com/office/drawing/2014/main" id="{EBCD772B-D7A6-8259-F700-9E1403736D0F}"/>
                  </a:ext>
                </a:extLst>
              </p:cNvPr>
              <p:cNvCxnSpPr>
                <a:cxnSpLocks/>
                <a:stCxn id="930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2" name="直接连接符 971">
                <a:extLst>
                  <a:ext uri="{FF2B5EF4-FFF2-40B4-BE49-F238E27FC236}">
                    <a16:creationId xmlns:a16="http://schemas.microsoft.com/office/drawing/2014/main" id="{9F6E9C0A-D416-E0B9-63FE-74876A66B1F2}"/>
                  </a:ext>
                </a:extLst>
              </p:cNvPr>
              <p:cNvCxnSpPr>
                <a:cxnSpLocks/>
                <a:stCxn id="930" idx="6"/>
                <a:endCxn id="935" idx="2"/>
              </p:cNvCxnSpPr>
              <p:nvPr/>
            </p:nvCxnSpPr>
            <p:spPr>
              <a:xfrm>
                <a:off x="4246821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3" name="直接连接符 972">
                <a:extLst>
                  <a:ext uri="{FF2B5EF4-FFF2-40B4-BE49-F238E27FC236}">
                    <a16:creationId xmlns:a16="http://schemas.microsoft.com/office/drawing/2014/main" id="{0F4510FD-CD11-0F73-AE82-01B8E5497E41}"/>
                  </a:ext>
                </a:extLst>
              </p:cNvPr>
              <p:cNvCxnSpPr>
                <a:cxnSpLocks/>
                <a:stCxn id="931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215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4" name="直接连接符 973">
                <a:extLst>
                  <a:ext uri="{FF2B5EF4-FFF2-40B4-BE49-F238E27FC236}">
                    <a16:creationId xmlns:a16="http://schemas.microsoft.com/office/drawing/2014/main" id="{7717340E-B7BE-9AB0-1955-3B43CA73A499}"/>
                  </a:ext>
                </a:extLst>
              </p:cNvPr>
              <p:cNvCxnSpPr>
                <a:cxnSpLocks/>
                <a:stCxn id="931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5" name="直接连接符 974">
                <a:extLst>
                  <a:ext uri="{FF2B5EF4-FFF2-40B4-BE49-F238E27FC236}">
                    <a16:creationId xmlns:a16="http://schemas.microsoft.com/office/drawing/2014/main" id="{E46914B8-7B2A-F893-5854-4DFFA8994B7A}"/>
                  </a:ext>
                </a:extLst>
              </p:cNvPr>
              <p:cNvCxnSpPr>
                <a:cxnSpLocks/>
                <a:stCxn id="931" idx="6"/>
                <a:endCxn id="935" idx="2"/>
              </p:cNvCxnSpPr>
              <p:nvPr/>
            </p:nvCxnSpPr>
            <p:spPr>
              <a:xfrm flipV="1">
                <a:off x="4246821" y="4313697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6" name="直接连接符 975">
                <a:extLst>
                  <a:ext uri="{FF2B5EF4-FFF2-40B4-BE49-F238E27FC236}">
                    <a16:creationId xmlns:a16="http://schemas.microsoft.com/office/drawing/2014/main" id="{042020EB-0D11-2427-4478-FCCA8B41807B}"/>
                  </a:ext>
                </a:extLst>
              </p:cNvPr>
              <p:cNvCxnSpPr>
                <a:cxnSpLocks/>
                <a:stCxn id="929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7" name="直接连接符 976">
                <a:extLst>
                  <a:ext uri="{FF2B5EF4-FFF2-40B4-BE49-F238E27FC236}">
                    <a16:creationId xmlns:a16="http://schemas.microsoft.com/office/drawing/2014/main" id="{6FAC834E-E24C-1236-41E7-156DB86D6CA9}"/>
                  </a:ext>
                </a:extLst>
              </p:cNvPr>
              <p:cNvCxnSpPr>
                <a:cxnSpLocks/>
                <a:stCxn id="929" idx="6"/>
                <a:endCxn id="934" idx="2"/>
              </p:cNvCxnSpPr>
              <p:nvPr/>
            </p:nvCxnSpPr>
            <p:spPr>
              <a:xfrm>
                <a:off x="4246821" y="3381885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8" name="直接连接符 977">
                <a:extLst>
                  <a:ext uri="{FF2B5EF4-FFF2-40B4-BE49-F238E27FC236}">
                    <a16:creationId xmlns:a16="http://schemas.microsoft.com/office/drawing/2014/main" id="{BCB5D353-A82B-3221-22DE-2A9E42195E35}"/>
                  </a:ext>
                </a:extLst>
              </p:cNvPr>
              <p:cNvCxnSpPr>
                <a:cxnSpLocks/>
                <a:stCxn id="929" idx="6"/>
                <a:endCxn id="935" idx="2"/>
              </p:cNvCxnSpPr>
              <p:nvPr/>
            </p:nvCxnSpPr>
            <p:spPr>
              <a:xfrm>
                <a:off x="4246826" y="3381885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9" name="直接连接符 978">
                <a:extLst>
                  <a:ext uri="{FF2B5EF4-FFF2-40B4-BE49-F238E27FC236}">
                    <a16:creationId xmlns:a16="http://schemas.microsoft.com/office/drawing/2014/main" id="{3180FBF1-EAA3-5298-2879-E8D57EB5C4AA}"/>
                  </a:ext>
                </a:extLst>
              </p:cNvPr>
              <p:cNvCxnSpPr>
                <a:cxnSpLocks/>
                <a:stCxn id="930" idx="6"/>
                <a:endCxn id="932" idx="2"/>
              </p:cNvCxnSpPr>
              <p:nvPr/>
            </p:nvCxnSpPr>
            <p:spPr>
              <a:xfrm flipV="1">
                <a:off x="4246824" y="2458774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0" name="直接连接符 979">
                <a:extLst>
                  <a:ext uri="{FF2B5EF4-FFF2-40B4-BE49-F238E27FC236}">
                    <a16:creationId xmlns:a16="http://schemas.microsoft.com/office/drawing/2014/main" id="{5A9F05D8-DBFB-CF37-9597-63E2BDFE5E91}"/>
                  </a:ext>
                </a:extLst>
              </p:cNvPr>
              <p:cNvCxnSpPr>
                <a:cxnSpLocks/>
                <a:stCxn id="931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923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3" name="组合 992">
            <a:extLst>
              <a:ext uri="{FF2B5EF4-FFF2-40B4-BE49-F238E27FC236}">
                <a16:creationId xmlns:a16="http://schemas.microsoft.com/office/drawing/2014/main" id="{520773A5-BE65-245F-4D3E-22CD9C6061DC}"/>
              </a:ext>
            </a:extLst>
          </p:cNvPr>
          <p:cNvGrpSpPr/>
          <p:nvPr/>
        </p:nvGrpSpPr>
        <p:grpSpPr>
          <a:xfrm>
            <a:off x="5382229" y="4012738"/>
            <a:ext cx="1077964" cy="1218559"/>
            <a:chOff x="4296949" y="2794325"/>
            <a:chExt cx="1077964" cy="1218559"/>
          </a:xfrm>
        </p:grpSpPr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8C9AFA80-7F34-A78C-F11C-38C84327494F}"/>
                </a:ext>
              </a:extLst>
            </p:cNvPr>
            <p:cNvSpPr/>
            <p:nvPr/>
          </p:nvSpPr>
          <p:spPr>
            <a:xfrm>
              <a:off x="4296949" y="2794325"/>
              <a:ext cx="1077964" cy="1218559"/>
            </a:xfrm>
            <a:prstGeom prst="roundRect">
              <a:avLst>
                <a:gd name="adj" fmla="val 842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01" name="组合 800">
              <a:extLst>
                <a:ext uri="{FF2B5EF4-FFF2-40B4-BE49-F238E27FC236}">
                  <a16:creationId xmlns:a16="http://schemas.microsoft.com/office/drawing/2014/main" id="{AB496450-44D1-893B-4F67-8E7C78A139F7}"/>
                </a:ext>
              </a:extLst>
            </p:cNvPr>
            <p:cNvGrpSpPr/>
            <p:nvPr/>
          </p:nvGrpSpPr>
          <p:grpSpPr>
            <a:xfrm>
              <a:off x="4462805" y="2909713"/>
              <a:ext cx="735974" cy="1040258"/>
              <a:chOff x="3074124" y="1974065"/>
              <a:chExt cx="1992038" cy="2815638"/>
            </a:xfrm>
          </p:grpSpPr>
          <p:sp>
            <p:nvSpPr>
              <p:cNvPr id="802" name="椭圆 801">
                <a:extLst>
                  <a:ext uri="{FF2B5EF4-FFF2-40B4-BE49-F238E27FC236}">
                    <a16:creationId xmlns:a16="http://schemas.microsoft.com/office/drawing/2014/main" id="{EF6342CD-BBF3-1A3C-BB27-C7E8B7B0C2CF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3" name="椭圆 802">
                <a:extLst>
                  <a:ext uri="{FF2B5EF4-FFF2-40B4-BE49-F238E27FC236}">
                    <a16:creationId xmlns:a16="http://schemas.microsoft.com/office/drawing/2014/main" id="{9F080908-FB36-3C2C-6962-98424A1FCC80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4" name="椭圆 803">
                <a:extLst>
                  <a:ext uri="{FF2B5EF4-FFF2-40B4-BE49-F238E27FC236}">
                    <a16:creationId xmlns:a16="http://schemas.microsoft.com/office/drawing/2014/main" id="{60489091-DE52-AFB1-E70C-9B494FF97172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5" name="椭圆 804">
                <a:extLst>
                  <a:ext uri="{FF2B5EF4-FFF2-40B4-BE49-F238E27FC236}">
                    <a16:creationId xmlns:a16="http://schemas.microsoft.com/office/drawing/2014/main" id="{871DDB2E-232F-6B4D-3EE7-BEF58F73232C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6" name="椭圆 805">
                <a:extLst>
                  <a:ext uri="{FF2B5EF4-FFF2-40B4-BE49-F238E27FC236}">
                    <a16:creationId xmlns:a16="http://schemas.microsoft.com/office/drawing/2014/main" id="{EA3F21A7-E8E5-D099-89EC-6AA1674723D5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7" name="椭圆 806">
                <a:extLst>
                  <a:ext uri="{FF2B5EF4-FFF2-40B4-BE49-F238E27FC236}">
                    <a16:creationId xmlns:a16="http://schemas.microsoft.com/office/drawing/2014/main" id="{B408E05B-82C7-C81E-E1F5-F3D4078823D2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8" name="椭圆 807">
                <a:extLst>
                  <a:ext uri="{FF2B5EF4-FFF2-40B4-BE49-F238E27FC236}">
                    <a16:creationId xmlns:a16="http://schemas.microsoft.com/office/drawing/2014/main" id="{C179A91B-DB99-5084-7A38-88AEDC58ACB9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9" name="椭圆 808">
                <a:extLst>
                  <a:ext uri="{FF2B5EF4-FFF2-40B4-BE49-F238E27FC236}">
                    <a16:creationId xmlns:a16="http://schemas.microsoft.com/office/drawing/2014/main" id="{00F2D593-6BE7-7C89-C18C-D8F6FECB80ED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0" name="椭圆 809">
                <a:extLst>
                  <a:ext uri="{FF2B5EF4-FFF2-40B4-BE49-F238E27FC236}">
                    <a16:creationId xmlns:a16="http://schemas.microsoft.com/office/drawing/2014/main" id="{FC93A88B-7A5A-5DCA-471F-3066C074BE28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1" name="椭圆 810">
                <a:extLst>
                  <a:ext uri="{FF2B5EF4-FFF2-40B4-BE49-F238E27FC236}">
                    <a16:creationId xmlns:a16="http://schemas.microsoft.com/office/drawing/2014/main" id="{2D77E23C-5417-DB41-EBAC-95F926A35AEF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2" name="椭圆 811">
                <a:extLst>
                  <a:ext uri="{FF2B5EF4-FFF2-40B4-BE49-F238E27FC236}">
                    <a16:creationId xmlns:a16="http://schemas.microsoft.com/office/drawing/2014/main" id="{63398EE8-BF3E-B548-B5CE-1683A4AFA4A5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3" name="椭圆 812">
                <a:extLst>
                  <a:ext uri="{FF2B5EF4-FFF2-40B4-BE49-F238E27FC236}">
                    <a16:creationId xmlns:a16="http://schemas.microsoft.com/office/drawing/2014/main" id="{7AF44B8B-F0F1-737B-3667-7500DA3A0FDB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4" name="椭圆 813">
                <a:extLst>
                  <a:ext uri="{FF2B5EF4-FFF2-40B4-BE49-F238E27FC236}">
                    <a16:creationId xmlns:a16="http://schemas.microsoft.com/office/drawing/2014/main" id="{3C24F09E-03CF-CC1A-1136-4D3672CA964B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5" name="椭圆 814">
                <a:extLst>
                  <a:ext uri="{FF2B5EF4-FFF2-40B4-BE49-F238E27FC236}">
                    <a16:creationId xmlns:a16="http://schemas.microsoft.com/office/drawing/2014/main" id="{78B982A5-7A5E-C870-1D5B-16F61E762BFA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816" name="直接连接符 815">
                <a:extLst>
                  <a:ext uri="{FF2B5EF4-FFF2-40B4-BE49-F238E27FC236}">
                    <a16:creationId xmlns:a16="http://schemas.microsoft.com/office/drawing/2014/main" id="{CC7E0A7E-8A7E-AFA3-A435-B540A2693EDF}"/>
                  </a:ext>
                </a:extLst>
              </p:cNvPr>
              <p:cNvCxnSpPr>
                <a:cxnSpLocks/>
                <a:stCxn id="802" idx="6"/>
                <a:endCxn id="80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直接连接符 816">
                <a:extLst>
                  <a:ext uri="{FF2B5EF4-FFF2-40B4-BE49-F238E27FC236}">
                    <a16:creationId xmlns:a16="http://schemas.microsoft.com/office/drawing/2014/main" id="{B4023BD3-F721-F3EE-52E8-B7175E5AC587}"/>
                  </a:ext>
                </a:extLst>
              </p:cNvPr>
              <p:cNvCxnSpPr>
                <a:cxnSpLocks/>
                <a:stCxn id="802" idx="6"/>
                <a:endCxn id="80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8" name="直接连接符 817">
                <a:extLst>
                  <a:ext uri="{FF2B5EF4-FFF2-40B4-BE49-F238E27FC236}">
                    <a16:creationId xmlns:a16="http://schemas.microsoft.com/office/drawing/2014/main" id="{C84AEAD8-5994-DFDE-D0A7-4F5BCA434E76}"/>
                  </a:ext>
                </a:extLst>
              </p:cNvPr>
              <p:cNvCxnSpPr>
                <a:cxnSpLocks/>
                <a:stCxn id="802" idx="6"/>
                <a:endCxn id="80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9" name="直接连接符 818">
                <a:extLst>
                  <a:ext uri="{FF2B5EF4-FFF2-40B4-BE49-F238E27FC236}">
                    <a16:creationId xmlns:a16="http://schemas.microsoft.com/office/drawing/2014/main" id="{84657D02-B449-8670-743D-B41E039225C3}"/>
                  </a:ext>
                </a:extLst>
              </p:cNvPr>
              <p:cNvCxnSpPr>
                <a:cxnSpLocks/>
                <a:stCxn id="802" idx="6"/>
                <a:endCxn id="81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0" name="直接连接符 819">
                <a:extLst>
                  <a:ext uri="{FF2B5EF4-FFF2-40B4-BE49-F238E27FC236}">
                    <a16:creationId xmlns:a16="http://schemas.microsoft.com/office/drawing/2014/main" id="{723F271D-C611-2677-8AD3-7A5D9BD10F48}"/>
                  </a:ext>
                </a:extLst>
              </p:cNvPr>
              <p:cNvCxnSpPr>
                <a:cxnSpLocks/>
                <a:stCxn id="802" idx="6"/>
                <a:endCxn id="81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1" name="直接连接符 820">
                <a:extLst>
                  <a:ext uri="{FF2B5EF4-FFF2-40B4-BE49-F238E27FC236}">
                    <a16:creationId xmlns:a16="http://schemas.microsoft.com/office/drawing/2014/main" id="{146E6BCB-8726-6559-369C-720975988432}"/>
                  </a:ext>
                </a:extLst>
              </p:cNvPr>
              <p:cNvCxnSpPr>
                <a:cxnSpLocks/>
                <a:stCxn id="803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2" name="直接连接符 821">
                <a:extLst>
                  <a:ext uri="{FF2B5EF4-FFF2-40B4-BE49-F238E27FC236}">
                    <a16:creationId xmlns:a16="http://schemas.microsoft.com/office/drawing/2014/main" id="{D678C294-0A00-8289-5772-857686464D22}"/>
                  </a:ext>
                </a:extLst>
              </p:cNvPr>
              <p:cNvCxnSpPr>
                <a:cxnSpLocks/>
                <a:stCxn id="803" idx="6"/>
                <a:endCxn id="80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3" name="直接连接符 822">
                <a:extLst>
                  <a:ext uri="{FF2B5EF4-FFF2-40B4-BE49-F238E27FC236}">
                    <a16:creationId xmlns:a16="http://schemas.microsoft.com/office/drawing/2014/main" id="{8A9BD6ED-18FC-418C-52F1-022552A9E12D}"/>
                  </a:ext>
                </a:extLst>
              </p:cNvPr>
              <p:cNvCxnSpPr>
                <a:cxnSpLocks/>
                <a:stCxn id="803" idx="6"/>
                <a:endCxn id="80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4" name="直接连接符 823">
                <a:extLst>
                  <a:ext uri="{FF2B5EF4-FFF2-40B4-BE49-F238E27FC236}">
                    <a16:creationId xmlns:a16="http://schemas.microsoft.com/office/drawing/2014/main" id="{54741FC6-DFE6-6C76-063B-35FB862382D1}"/>
                  </a:ext>
                </a:extLst>
              </p:cNvPr>
              <p:cNvCxnSpPr>
                <a:cxnSpLocks/>
                <a:stCxn id="803" idx="6"/>
                <a:endCxn id="81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5" name="直接连接符 824">
                <a:extLst>
                  <a:ext uri="{FF2B5EF4-FFF2-40B4-BE49-F238E27FC236}">
                    <a16:creationId xmlns:a16="http://schemas.microsoft.com/office/drawing/2014/main" id="{D31AC63F-695B-78A2-0528-C09EBA2250C3}"/>
                  </a:ext>
                </a:extLst>
              </p:cNvPr>
              <p:cNvCxnSpPr>
                <a:cxnSpLocks/>
                <a:stCxn id="803" idx="6"/>
                <a:endCxn id="81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6" name="直接连接符 825">
                <a:extLst>
                  <a:ext uri="{FF2B5EF4-FFF2-40B4-BE49-F238E27FC236}">
                    <a16:creationId xmlns:a16="http://schemas.microsoft.com/office/drawing/2014/main" id="{881AC63B-0032-403B-1CF8-A9A31404077A}"/>
                  </a:ext>
                </a:extLst>
              </p:cNvPr>
              <p:cNvCxnSpPr>
                <a:cxnSpLocks/>
                <a:stCxn id="804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7" name="直接连接符 826">
                <a:extLst>
                  <a:ext uri="{FF2B5EF4-FFF2-40B4-BE49-F238E27FC236}">
                    <a16:creationId xmlns:a16="http://schemas.microsoft.com/office/drawing/2014/main" id="{CAE7FA4C-18A8-4DDC-8671-0B4367DCAFDE}"/>
                  </a:ext>
                </a:extLst>
              </p:cNvPr>
              <p:cNvCxnSpPr>
                <a:cxnSpLocks/>
                <a:stCxn id="804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8" name="直接连接符 827">
                <a:extLst>
                  <a:ext uri="{FF2B5EF4-FFF2-40B4-BE49-F238E27FC236}">
                    <a16:creationId xmlns:a16="http://schemas.microsoft.com/office/drawing/2014/main" id="{4414410E-E11A-89F1-C4F0-20D1417820A3}"/>
                  </a:ext>
                </a:extLst>
              </p:cNvPr>
              <p:cNvCxnSpPr>
                <a:cxnSpLocks/>
                <a:stCxn id="804" idx="6"/>
                <a:endCxn id="80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9" name="直接连接符 828">
                <a:extLst>
                  <a:ext uri="{FF2B5EF4-FFF2-40B4-BE49-F238E27FC236}">
                    <a16:creationId xmlns:a16="http://schemas.microsoft.com/office/drawing/2014/main" id="{A8A9B98D-8CB0-6BCE-F961-A4D072090D8E}"/>
                  </a:ext>
                </a:extLst>
              </p:cNvPr>
              <p:cNvCxnSpPr>
                <a:cxnSpLocks/>
                <a:stCxn id="804" idx="6"/>
                <a:endCxn id="81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0" name="直接连接符 829">
                <a:extLst>
                  <a:ext uri="{FF2B5EF4-FFF2-40B4-BE49-F238E27FC236}">
                    <a16:creationId xmlns:a16="http://schemas.microsoft.com/office/drawing/2014/main" id="{C961D10E-1912-557E-00C9-205EEFF0DFC7}"/>
                  </a:ext>
                </a:extLst>
              </p:cNvPr>
              <p:cNvCxnSpPr>
                <a:cxnSpLocks/>
                <a:stCxn id="804" idx="6"/>
                <a:endCxn id="81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1" name="直接连接符 830">
                <a:extLst>
                  <a:ext uri="{FF2B5EF4-FFF2-40B4-BE49-F238E27FC236}">
                    <a16:creationId xmlns:a16="http://schemas.microsoft.com/office/drawing/2014/main" id="{EE1BFCA4-B96C-63E7-F677-A9D956695344}"/>
                  </a:ext>
                </a:extLst>
              </p:cNvPr>
              <p:cNvCxnSpPr>
                <a:cxnSpLocks/>
                <a:stCxn id="805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2" name="直接连接符 831">
                <a:extLst>
                  <a:ext uri="{FF2B5EF4-FFF2-40B4-BE49-F238E27FC236}">
                    <a16:creationId xmlns:a16="http://schemas.microsoft.com/office/drawing/2014/main" id="{6754C71B-34E4-7496-48A2-1EE1987C6786}"/>
                  </a:ext>
                </a:extLst>
              </p:cNvPr>
              <p:cNvCxnSpPr>
                <a:cxnSpLocks/>
                <a:stCxn id="805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3" name="直接连接符 832">
                <a:extLst>
                  <a:ext uri="{FF2B5EF4-FFF2-40B4-BE49-F238E27FC236}">
                    <a16:creationId xmlns:a16="http://schemas.microsoft.com/office/drawing/2014/main" id="{09B0D438-D15E-C267-6B5E-8D1F9A572C5B}"/>
                  </a:ext>
                </a:extLst>
              </p:cNvPr>
              <p:cNvCxnSpPr>
                <a:cxnSpLocks/>
                <a:stCxn id="805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4" name="直接连接符 833">
                <a:extLst>
                  <a:ext uri="{FF2B5EF4-FFF2-40B4-BE49-F238E27FC236}">
                    <a16:creationId xmlns:a16="http://schemas.microsoft.com/office/drawing/2014/main" id="{D28FFABA-9445-456C-9F33-05E385294BA9}"/>
                  </a:ext>
                </a:extLst>
              </p:cNvPr>
              <p:cNvCxnSpPr>
                <a:cxnSpLocks/>
                <a:stCxn id="805" idx="6"/>
                <a:endCxn id="81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5" name="直接连接符 834">
                <a:extLst>
                  <a:ext uri="{FF2B5EF4-FFF2-40B4-BE49-F238E27FC236}">
                    <a16:creationId xmlns:a16="http://schemas.microsoft.com/office/drawing/2014/main" id="{0759CBCF-B03C-75AC-6C4E-30A7A1506DC7}"/>
                  </a:ext>
                </a:extLst>
              </p:cNvPr>
              <p:cNvCxnSpPr>
                <a:cxnSpLocks/>
                <a:stCxn id="805" idx="6"/>
                <a:endCxn id="81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6" name="直接连接符 835">
                <a:extLst>
                  <a:ext uri="{FF2B5EF4-FFF2-40B4-BE49-F238E27FC236}">
                    <a16:creationId xmlns:a16="http://schemas.microsoft.com/office/drawing/2014/main" id="{37128E6D-FEC4-8602-09D7-2A1B66619E93}"/>
                  </a:ext>
                </a:extLst>
              </p:cNvPr>
              <p:cNvCxnSpPr>
                <a:cxnSpLocks/>
                <a:stCxn id="806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7" name="直接连接符 836">
                <a:extLst>
                  <a:ext uri="{FF2B5EF4-FFF2-40B4-BE49-F238E27FC236}">
                    <a16:creationId xmlns:a16="http://schemas.microsoft.com/office/drawing/2014/main" id="{845F7090-7D66-C69D-6110-1A5B79A017F4}"/>
                  </a:ext>
                </a:extLst>
              </p:cNvPr>
              <p:cNvCxnSpPr>
                <a:cxnSpLocks/>
                <a:stCxn id="806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8" name="直接连接符 837">
                <a:extLst>
                  <a:ext uri="{FF2B5EF4-FFF2-40B4-BE49-F238E27FC236}">
                    <a16:creationId xmlns:a16="http://schemas.microsoft.com/office/drawing/2014/main" id="{951DD15B-F22B-2CE4-CB74-8091A285481F}"/>
                  </a:ext>
                </a:extLst>
              </p:cNvPr>
              <p:cNvCxnSpPr>
                <a:cxnSpLocks/>
                <a:stCxn id="806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9" name="直接连接符 838">
                <a:extLst>
                  <a:ext uri="{FF2B5EF4-FFF2-40B4-BE49-F238E27FC236}">
                    <a16:creationId xmlns:a16="http://schemas.microsoft.com/office/drawing/2014/main" id="{AAF11EB7-7481-554E-D92D-E407CFD1BB43}"/>
                  </a:ext>
                </a:extLst>
              </p:cNvPr>
              <p:cNvCxnSpPr>
                <a:cxnSpLocks/>
                <a:stCxn id="806" idx="6"/>
                <a:endCxn id="81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0" name="直接连接符 839">
                <a:extLst>
                  <a:ext uri="{FF2B5EF4-FFF2-40B4-BE49-F238E27FC236}">
                    <a16:creationId xmlns:a16="http://schemas.microsoft.com/office/drawing/2014/main" id="{00817C38-545D-16F7-9DE6-B33C2ECE3B55}"/>
                  </a:ext>
                </a:extLst>
              </p:cNvPr>
              <p:cNvCxnSpPr>
                <a:cxnSpLocks/>
                <a:stCxn id="806" idx="6"/>
                <a:endCxn id="81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1" name="直接连接符 840">
                <a:extLst>
                  <a:ext uri="{FF2B5EF4-FFF2-40B4-BE49-F238E27FC236}">
                    <a16:creationId xmlns:a16="http://schemas.microsoft.com/office/drawing/2014/main" id="{5AB3D420-3761-44CA-A7FF-51D2B0BE6495}"/>
                  </a:ext>
                </a:extLst>
              </p:cNvPr>
              <p:cNvCxnSpPr>
                <a:cxnSpLocks/>
                <a:stCxn id="807" idx="6"/>
                <a:endCxn id="81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2" name="直接连接符 841">
                <a:extLst>
                  <a:ext uri="{FF2B5EF4-FFF2-40B4-BE49-F238E27FC236}">
                    <a16:creationId xmlns:a16="http://schemas.microsoft.com/office/drawing/2014/main" id="{6EBA1538-0E11-3451-B599-3C7B411854C3}"/>
                  </a:ext>
                </a:extLst>
              </p:cNvPr>
              <p:cNvCxnSpPr>
                <a:cxnSpLocks/>
                <a:stCxn id="807" idx="6"/>
                <a:endCxn id="81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3" name="直接连接符 842">
                <a:extLst>
                  <a:ext uri="{FF2B5EF4-FFF2-40B4-BE49-F238E27FC236}">
                    <a16:creationId xmlns:a16="http://schemas.microsoft.com/office/drawing/2014/main" id="{C7B28BD9-1EE4-9DD5-FC6B-4E1D18F28294}"/>
                  </a:ext>
                </a:extLst>
              </p:cNvPr>
              <p:cNvCxnSpPr>
                <a:cxnSpLocks/>
                <a:stCxn id="807" idx="6"/>
                <a:endCxn id="81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4" name="直接连接符 843">
                <a:extLst>
                  <a:ext uri="{FF2B5EF4-FFF2-40B4-BE49-F238E27FC236}">
                    <a16:creationId xmlns:a16="http://schemas.microsoft.com/office/drawing/2014/main" id="{BB1AA2D2-1BED-3790-1892-B1779B785D7C}"/>
                  </a:ext>
                </a:extLst>
              </p:cNvPr>
              <p:cNvCxnSpPr>
                <a:cxnSpLocks/>
                <a:stCxn id="807" idx="6"/>
                <a:endCxn id="81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5" name="直接连接符 844">
                <a:extLst>
                  <a:ext uri="{FF2B5EF4-FFF2-40B4-BE49-F238E27FC236}">
                    <a16:creationId xmlns:a16="http://schemas.microsoft.com/office/drawing/2014/main" id="{27A45BAB-4617-15FE-BB5E-5889557D7A5D}"/>
                  </a:ext>
                </a:extLst>
              </p:cNvPr>
              <p:cNvCxnSpPr>
                <a:cxnSpLocks/>
                <a:stCxn id="808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6" name="直接连接符 845">
                <a:extLst>
                  <a:ext uri="{FF2B5EF4-FFF2-40B4-BE49-F238E27FC236}">
                    <a16:creationId xmlns:a16="http://schemas.microsoft.com/office/drawing/2014/main" id="{FA5F8885-9870-9592-1A2E-55A3AD1D5A30}"/>
                  </a:ext>
                </a:extLst>
              </p:cNvPr>
              <p:cNvCxnSpPr>
                <a:cxnSpLocks/>
                <a:stCxn id="808" idx="6"/>
                <a:endCxn id="81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7" name="直接连接符 846">
                <a:extLst>
                  <a:ext uri="{FF2B5EF4-FFF2-40B4-BE49-F238E27FC236}">
                    <a16:creationId xmlns:a16="http://schemas.microsoft.com/office/drawing/2014/main" id="{18CA0DCF-04E6-2F5D-77ED-A067C040D1EC}"/>
                  </a:ext>
                </a:extLst>
              </p:cNvPr>
              <p:cNvCxnSpPr>
                <a:cxnSpLocks/>
                <a:stCxn id="808" idx="6"/>
                <a:endCxn id="81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8" name="直接连接符 847">
                <a:extLst>
                  <a:ext uri="{FF2B5EF4-FFF2-40B4-BE49-F238E27FC236}">
                    <a16:creationId xmlns:a16="http://schemas.microsoft.com/office/drawing/2014/main" id="{58880BC5-4A38-0547-A027-030DA1879DC5}"/>
                  </a:ext>
                </a:extLst>
              </p:cNvPr>
              <p:cNvCxnSpPr>
                <a:cxnSpLocks/>
                <a:stCxn id="808" idx="6"/>
                <a:endCxn id="81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9" name="直接连接符 848">
                <a:extLst>
                  <a:ext uri="{FF2B5EF4-FFF2-40B4-BE49-F238E27FC236}">
                    <a16:creationId xmlns:a16="http://schemas.microsoft.com/office/drawing/2014/main" id="{4F40201D-27E9-D6F4-613B-32C0E849286B}"/>
                  </a:ext>
                </a:extLst>
              </p:cNvPr>
              <p:cNvCxnSpPr>
                <a:cxnSpLocks/>
                <a:stCxn id="809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0" name="直接连接符 849">
                <a:extLst>
                  <a:ext uri="{FF2B5EF4-FFF2-40B4-BE49-F238E27FC236}">
                    <a16:creationId xmlns:a16="http://schemas.microsoft.com/office/drawing/2014/main" id="{F038D8C7-6753-78F5-3F47-646F7FF71045}"/>
                  </a:ext>
                </a:extLst>
              </p:cNvPr>
              <p:cNvCxnSpPr>
                <a:cxnSpLocks/>
                <a:stCxn id="810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1" name="直接连接符 850">
                <a:extLst>
                  <a:ext uri="{FF2B5EF4-FFF2-40B4-BE49-F238E27FC236}">
                    <a16:creationId xmlns:a16="http://schemas.microsoft.com/office/drawing/2014/main" id="{F88138BE-8744-B756-1477-15F0A8A0123F}"/>
                  </a:ext>
                </a:extLst>
              </p:cNvPr>
              <p:cNvCxnSpPr>
                <a:cxnSpLocks/>
                <a:stCxn id="810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2" name="直接连接符 851">
                <a:extLst>
                  <a:ext uri="{FF2B5EF4-FFF2-40B4-BE49-F238E27FC236}">
                    <a16:creationId xmlns:a16="http://schemas.microsoft.com/office/drawing/2014/main" id="{98E01984-37B3-B8F6-AEAE-C8C574F63D4D}"/>
                  </a:ext>
                </a:extLst>
              </p:cNvPr>
              <p:cNvCxnSpPr>
                <a:cxnSpLocks/>
                <a:stCxn id="810" idx="6"/>
                <a:endCxn id="81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3" name="直接连接符 852">
                <a:extLst>
                  <a:ext uri="{FF2B5EF4-FFF2-40B4-BE49-F238E27FC236}">
                    <a16:creationId xmlns:a16="http://schemas.microsoft.com/office/drawing/2014/main" id="{130D9762-C4E9-C244-DEB8-A1D64A2B298F}"/>
                  </a:ext>
                </a:extLst>
              </p:cNvPr>
              <p:cNvCxnSpPr>
                <a:cxnSpLocks/>
                <a:stCxn id="811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4" name="直接连接符 853">
                <a:extLst>
                  <a:ext uri="{FF2B5EF4-FFF2-40B4-BE49-F238E27FC236}">
                    <a16:creationId xmlns:a16="http://schemas.microsoft.com/office/drawing/2014/main" id="{10435098-5589-4A02-4344-0F9105A38239}"/>
                  </a:ext>
                </a:extLst>
              </p:cNvPr>
              <p:cNvCxnSpPr>
                <a:cxnSpLocks/>
                <a:stCxn id="811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5" name="直接连接符 854">
                <a:extLst>
                  <a:ext uri="{FF2B5EF4-FFF2-40B4-BE49-F238E27FC236}">
                    <a16:creationId xmlns:a16="http://schemas.microsoft.com/office/drawing/2014/main" id="{F040711A-6754-BBB6-1832-7C86350CBA54}"/>
                  </a:ext>
                </a:extLst>
              </p:cNvPr>
              <p:cNvCxnSpPr>
                <a:cxnSpLocks/>
                <a:stCxn id="811" idx="6"/>
                <a:endCxn id="81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6" name="直接连接符 855">
                <a:extLst>
                  <a:ext uri="{FF2B5EF4-FFF2-40B4-BE49-F238E27FC236}">
                    <a16:creationId xmlns:a16="http://schemas.microsoft.com/office/drawing/2014/main" id="{1BF3D5D6-47D2-009B-5F9E-0B6DD8AF4E6D}"/>
                  </a:ext>
                </a:extLst>
              </p:cNvPr>
              <p:cNvCxnSpPr>
                <a:cxnSpLocks/>
                <a:stCxn id="809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7" name="直接连接符 856">
                <a:extLst>
                  <a:ext uri="{FF2B5EF4-FFF2-40B4-BE49-F238E27FC236}">
                    <a16:creationId xmlns:a16="http://schemas.microsoft.com/office/drawing/2014/main" id="{42A74565-8856-CC50-614D-0C95C20B1C2B}"/>
                  </a:ext>
                </a:extLst>
              </p:cNvPr>
              <p:cNvCxnSpPr>
                <a:cxnSpLocks/>
                <a:stCxn id="809" idx="6"/>
                <a:endCxn id="81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8" name="直接连接符 857">
                <a:extLst>
                  <a:ext uri="{FF2B5EF4-FFF2-40B4-BE49-F238E27FC236}">
                    <a16:creationId xmlns:a16="http://schemas.microsoft.com/office/drawing/2014/main" id="{062B7A96-43BE-FE35-C915-5E71A1F4D46A}"/>
                  </a:ext>
                </a:extLst>
              </p:cNvPr>
              <p:cNvCxnSpPr>
                <a:cxnSpLocks/>
                <a:stCxn id="809" idx="6"/>
                <a:endCxn id="81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9" name="直接连接符 858">
                <a:extLst>
                  <a:ext uri="{FF2B5EF4-FFF2-40B4-BE49-F238E27FC236}">
                    <a16:creationId xmlns:a16="http://schemas.microsoft.com/office/drawing/2014/main" id="{54D23315-65CD-F7C7-B9F7-E845504A7E4B}"/>
                  </a:ext>
                </a:extLst>
              </p:cNvPr>
              <p:cNvCxnSpPr>
                <a:cxnSpLocks/>
                <a:stCxn id="810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0" name="直接连接符 859">
                <a:extLst>
                  <a:ext uri="{FF2B5EF4-FFF2-40B4-BE49-F238E27FC236}">
                    <a16:creationId xmlns:a16="http://schemas.microsoft.com/office/drawing/2014/main" id="{85ABE360-D000-4F98-5E7B-ADEC59D1D482}"/>
                  </a:ext>
                </a:extLst>
              </p:cNvPr>
              <p:cNvCxnSpPr>
                <a:cxnSpLocks/>
                <a:stCxn id="811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4" name="组合 993">
            <a:extLst>
              <a:ext uri="{FF2B5EF4-FFF2-40B4-BE49-F238E27FC236}">
                <a16:creationId xmlns:a16="http://schemas.microsoft.com/office/drawing/2014/main" id="{295D9309-7FD0-AD0E-35EA-BCB7C03FE9B6}"/>
              </a:ext>
            </a:extLst>
          </p:cNvPr>
          <p:cNvGrpSpPr/>
          <p:nvPr/>
        </p:nvGrpSpPr>
        <p:grpSpPr>
          <a:xfrm>
            <a:off x="4654733" y="4290238"/>
            <a:ext cx="1018642" cy="1233993"/>
            <a:chOff x="3538973" y="3071825"/>
            <a:chExt cx="1018642" cy="1233993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AA3CC5F-D5CF-FA33-D51E-F6B760DC2E20}"/>
                </a:ext>
              </a:extLst>
            </p:cNvPr>
            <p:cNvSpPr/>
            <p:nvPr/>
          </p:nvSpPr>
          <p:spPr>
            <a:xfrm>
              <a:off x="3538973" y="3071825"/>
              <a:ext cx="1018642" cy="1233993"/>
            </a:xfrm>
            <a:prstGeom prst="roundRect">
              <a:avLst>
                <a:gd name="adj" fmla="val 981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741" name="组合 740">
              <a:extLst>
                <a:ext uri="{FF2B5EF4-FFF2-40B4-BE49-F238E27FC236}">
                  <a16:creationId xmlns:a16="http://schemas.microsoft.com/office/drawing/2014/main" id="{916DE3DA-62F4-8188-43BF-CBAE8C29EF9D}"/>
                </a:ext>
              </a:extLst>
            </p:cNvPr>
            <p:cNvGrpSpPr/>
            <p:nvPr/>
          </p:nvGrpSpPr>
          <p:grpSpPr>
            <a:xfrm>
              <a:off x="3673919" y="3197201"/>
              <a:ext cx="735974" cy="1040258"/>
              <a:chOff x="3074124" y="1974065"/>
              <a:chExt cx="1992038" cy="2815638"/>
            </a:xfrm>
          </p:grpSpPr>
          <p:sp>
            <p:nvSpPr>
              <p:cNvPr id="742" name="椭圆 741">
                <a:extLst>
                  <a:ext uri="{FF2B5EF4-FFF2-40B4-BE49-F238E27FC236}">
                    <a16:creationId xmlns:a16="http://schemas.microsoft.com/office/drawing/2014/main" id="{661CC753-A183-A2DF-E51E-0EDD607800A2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43" name="椭圆 742">
                <a:extLst>
                  <a:ext uri="{FF2B5EF4-FFF2-40B4-BE49-F238E27FC236}">
                    <a16:creationId xmlns:a16="http://schemas.microsoft.com/office/drawing/2014/main" id="{BE58C4D6-515E-ED95-D80E-7D3A38B0DC7E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44" name="椭圆 743">
                <a:extLst>
                  <a:ext uri="{FF2B5EF4-FFF2-40B4-BE49-F238E27FC236}">
                    <a16:creationId xmlns:a16="http://schemas.microsoft.com/office/drawing/2014/main" id="{CA4F23D9-6090-3AFA-228E-E58E76397B87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45" name="椭圆 744">
                <a:extLst>
                  <a:ext uri="{FF2B5EF4-FFF2-40B4-BE49-F238E27FC236}">
                    <a16:creationId xmlns:a16="http://schemas.microsoft.com/office/drawing/2014/main" id="{060B200B-7DDF-554C-4D83-142B9DAF5EF8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46" name="椭圆 745">
                <a:extLst>
                  <a:ext uri="{FF2B5EF4-FFF2-40B4-BE49-F238E27FC236}">
                    <a16:creationId xmlns:a16="http://schemas.microsoft.com/office/drawing/2014/main" id="{42D7942A-F48C-DFDE-80C5-EC19F80EF485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47" name="椭圆 746">
                <a:extLst>
                  <a:ext uri="{FF2B5EF4-FFF2-40B4-BE49-F238E27FC236}">
                    <a16:creationId xmlns:a16="http://schemas.microsoft.com/office/drawing/2014/main" id="{21DA9B98-3763-2BAC-92E9-4CF25AEEBD8F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48" name="椭圆 747">
                <a:extLst>
                  <a:ext uri="{FF2B5EF4-FFF2-40B4-BE49-F238E27FC236}">
                    <a16:creationId xmlns:a16="http://schemas.microsoft.com/office/drawing/2014/main" id="{CA7D251F-E35A-9399-5447-A6BE8F871E75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49" name="椭圆 748">
                <a:extLst>
                  <a:ext uri="{FF2B5EF4-FFF2-40B4-BE49-F238E27FC236}">
                    <a16:creationId xmlns:a16="http://schemas.microsoft.com/office/drawing/2014/main" id="{0B86CCE0-16DC-CF3F-938E-2EB85E5B38BE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0" name="椭圆 749">
                <a:extLst>
                  <a:ext uri="{FF2B5EF4-FFF2-40B4-BE49-F238E27FC236}">
                    <a16:creationId xmlns:a16="http://schemas.microsoft.com/office/drawing/2014/main" id="{0E89326E-BB57-BF82-7463-02895B729052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1" name="椭圆 750">
                <a:extLst>
                  <a:ext uri="{FF2B5EF4-FFF2-40B4-BE49-F238E27FC236}">
                    <a16:creationId xmlns:a16="http://schemas.microsoft.com/office/drawing/2014/main" id="{12A8B677-5A0A-13EE-1AB9-095BCFE52E8E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2" name="椭圆 751">
                <a:extLst>
                  <a:ext uri="{FF2B5EF4-FFF2-40B4-BE49-F238E27FC236}">
                    <a16:creationId xmlns:a16="http://schemas.microsoft.com/office/drawing/2014/main" id="{8D8CBDBC-EE2A-771B-7020-1B8021C423FC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3" name="椭圆 752">
                <a:extLst>
                  <a:ext uri="{FF2B5EF4-FFF2-40B4-BE49-F238E27FC236}">
                    <a16:creationId xmlns:a16="http://schemas.microsoft.com/office/drawing/2014/main" id="{3E3AF982-B4D8-30C3-DA24-19E2477E51BD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4" name="椭圆 753">
                <a:extLst>
                  <a:ext uri="{FF2B5EF4-FFF2-40B4-BE49-F238E27FC236}">
                    <a16:creationId xmlns:a16="http://schemas.microsoft.com/office/drawing/2014/main" id="{227B1F5D-20AC-8C63-0C48-B02EF3FEE0F0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5" name="椭圆 754">
                <a:extLst>
                  <a:ext uri="{FF2B5EF4-FFF2-40B4-BE49-F238E27FC236}">
                    <a16:creationId xmlns:a16="http://schemas.microsoft.com/office/drawing/2014/main" id="{1C15D5B9-876A-0FB2-32E4-7B1746A99D74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756" name="直接连接符 755">
                <a:extLst>
                  <a:ext uri="{FF2B5EF4-FFF2-40B4-BE49-F238E27FC236}">
                    <a16:creationId xmlns:a16="http://schemas.microsoft.com/office/drawing/2014/main" id="{8BD8C1C6-7F09-6E4A-BBF7-7BDA1C9F1BFA}"/>
                  </a:ext>
                </a:extLst>
              </p:cNvPr>
              <p:cNvCxnSpPr>
                <a:cxnSpLocks/>
                <a:stCxn id="742" idx="6"/>
                <a:endCxn id="74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直接连接符 756">
                <a:extLst>
                  <a:ext uri="{FF2B5EF4-FFF2-40B4-BE49-F238E27FC236}">
                    <a16:creationId xmlns:a16="http://schemas.microsoft.com/office/drawing/2014/main" id="{559BD4E3-AA7D-2DA8-A2D6-5435471A0FA6}"/>
                  </a:ext>
                </a:extLst>
              </p:cNvPr>
              <p:cNvCxnSpPr>
                <a:cxnSpLocks/>
                <a:stCxn id="742" idx="6"/>
                <a:endCxn id="74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8" name="直接连接符 757">
                <a:extLst>
                  <a:ext uri="{FF2B5EF4-FFF2-40B4-BE49-F238E27FC236}">
                    <a16:creationId xmlns:a16="http://schemas.microsoft.com/office/drawing/2014/main" id="{03FF9509-E478-20A8-F111-8B3F90CAB15E}"/>
                  </a:ext>
                </a:extLst>
              </p:cNvPr>
              <p:cNvCxnSpPr>
                <a:cxnSpLocks/>
                <a:stCxn id="742" idx="6"/>
                <a:endCxn id="74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9" name="直接连接符 758">
                <a:extLst>
                  <a:ext uri="{FF2B5EF4-FFF2-40B4-BE49-F238E27FC236}">
                    <a16:creationId xmlns:a16="http://schemas.microsoft.com/office/drawing/2014/main" id="{BE082FE6-0DEB-1BD2-2E8C-C78EAF50BAC1}"/>
                  </a:ext>
                </a:extLst>
              </p:cNvPr>
              <p:cNvCxnSpPr>
                <a:cxnSpLocks/>
                <a:stCxn id="742" idx="6"/>
                <a:endCxn id="75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0" name="直接连接符 759">
                <a:extLst>
                  <a:ext uri="{FF2B5EF4-FFF2-40B4-BE49-F238E27FC236}">
                    <a16:creationId xmlns:a16="http://schemas.microsoft.com/office/drawing/2014/main" id="{41E2046D-FB4B-BA33-44AF-0A4679EFA958}"/>
                  </a:ext>
                </a:extLst>
              </p:cNvPr>
              <p:cNvCxnSpPr>
                <a:cxnSpLocks/>
                <a:stCxn id="742" idx="6"/>
                <a:endCxn id="75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1" name="直接连接符 760">
                <a:extLst>
                  <a:ext uri="{FF2B5EF4-FFF2-40B4-BE49-F238E27FC236}">
                    <a16:creationId xmlns:a16="http://schemas.microsoft.com/office/drawing/2014/main" id="{9085EA28-7AEE-FD13-40CD-CB906152CA33}"/>
                  </a:ext>
                </a:extLst>
              </p:cNvPr>
              <p:cNvCxnSpPr>
                <a:cxnSpLocks/>
                <a:stCxn id="743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2" name="直接连接符 761">
                <a:extLst>
                  <a:ext uri="{FF2B5EF4-FFF2-40B4-BE49-F238E27FC236}">
                    <a16:creationId xmlns:a16="http://schemas.microsoft.com/office/drawing/2014/main" id="{871F9D3D-AC47-9ACA-54B0-251293DABC11}"/>
                  </a:ext>
                </a:extLst>
              </p:cNvPr>
              <p:cNvCxnSpPr>
                <a:cxnSpLocks/>
                <a:stCxn id="743" idx="6"/>
                <a:endCxn id="74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3" name="直接连接符 762">
                <a:extLst>
                  <a:ext uri="{FF2B5EF4-FFF2-40B4-BE49-F238E27FC236}">
                    <a16:creationId xmlns:a16="http://schemas.microsoft.com/office/drawing/2014/main" id="{58888894-9022-98F2-0C90-E99A37C86117}"/>
                  </a:ext>
                </a:extLst>
              </p:cNvPr>
              <p:cNvCxnSpPr>
                <a:cxnSpLocks/>
                <a:stCxn id="743" idx="6"/>
                <a:endCxn id="74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4" name="直接连接符 763">
                <a:extLst>
                  <a:ext uri="{FF2B5EF4-FFF2-40B4-BE49-F238E27FC236}">
                    <a16:creationId xmlns:a16="http://schemas.microsoft.com/office/drawing/2014/main" id="{D1178877-7BC9-65CD-0BB2-46485E1FF63E}"/>
                  </a:ext>
                </a:extLst>
              </p:cNvPr>
              <p:cNvCxnSpPr>
                <a:cxnSpLocks/>
                <a:stCxn id="743" idx="6"/>
                <a:endCxn id="75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5" name="直接连接符 764">
                <a:extLst>
                  <a:ext uri="{FF2B5EF4-FFF2-40B4-BE49-F238E27FC236}">
                    <a16:creationId xmlns:a16="http://schemas.microsoft.com/office/drawing/2014/main" id="{2D0FE43A-EEF1-20B1-CD8F-12C458A6D2A2}"/>
                  </a:ext>
                </a:extLst>
              </p:cNvPr>
              <p:cNvCxnSpPr>
                <a:cxnSpLocks/>
                <a:stCxn id="743" idx="6"/>
                <a:endCxn id="75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6" name="直接连接符 765">
                <a:extLst>
                  <a:ext uri="{FF2B5EF4-FFF2-40B4-BE49-F238E27FC236}">
                    <a16:creationId xmlns:a16="http://schemas.microsoft.com/office/drawing/2014/main" id="{3BB9134D-C9C7-1DFD-3EA9-F7E650A5E372}"/>
                  </a:ext>
                </a:extLst>
              </p:cNvPr>
              <p:cNvCxnSpPr>
                <a:cxnSpLocks/>
                <a:stCxn id="744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7" name="直接连接符 766">
                <a:extLst>
                  <a:ext uri="{FF2B5EF4-FFF2-40B4-BE49-F238E27FC236}">
                    <a16:creationId xmlns:a16="http://schemas.microsoft.com/office/drawing/2014/main" id="{124C61CA-01FB-C0B4-9AE3-F8444BBFDCB1}"/>
                  </a:ext>
                </a:extLst>
              </p:cNvPr>
              <p:cNvCxnSpPr>
                <a:cxnSpLocks/>
                <a:stCxn id="744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8" name="直接连接符 767">
                <a:extLst>
                  <a:ext uri="{FF2B5EF4-FFF2-40B4-BE49-F238E27FC236}">
                    <a16:creationId xmlns:a16="http://schemas.microsoft.com/office/drawing/2014/main" id="{EBC84466-37E3-BB98-899D-2A29829B05A5}"/>
                  </a:ext>
                </a:extLst>
              </p:cNvPr>
              <p:cNvCxnSpPr>
                <a:cxnSpLocks/>
                <a:stCxn id="744" idx="6"/>
                <a:endCxn id="74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9" name="直接连接符 768">
                <a:extLst>
                  <a:ext uri="{FF2B5EF4-FFF2-40B4-BE49-F238E27FC236}">
                    <a16:creationId xmlns:a16="http://schemas.microsoft.com/office/drawing/2014/main" id="{A92752C4-69BC-4E08-8A9A-14B1E03463BE}"/>
                  </a:ext>
                </a:extLst>
              </p:cNvPr>
              <p:cNvCxnSpPr>
                <a:cxnSpLocks/>
                <a:stCxn id="744" idx="6"/>
                <a:endCxn id="75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0" name="直接连接符 769">
                <a:extLst>
                  <a:ext uri="{FF2B5EF4-FFF2-40B4-BE49-F238E27FC236}">
                    <a16:creationId xmlns:a16="http://schemas.microsoft.com/office/drawing/2014/main" id="{F2A3F935-AB9E-0500-79B8-69008FCB6D18}"/>
                  </a:ext>
                </a:extLst>
              </p:cNvPr>
              <p:cNvCxnSpPr>
                <a:cxnSpLocks/>
                <a:stCxn id="744" idx="6"/>
                <a:endCxn id="75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1" name="直接连接符 770">
                <a:extLst>
                  <a:ext uri="{FF2B5EF4-FFF2-40B4-BE49-F238E27FC236}">
                    <a16:creationId xmlns:a16="http://schemas.microsoft.com/office/drawing/2014/main" id="{572B531A-CF21-B89D-7572-3C3418DD9FCC}"/>
                  </a:ext>
                </a:extLst>
              </p:cNvPr>
              <p:cNvCxnSpPr>
                <a:cxnSpLocks/>
                <a:stCxn id="745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2" name="直接连接符 771">
                <a:extLst>
                  <a:ext uri="{FF2B5EF4-FFF2-40B4-BE49-F238E27FC236}">
                    <a16:creationId xmlns:a16="http://schemas.microsoft.com/office/drawing/2014/main" id="{41EBEAC9-8FA0-FF7C-5523-FA5B9BAB3CB5}"/>
                  </a:ext>
                </a:extLst>
              </p:cNvPr>
              <p:cNvCxnSpPr>
                <a:cxnSpLocks/>
                <a:stCxn id="745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3" name="直接连接符 772">
                <a:extLst>
                  <a:ext uri="{FF2B5EF4-FFF2-40B4-BE49-F238E27FC236}">
                    <a16:creationId xmlns:a16="http://schemas.microsoft.com/office/drawing/2014/main" id="{821817F0-BD08-032F-9F97-183D6FE54937}"/>
                  </a:ext>
                </a:extLst>
              </p:cNvPr>
              <p:cNvCxnSpPr>
                <a:cxnSpLocks/>
                <a:stCxn id="745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4" name="直接连接符 773">
                <a:extLst>
                  <a:ext uri="{FF2B5EF4-FFF2-40B4-BE49-F238E27FC236}">
                    <a16:creationId xmlns:a16="http://schemas.microsoft.com/office/drawing/2014/main" id="{CF1CD722-2CC8-3FDB-EA3B-C044266F633C}"/>
                  </a:ext>
                </a:extLst>
              </p:cNvPr>
              <p:cNvCxnSpPr>
                <a:cxnSpLocks/>
                <a:stCxn id="745" idx="6"/>
                <a:endCxn id="75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5" name="直接连接符 774">
                <a:extLst>
                  <a:ext uri="{FF2B5EF4-FFF2-40B4-BE49-F238E27FC236}">
                    <a16:creationId xmlns:a16="http://schemas.microsoft.com/office/drawing/2014/main" id="{F1C959F2-EEAD-2929-7623-C99C92DE7874}"/>
                  </a:ext>
                </a:extLst>
              </p:cNvPr>
              <p:cNvCxnSpPr>
                <a:cxnSpLocks/>
                <a:stCxn id="745" idx="6"/>
                <a:endCxn id="75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6" name="直接连接符 775">
                <a:extLst>
                  <a:ext uri="{FF2B5EF4-FFF2-40B4-BE49-F238E27FC236}">
                    <a16:creationId xmlns:a16="http://schemas.microsoft.com/office/drawing/2014/main" id="{45F23F75-DD70-BD69-3431-EE879C6130B0}"/>
                  </a:ext>
                </a:extLst>
              </p:cNvPr>
              <p:cNvCxnSpPr>
                <a:cxnSpLocks/>
                <a:stCxn id="746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7" name="直接连接符 776">
                <a:extLst>
                  <a:ext uri="{FF2B5EF4-FFF2-40B4-BE49-F238E27FC236}">
                    <a16:creationId xmlns:a16="http://schemas.microsoft.com/office/drawing/2014/main" id="{5F289E73-E2FA-A2F3-A519-552D6FCBD30F}"/>
                  </a:ext>
                </a:extLst>
              </p:cNvPr>
              <p:cNvCxnSpPr>
                <a:cxnSpLocks/>
                <a:stCxn id="746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8" name="直接连接符 777">
                <a:extLst>
                  <a:ext uri="{FF2B5EF4-FFF2-40B4-BE49-F238E27FC236}">
                    <a16:creationId xmlns:a16="http://schemas.microsoft.com/office/drawing/2014/main" id="{45BBDFD7-FC13-FFBD-1361-056BDD2CE5BD}"/>
                  </a:ext>
                </a:extLst>
              </p:cNvPr>
              <p:cNvCxnSpPr>
                <a:cxnSpLocks/>
                <a:stCxn id="746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9" name="直接连接符 778">
                <a:extLst>
                  <a:ext uri="{FF2B5EF4-FFF2-40B4-BE49-F238E27FC236}">
                    <a16:creationId xmlns:a16="http://schemas.microsoft.com/office/drawing/2014/main" id="{514AA992-9E21-E12D-3D64-C68BCFDD2681}"/>
                  </a:ext>
                </a:extLst>
              </p:cNvPr>
              <p:cNvCxnSpPr>
                <a:cxnSpLocks/>
                <a:stCxn id="746" idx="6"/>
                <a:endCxn id="75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0" name="直接连接符 779">
                <a:extLst>
                  <a:ext uri="{FF2B5EF4-FFF2-40B4-BE49-F238E27FC236}">
                    <a16:creationId xmlns:a16="http://schemas.microsoft.com/office/drawing/2014/main" id="{B742C64F-4F7A-6EC1-AF8A-74438C88E4B0}"/>
                  </a:ext>
                </a:extLst>
              </p:cNvPr>
              <p:cNvCxnSpPr>
                <a:cxnSpLocks/>
                <a:stCxn id="746" idx="6"/>
                <a:endCxn id="75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1" name="直接连接符 780">
                <a:extLst>
                  <a:ext uri="{FF2B5EF4-FFF2-40B4-BE49-F238E27FC236}">
                    <a16:creationId xmlns:a16="http://schemas.microsoft.com/office/drawing/2014/main" id="{E003177F-2095-E7FB-CEE7-0AEE4BB5B9CF}"/>
                  </a:ext>
                </a:extLst>
              </p:cNvPr>
              <p:cNvCxnSpPr>
                <a:cxnSpLocks/>
                <a:stCxn id="747" idx="6"/>
                <a:endCxn id="75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2" name="直接连接符 781">
                <a:extLst>
                  <a:ext uri="{FF2B5EF4-FFF2-40B4-BE49-F238E27FC236}">
                    <a16:creationId xmlns:a16="http://schemas.microsoft.com/office/drawing/2014/main" id="{15092460-0E18-4A82-72BF-E53697898F73}"/>
                  </a:ext>
                </a:extLst>
              </p:cNvPr>
              <p:cNvCxnSpPr>
                <a:cxnSpLocks/>
                <a:stCxn id="747" idx="6"/>
                <a:endCxn id="75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3" name="直接连接符 782">
                <a:extLst>
                  <a:ext uri="{FF2B5EF4-FFF2-40B4-BE49-F238E27FC236}">
                    <a16:creationId xmlns:a16="http://schemas.microsoft.com/office/drawing/2014/main" id="{0BEDAAB7-C59C-EF0E-1344-876D9D081CE3}"/>
                  </a:ext>
                </a:extLst>
              </p:cNvPr>
              <p:cNvCxnSpPr>
                <a:cxnSpLocks/>
                <a:stCxn id="747" idx="6"/>
                <a:endCxn id="75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4" name="直接连接符 783">
                <a:extLst>
                  <a:ext uri="{FF2B5EF4-FFF2-40B4-BE49-F238E27FC236}">
                    <a16:creationId xmlns:a16="http://schemas.microsoft.com/office/drawing/2014/main" id="{9BDD1B6D-880E-A7AB-15EE-31B82A97444D}"/>
                  </a:ext>
                </a:extLst>
              </p:cNvPr>
              <p:cNvCxnSpPr>
                <a:cxnSpLocks/>
                <a:stCxn id="747" idx="6"/>
                <a:endCxn id="75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5" name="直接连接符 784">
                <a:extLst>
                  <a:ext uri="{FF2B5EF4-FFF2-40B4-BE49-F238E27FC236}">
                    <a16:creationId xmlns:a16="http://schemas.microsoft.com/office/drawing/2014/main" id="{4827F9B9-FC71-06B2-7628-E6E6F63F04ED}"/>
                  </a:ext>
                </a:extLst>
              </p:cNvPr>
              <p:cNvCxnSpPr>
                <a:cxnSpLocks/>
                <a:stCxn id="748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6" name="直接连接符 785">
                <a:extLst>
                  <a:ext uri="{FF2B5EF4-FFF2-40B4-BE49-F238E27FC236}">
                    <a16:creationId xmlns:a16="http://schemas.microsoft.com/office/drawing/2014/main" id="{BAAD6647-759E-F8B4-80A0-CE490DBB4646}"/>
                  </a:ext>
                </a:extLst>
              </p:cNvPr>
              <p:cNvCxnSpPr>
                <a:cxnSpLocks/>
                <a:stCxn id="748" idx="6"/>
                <a:endCxn id="75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7" name="直接连接符 786">
                <a:extLst>
                  <a:ext uri="{FF2B5EF4-FFF2-40B4-BE49-F238E27FC236}">
                    <a16:creationId xmlns:a16="http://schemas.microsoft.com/office/drawing/2014/main" id="{22AE4A7D-AA67-E581-6954-C0F0D8D74244}"/>
                  </a:ext>
                </a:extLst>
              </p:cNvPr>
              <p:cNvCxnSpPr>
                <a:cxnSpLocks/>
                <a:stCxn id="748" idx="6"/>
                <a:endCxn id="75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8" name="直接连接符 787">
                <a:extLst>
                  <a:ext uri="{FF2B5EF4-FFF2-40B4-BE49-F238E27FC236}">
                    <a16:creationId xmlns:a16="http://schemas.microsoft.com/office/drawing/2014/main" id="{FBD8EADD-E81F-3563-5C99-22F9EE66DCCB}"/>
                  </a:ext>
                </a:extLst>
              </p:cNvPr>
              <p:cNvCxnSpPr>
                <a:cxnSpLocks/>
                <a:stCxn id="748" idx="6"/>
                <a:endCxn id="75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9" name="直接连接符 788">
                <a:extLst>
                  <a:ext uri="{FF2B5EF4-FFF2-40B4-BE49-F238E27FC236}">
                    <a16:creationId xmlns:a16="http://schemas.microsoft.com/office/drawing/2014/main" id="{A50358FA-DBA8-FF74-A0DB-8E9B1405C4EB}"/>
                  </a:ext>
                </a:extLst>
              </p:cNvPr>
              <p:cNvCxnSpPr>
                <a:cxnSpLocks/>
                <a:stCxn id="749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0" name="直接连接符 789">
                <a:extLst>
                  <a:ext uri="{FF2B5EF4-FFF2-40B4-BE49-F238E27FC236}">
                    <a16:creationId xmlns:a16="http://schemas.microsoft.com/office/drawing/2014/main" id="{07642F55-E459-D9B9-559D-8B9A86D143AF}"/>
                  </a:ext>
                </a:extLst>
              </p:cNvPr>
              <p:cNvCxnSpPr>
                <a:cxnSpLocks/>
                <a:stCxn id="750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1" name="直接连接符 790">
                <a:extLst>
                  <a:ext uri="{FF2B5EF4-FFF2-40B4-BE49-F238E27FC236}">
                    <a16:creationId xmlns:a16="http://schemas.microsoft.com/office/drawing/2014/main" id="{F2632225-6912-C49D-4BAE-FA792AB36BFD}"/>
                  </a:ext>
                </a:extLst>
              </p:cNvPr>
              <p:cNvCxnSpPr>
                <a:cxnSpLocks/>
                <a:stCxn id="750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2" name="直接连接符 791">
                <a:extLst>
                  <a:ext uri="{FF2B5EF4-FFF2-40B4-BE49-F238E27FC236}">
                    <a16:creationId xmlns:a16="http://schemas.microsoft.com/office/drawing/2014/main" id="{BAA2FC3A-E75C-527B-2110-C5DF5FE60E51}"/>
                  </a:ext>
                </a:extLst>
              </p:cNvPr>
              <p:cNvCxnSpPr>
                <a:cxnSpLocks/>
                <a:stCxn id="750" idx="6"/>
                <a:endCxn id="75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3" name="直接连接符 792">
                <a:extLst>
                  <a:ext uri="{FF2B5EF4-FFF2-40B4-BE49-F238E27FC236}">
                    <a16:creationId xmlns:a16="http://schemas.microsoft.com/office/drawing/2014/main" id="{FBB4D192-D48F-2679-0062-557BDC2ECCCD}"/>
                  </a:ext>
                </a:extLst>
              </p:cNvPr>
              <p:cNvCxnSpPr>
                <a:cxnSpLocks/>
                <a:stCxn id="751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4" name="直接连接符 793">
                <a:extLst>
                  <a:ext uri="{FF2B5EF4-FFF2-40B4-BE49-F238E27FC236}">
                    <a16:creationId xmlns:a16="http://schemas.microsoft.com/office/drawing/2014/main" id="{9B6D5212-8F04-23B9-9409-D350C02AB4CA}"/>
                  </a:ext>
                </a:extLst>
              </p:cNvPr>
              <p:cNvCxnSpPr>
                <a:cxnSpLocks/>
                <a:stCxn id="751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5" name="直接连接符 794">
                <a:extLst>
                  <a:ext uri="{FF2B5EF4-FFF2-40B4-BE49-F238E27FC236}">
                    <a16:creationId xmlns:a16="http://schemas.microsoft.com/office/drawing/2014/main" id="{7FB5C2A9-9960-39FC-DAAE-21BA223B92EF}"/>
                  </a:ext>
                </a:extLst>
              </p:cNvPr>
              <p:cNvCxnSpPr>
                <a:cxnSpLocks/>
                <a:stCxn id="751" idx="6"/>
                <a:endCxn id="75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6" name="直接连接符 795">
                <a:extLst>
                  <a:ext uri="{FF2B5EF4-FFF2-40B4-BE49-F238E27FC236}">
                    <a16:creationId xmlns:a16="http://schemas.microsoft.com/office/drawing/2014/main" id="{51788B9B-A3F1-A7CF-1801-3CFB729DCF80}"/>
                  </a:ext>
                </a:extLst>
              </p:cNvPr>
              <p:cNvCxnSpPr>
                <a:cxnSpLocks/>
                <a:stCxn id="749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7" name="直接连接符 796">
                <a:extLst>
                  <a:ext uri="{FF2B5EF4-FFF2-40B4-BE49-F238E27FC236}">
                    <a16:creationId xmlns:a16="http://schemas.microsoft.com/office/drawing/2014/main" id="{BF0015E9-EA89-FF56-C996-0394A23EEC2D}"/>
                  </a:ext>
                </a:extLst>
              </p:cNvPr>
              <p:cNvCxnSpPr>
                <a:cxnSpLocks/>
                <a:stCxn id="749" idx="6"/>
                <a:endCxn id="75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8" name="直接连接符 797">
                <a:extLst>
                  <a:ext uri="{FF2B5EF4-FFF2-40B4-BE49-F238E27FC236}">
                    <a16:creationId xmlns:a16="http://schemas.microsoft.com/office/drawing/2014/main" id="{C2ABE9AB-ACA5-F1EA-1590-31D7D2B89095}"/>
                  </a:ext>
                </a:extLst>
              </p:cNvPr>
              <p:cNvCxnSpPr>
                <a:cxnSpLocks/>
                <a:stCxn id="749" idx="6"/>
                <a:endCxn id="75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9" name="直接连接符 798">
                <a:extLst>
                  <a:ext uri="{FF2B5EF4-FFF2-40B4-BE49-F238E27FC236}">
                    <a16:creationId xmlns:a16="http://schemas.microsoft.com/office/drawing/2014/main" id="{D3490BAE-820D-B7CF-D078-85759A8CC14D}"/>
                  </a:ext>
                </a:extLst>
              </p:cNvPr>
              <p:cNvCxnSpPr>
                <a:cxnSpLocks/>
                <a:stCxn id="750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0" name="直接连接符 799">
                <a:extLst>
                  <a:ext uri="{FF2B5EF4-FFF2-40B4-BE49-F238E27FC236}">
                    <a16:creationId xmlns:a16="http://schemas.microsoft.com/office/drawing/2014/main" id="{4D8B43C6-F8D1-5C7F-4B21-779E8D5C484A}"/>
                  </a:ext>
                </a:extLst>
              </p:cNvPr>
              <p:cNvCxnSpPr>
                <a:cxnSpLocks/>
                <a:stCxn id="751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2" name="组合 991">
            <a:extLst>
              <a:ext uri="{FF2B5EF4-FFF2-40B4-BE49-F238E27FC236}">
                <a16:creationId xmlns:a16="http://schemas.microsoft.com/office/drawing/2014/main" id="{D985DF8C-6D7D-B8CB-614F-A89C0CB7CC28}"/>
              </a:ext>
            </a:extLst>
          </p:cNvPr>
          <p:cNvGrpSpPr/>
          <p:nvPr/>
        </p:nvGrpSpPr>
        <p:grpSpPr>
          <a:xfrm>
            <a:off x="6509964" y="4288714"/>
            <a:ext cx="1012319" cy="1232930"/>
            <a:chOff x="5424684" y="3070301"/>
            <a:chExt cx="1012319" cy="1232930"/>
          </a:xfrm>
        </p:grpSpPr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EA059CE1-FD16-FDD1-9F7E-7415D88A9F0A}"/>
                </a:ext>
              </a:extLst>
            </p:cNvPr>
            <p:cNvSpPr/>
            <p:nvPr/>
          </p:nvSpPr>
          <p:spPr>
            <a:xfrm>
              <a:off x="5424684" y="3070301"/>
              <a:ext cx="1012319" cy="1232930"/>
            </a:xfrm>
            <a:prstGeom prst="roundRect">
              <a:avLst>
                <a:gd name="adj" fmla="val 8512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61" name="组合 860">
              <a:extLst>
                <a:ext uri="{FF2B5EF4-FFF2-40B4-BE49-F238E27FC236}">
                  <a16:creationId xmlns:a16="http://schemas.microsoft.com/office/drawing/2014/main" id="{BF4C492D-4E68-31B2-693E-A29045CD75E4}"/>
                </a:ext>
              </a:extLst>
            </p:cNvPr>
            <p:cNvGrpSpPr/>
            <p:nvPr/>
          </p:nvGrpSpPr>
          <p:grpSpPr>
            <a:xfrm>
              <a:off x="5555609" y="3189243"/>
              <a:ext cx="735974" cy="1040258"/>
              <a:chOff x="3074124" y="1974065"/>
              <a:chExt cx="1992038" cy="2815638"/>
            </a:xfrm>
          </p:grpSpPr>
          <p:sp>
            <p:nvSpPr>
              <p:cNvPr id="862" name="椭圆 861">
                <a:extLst>
                  <a:ext uri="{FF2B5EF4-FFF2-40B4-BE49-F238E27FC236}">
                    <a16:creationId xmlns:a16="http://schemas.microsoft.com/office/drawing/2014/main" id="{816E2F48-070D-DBC1-A1EB-32DC8F1C74AA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3" name="椭圆 862">
                <a:extLst>
                  <a:ext uri="{FF2B5EF4-FFF2-40B4-BE49-F238E27FC236}">
                    <a16:creationId xmlns:a16="http://schemas.microsoft.com/office/drawing/2014/main" id="{AEC01598-2C39-95A1-E026-A0896B5D3D67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4" name="椭圆 863">
                <a:extLst>
                  <a:ext uri="{FF2B5EF4-FFF2-40B4-BE49-F238E27FC236}">
                    <a16:creationId xmlns:a16="http://schemas.microsoft.com/office/drawing/2014/main" id="{E449A46B-88B0-FB3E-35AF-10A644678D9C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5" name="椭圆 864">
                <a:extLst>
                  <a:ext uri="{FF2B5EF4-FFF2-40B4-BE49-F238E27FC236}">
                    <a16:creationId xmlns:a16="http://schemas.microsoft.com/office/drawing/2014/main" id="{66004B07-4BDF-C563-E3FF-ABE6E4EF4397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6" name="椭圆 865">
                <a:extLst>
                  <a:ext uri="{FF2B5EF4-FFF2-40B4-BE49-F238E27FC236}">
                    <a16:creationId xmlns:a16="http://schemas.microsoft.com/office/drawing/2014/main" id="{1BBF9D69-E878-1F4F-28B0-FFA6864177FF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7" name="椭圆 866">
                <a:extLst>
                  <a:ext uri="{FF2B5EF4-FFF2-40B4-BE49-F238E27FC236}">
                    <a16:creationId xmlns:a16="http://schemas.microsoft.com/office/drawing/2014/main" id="{7616BAE4-DB42-9062-6647-18F54898838F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8" name="椭圆 867">
                <a:extLst>
                  <a:ext uri="{FF2B5EF4-FFF2-40B4-BE49-F238E27FC236}">
                    <a16:creationId xmlns:a16="http://schemas.microsoft.com/office/drawing/2014/main" id="{65E5DF78-D34E-87E4-0271-7D2029F6E435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9" name="椭圆 868">
                <a:extLst>
                  <a:ext uri="{FF2B5EF4-FFF2-40B4-BE49-F238E27FC236}">
                    <a16:creationId xmlns:a16="http://schemas.microsoft.com/office/drawing/2014/main" id="{14362C60-A2F2-0B60-1819-1EC84E367F7B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70" name="椭圆 869">
                <a:extLst>
                  <a:ext uri="{FF2B5EF4-FFF2-40B4-BE49-F238E27FC236}">
                    <a16:creationId xmlns:a16="http://schemas.microsoft.com/office/drawing/2014/main" id="{A6614688-1BB4-E3F4-E918-9AD35E31EB1A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71" name="椭圆 870">
                <a:extLst>
                  <a:ext uri="{FF2B5EF4-FFF2-40B4-BE49-F238E27FC236}">
                    <a16:creationId xmlns:a16="http://schemas.microsoft.com/office/drawing/2014/main" id="{F80D6D5D-5162-92A9-00A9-9810DCFEBD83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72" name="椭圆 871">
                <a:extLst>
                  <a:ext uri="{FF2B5EF4-FFF2-40B4-BE49-F238E27FC236}">
                    <a16:creationId xmlns:a16="http://schemas.microsoft.com/office/drawing/2014/main" id="{04EA828F-4748-BC3B-8E14-DD6CFB2A4EC0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73" name="椭圆 872">
                <a:extLst>
                  <a:ext uri="{FF2B5EF4-FFF2-40B4-BE49-F238E27FC236}">
                    <a16:creationId xmlns:a16="http://schemas.microsoft.com/office/drawing/2014/main" id="{50DD99FC-A5E8-5095-7A20-9CBBC4643A5D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74" name="椭圆 873">
                <a:extLst>
                  <a:ext uri="{FF2B5EF4-FFF2-40B4-BE49-F238E27FC236}">
                    <a16:creationId xmlns:a16="http://schemas.microsoft.com/office/drawing/2014/main" id="{E7C40F2A-F0FD-3D85-31BA-15EBDFF8B499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75" name="椭圆 874">
                <a:extLst>
                  <a:ext uri="{FF2B5EF4-FFF2-40B4-BE49-F238E27FC236}">
                    <a16:creationId xmlns:a16="http://schemas.microsoft.com/office/drawing/2014/main" id="{D3D66C24-5A8C-E21D-D7DF-7AD281E548B3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876" name="直接连接符 875">
                <a:extLst>
                  <a:ext uri="{FF2B5EF4-FFF2-40B4-BE49-F238E27FC236}">
                    <a16:creationId xmlns:a16="http://schemas.microsoft.com/office/drawing/2014/main" id="{CDE769B3-72A4-9258-FD0D-91FAD8F90F4F}"/>
                  </a:ext>
                </a:extLst>
              </p:cNvPr>
              <p:cNvCxnSpPr>
                <a:cxnSpLocks/>
                <a:stCxn id="862" idx="6"/>
                <a:endCxn id="86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直接连接符 876">
                <a:extLst>
                  <a:ext uri="{FF2B5EF4-FFF2-40B4-BE49-F238E27FC236}">
                    <a16:creationId xmlns:a16="http://schemas.microsoft.com/office/drawing/2014/main" id="{F2EE3557-2A33-3E9F-9F2C-693236EDB49A}"/>
                  </a:ext>
                </a:extLst>
              </p:cNvPr>
              <p:cNvCxnSpPr>
                <a:cxnSpLocks/>
                <a:stCxn id="862" idx="6"/>
                <a:endCxn id="86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8" name="直接连接符 877">
                <a:extLst>
                  <a:ext uri="{FF2B5EF4-FFF2-40B4-BE49-F238E27FC236}">
                    <a16:creationId xmlns:a16="http://schemas.microsoft.com/office/drawing/2014/main" id="{7DC350A7-30A1-86FF-22E7-54D46716E58A}"/>
                  </a:ext>
                </a:extLst>
              </p:cNvPr>
              <p:cNvCxnSpPr>
                <a:cxnSpLocks/>
                <a:stCxn id="862" idx="6"/>
                <a:endCxn id="86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9" name="直接连接符 878">
                <a:extLst>
                  <a:ext uri="{FF2B5EF4-FFF2-40B4-BE49-F238E27FC236}">
                    <a16:creationId xmlns:a16="http://schemas.microsoft.com/office/drawing/2014/main" id="{A2B86170-7F38-0339-40FF-80CE3CB9C28F}"/>
                  </a:ext>
                </a:extLst>
              </p:cNvPr>
              <p:cNvCxnSpPr>
                <a:cxnSpLocks/>
                <a:stCxn id="862" idx="6"/>
                <a:endCxn id="87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0" name="直接连接符 879">
                <a:extLst>
                  <a:ext uri="{FF2B5EF4-FFF2-40B4-BE49-F238E27FC236}">
                    <a16:creationId xmlns:a16="http://schemas.microsoft.com/office/drawing/2014/main" id="{D399968D-005B-2EB0-866B-513DB4D74C8F}"/>
                  </a:ext>
                </a:extLst>
              </p:cNvPr>
              <p:cNvCxnSpPr>
                <a:cxnSpLocks/>
                <a:stCxn id="862" idx="6"/>
                <a:endCxn id="87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1" name="直接连接符 880">
                <a:extLst>
                  <a:ext uri="{FF2B5EF4-FFF2-40B4-BE49-F238E27FC236}">
                    <a16:creationId xmlns:a16="http://schemas.microsoft.com/office/drawing/2014/main" id="{0457A08B-95D3-9350-F914-B40FCAC6C2AC}"/>
                  </a:ext>
                </a:extLst>
              </p:cNvPr>
              <p:cNvCxnSpPr>
                <a:cxnSpLocks/>
                <a:stCxn id="863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2" name="直接连接符 881">
                <a:extLst>
                  <a:ext uri="{FF2B5EF4-FFF2-40B4-BE49-F238E27FC236}">
                    <a16:creationId xmlns:a16="http://schemas.microsoft.com/office/drawing/2014/main" id="{A4C5CD41-611A-945B-CC58-DEC8E711F11A}"/>
                  </a:ext>
                </a:extLst>
              </p:cNvPr>
              <p:cNvCxnSpPr>
                <a:cxnSpLocks/>
                <a:stCxn id="863" idx="6"/>
                <a:endCxn id="86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3" name="直接连接符 882">
                <a:extLst>
                  <a:ext uri="{FF2B5EF4-FFF2-40B4-BE49-F238E27FC236}">
                    <a16:creationId xmlns:a16="http://schemas.microsoft.com/office/drawing/2014/main" id="{504EE83C-9A54-832D-8ED4-9533CAC04197}"/>
                  </a:ext>
                </a:extLst>
              </p:cNvPr>
              <p:cNvCxnSpPr>
                <a:cxnSpLocks/>
                <a:stCxn id="863" idx="6"/>
                <a:endCxn id="86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4" name="直接连接符 883">
                <a:extLst>
                  <a:ext uri="{FF2B5EF4-FFF2-40B4-BE49-F238E27FC236}">
                    <a16:creationId xmlns:a16="http://schemas.microsoft.com/office/drawing/2014/main" id="{75773687-402B-1924-D5D1-FC71C54B0666}"/>
                  </a:ext>
                </a:extLst>
              </p:cNvPr>
              <p:cNvCxnSpPr>
                <a:cxnSpLocks/>
                <a:stCxn id="863" idx="6"/>
                <a:endCxn id="87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5" name="直接连接符 884">
                <a:extLst>
                  <a:ext uri="{FF2B5EF4-FFF2-40B4-BE49-F238E27FC236}">
                    <a16:creationId xmlns:a16="http://schemas.microsoft.com/office/drawing/2014/main" id="{E47B30C1-A617-0621-7E9F-B9B0E37C8FC9}"/>
                  </a:ext>
                </a:extLst>
              </p:cNvPr>
              <p:cNvCxnSpPr>
                <a:cxnSpLocks/>
                <a:stCxn id="863" idx="6"/>
                <a:endCxn id="87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6" name="直接连接符 885">
                <a:extLst>
                  <a:ext uri="{FF2B5EF4-FFF2-40B4-BE49-F238E27FC236}">
                    <a16:creationId xmlns:a16="http://schemas.microsoft.com/office/drawing/2014/main" id="{662FDCC7-7945-88CA-0D3D-C55DB42AB3DE}"/>
                  </a:ext>
                </a:extLst>
              </p:cNvPr>
              <p:cNvCxnSpPr>
                <a:cxnSpLocks/>
                <a:stCxn id="864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7" name="直接连接符 886">
                <a:extLst>
                  <a:ext uri="{FF2B5EF4-FFF2-40B4-BE49-F238E27FC236}">
                    <a16:creationId xmlns:a16="http://schemas.microsoft.com/office/drawing/2014/main" id="{88430020-82D8-A7EC-99BB-7AFD95E26276}"/>
                  </a:ext>
                </a:extLst>
              </p:cNvPr>
              <p:cNvCxnSpPr>
                <a:cxnSpLocks/>
                <a:stCxn id="864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8" name="直接连接符 887">
                <a:extLst>
                  <a:ext uri="{FF2B5EF4-FFF2-40B4-BE49-F238E27FC236}">
                    <a16:creationId xmlns:a16="http://schemas.microsoft.com/office/drawing/2014/main" id="{B28B4BF0-7061-BDFF-CE83-157D9A226CF5}"/>
                  </a:ext>
                </a:extLst>
              </p:cNvPr>
              <p:cNvCxnSpPr>
                <a:cxnSpLocks/>
                <a:stCxn id="864" idx="6"/>
                <a:endCxn id="86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9" name="直接连接符 888">
                <a:extLst>
                  <a:ext uri="{FF2B5EF4-FFF2-40B4-BE49-F238E27FC236}">
                    <a16:creationId xmlns:a16="http://schemas.microsoft.com/office/drawing/2014/main" id="{7E261CC9-267E-85CA-BF72-710178E91820}"/>
                  </a:ext>
                </a:extLst>
              </p:cNvPr>
              <p:cNvCxnSpPr>
                <a:cxnSpLocks/>
                <a:stCxn id="864" idx="6"/>
                <a:endCxn id="87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0" name="直接连接符 889">
                <a:extLst>
                  <a:ext uri="{FF2B5EF4-FFF2-40B4-BE49-F238E27FC236}">
                    <a16:creationId xmlns:a16="http://schemas.microsoft.com/office/drawing/2014/main" id="{FFCFA08B-9A65-B1CD-DB1F-55F9542B41BB}"/>
                  </a:ext>
                </a:extLst>
              </p:cNvPr>
              <p:cNvCxnSpPr>
                <a:cxnSpLocks/>
                <a:stCxn id="864" idx="6"/>
                <a:endCxn id="87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1" name="直接连接符 890">
                <a:extLst>
                  <a:ext uri="{FF2B5EF4-FFF2-40B4-BE49-F238E27FC236}">
                    <a16:creationId xmlns:a16="http://schemas.microsoft.com/office/drawing/2014/main" id="{996B0E5D-95C3-864C-168B-8122C84FE0CD}"/>
                  </a:ext>
                </a:extLst>
              </p:cNvPr>
              <p:cNvCxnSpPr>
                <a:cxnSpLocks/>
                <a:stCxn id="865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2" name="直接连接符 891">
                <a:extLst>
                  <a:ext uri="{FF2B5EF4-FFF2-40B4-BE49-F238E27FC236}">
                    <a16:creationId xmlns:a16="http://schemas.microsoft.com/office/drawing/2014/main" id="{2F652E58-5276-A66F-D62C-C8B85DAA00C0}"/>
                  </a:ext>
                </a:extLst>
              </p:cNvPr>
              <p:cNvCxnSpPr>
                <a:cxnSpLocks/>
                <a:stCxn id="865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3" name="直接连接符 892">
                <a:extLst>
                  <a:ext uri="{FF2B5EF4-FFF2-40B4-BE49-F238E27FC236}">
                    <a16:creationId xmlns:a16="http://schemas.microsoft.com/office/drawing/2014/main" id="{A4A1E164-6CE6-78B5-3BA1-D8D96CB1BC9D}"/>
                  </a:ext>
                </a:extLst>
              </p:cNvPr>
              <p:cNvCxnSpPr>
                <a:cxnSpLocks/>
                <a:stCxn id="865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4" name="直接连接符 893">
                <a:extLst>
                  <a:ext uri="{FF2B5EF4-FFF2-40B4-BE49-F238E27FC236}">
                    <a16:creationId xmlns:a16="http://schemas.microsoft.com/office/drawing/2014/main" id="{C29FAE57-E7E5-6003-76EE-8A2B787BC00B}"/>
                  </a:ext>
                </a:extLst>
              </p:cNvPr>
              <p:cNvCxnSpPr>
                <a:cxnSpLocks/>
                <a:stCxn id="865" idx="6"/>
                <a:endCxn id="87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5" name="直接连接符 894">
                <a:extLst>
                  <a:ext uri="{FF2B5EF4-FFF2-40B4-BE49-F238E27FC236}">
                    <a16:creationId xmlns:a16="http://schemas.microsoft.com/office/drawing/2014/main" id="{ED5F4208-44E4-7BEF-A40A-BA1CB88E138A}"/>
                  </a:ext>
                </a:extLst>
              </p:cNvPr>
              <p:cNvCxnSpPr>
                <a:cxnSpLocks/>
                <a:stCxn id="865" idx="6"/>
                <a:endCxn id="87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6" name="直接连接符 895">
                <a:extLst>
                  <a:ext uri="{FF2B5EF4-FFF2-40B4-BE49-F238E27FC236}">
                    <a16:creationId xmlns:a16="http://schemas.microsoft.com/office/drawing/2014/main" id="{E4412C99-0B79-2F87-8B8D-6D03BE26255D}"/>
                  </a:ext>
                </a:extLst>
              </p:cNvPr>
              <p:cNvCxnSpPr>
                <a:cxnSpLocks/>
                <a:stCxn id="866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7" name="直接连接符 896">
                <a:extLst>
                  <a:ext uri="{FF2B5EF4-FFF2-40B4-BE49-F238E27FC236}">
                    <a16:creationId xmlns:a16="http://schemas.microsoft.com/office/drawing/2014/main" id="{20C649CB-EA54-2C23-EC23-FE4522FB2F77}"/>
                  </a:ext>
                </a:extLst>
              </p:cNvPr>
              <p:cNvCxnSpPr>
                <a:cxnSpLocks/>
                <a:stCxn id="866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8" name="直接连接符 897">
                <a:extLst>
                  <a:ext uri="{FF2B5EF4-FFF2-40B4-BE49-F238E27FC236}">
                    <a16:creationId xmlns:a16="http://schemas.microsoft.com/office/drawing/2014/main" id="{625220E2-858E-45E4-3094-53DDE1C56AE9}"/>
                  </a:ext>
                </a:extLst>
              </p:cNvPr>
              <p:cNvCxnSpPr>
                <a:cxnSpLocks/>
                <a:stCxn id="866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9" name="直接连接符 898">
                <a:extLst>
                  <a:ext uri="{FF2B5EF4-FFF2-40B4-BE49-F238E27FC236}">
                    <a16:creationId xmlns:a16="http://schemas.microsoft.com/office/drawing/2014/main" id="{132E0B77-4BB8-9423-3B33-D93A7B21012C}"/>
                  </a:ext>
                </a:extLst>
              </p:cNvPr>
              <p:cNvCxnSpPr>
                <a:cxnSpLocks/>
                <a:stCxn id="866" idx="6"/>
                <a:endCxn id="87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0" name="直接连接符 899">
                <a:extLst>
                  <a:ext uri="{FF2B5EF4-FFF2-40B4-BE49-F238E27FC236}">
                    <a16:creationId xmlns:a16="http://schemas.microsoft.com/office/drawing/2014/main" id="{84F72B94-B77A-4B4B-D7A9-46CA02F7110B}"/>
                  </a:ext>
                </a:extLst>
              </p:cNvPr>
              <p:cNvCxnSpPr>
                <a:cxnSpLocks/>
                <a:stCxn id="866" idx="6"/>
                <a:endCxn id="87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1" name="直接连接符 900">
                <a:extLst>
                  <a:ext uri="{FF2B5EF4-FFF2-40B4-BE49-F238E27FC236}">
                    <a16:creationId xmlns:a16="http://schemas.microsoft.com/office/drawing/2014/main" id="{37F161C5-12F9-1FFC-2608-4CD96CD77E69}"/>
                  </a:ext>
                </a:extLst>
              </p:cNvPr>
              <p:cNvCxnSpPr>
                <a:cxnSpLocks/>
                <a:stCxn id="867" idx="6"/>
                <a:endCxn id="87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2" name="直接连接符 901">
                <a:extLst>
                  <a:ext uri="{FF2B5EF4-FFF2-40B4-BE49-F238E27FC236}">
                    <a16:creationId xmlns:a16="http://schemas.microsoft.com/office/drawing/2014/main" id="{9A5D9F33-9AF3-6DBE-6BA7-9E63EF702D45}"/>
                  </a:ext>
                </a:extLst>
              </p:cNvPr>
              <p:cNvCxnSpPr>
                <a:cxnSpLocks/>
                <a:stCxn id="867" idx="6"/>
                <a:endCxn id="87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3" name="直接连接符 902">
                <a:extLst>
                  <a:ext uri="{FF2B5EF4-FFF2-40B4-BE49-F238E27FC236}">
                    <a16:creationId xmlns:a16="http://schemas.microsoft.com/office/drawing/2014/main" id="{A0F5AE70-986E-A201-DCC5-927AE8E473E7}"/>
                  </a:ext>
                </a:extLst>
              </p:cNvPr>
              <p:cNvCxnSpPr>
                <a:cxnSpLocks/>
                <a:stCxn id="867" idx="6"/>
                <a:endCxn id="87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4" name="直接连接符 903">
                <a:extLst>
                  <a:ext uri="{FF2B5EF4-FFF2-40B4-BE49-F238E27FC236}">
                    <a16:creationId xmlns:a16="http://schemas.microsoft.com/office/drawing/2014/main" id="{0002F524-5D8D-AAE8-A9C8-05570F339DF5}"/>
                  </a:ext>
                </a:extLst>
              </p:cNvPr>
              <p:cNvCxnSpPr>
                <a:cxnSpLocks/>
                <a:stCxn id="867" idx="6"/>
                <a:endCxn id="87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5" name="直接连接符 904">
                <a:extLst>
                  <a:ext uri="{FF2B5EF4-FFF2-40B4-BE49-F238E27FC236}">
                    <a16:creationId xmlns:a16="http://schemas.microsoft.com/office/drawing/2014/main" id="{BA5FEFB2-F033-0DDD-8CC4-AED8285FC8EB}"/>
                  </a:ext>
                </a:extLst>
              </p:cNvPr>
              <p:cNvCxnSpPr>
                <a:cxnSpLocks/>
                <a:stCxn id="868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6" name="直接连接符 905">
                <a:extLst>
                  <a:ext uri="{FF2B5EF4-FFF2-40B4-BE49-F238E27FC236}">
                    <a16:creationId xmlns:a16="http://schemas.microsoft.com/office/drawing/2014/main" id="{CE469864-1E8B-F0DB-2E48-4FB477114CCB}"/>
                  </a:ext>
                </a:extLst>
              </p:cNvPr>
              <p:cNvCxnSpPr>
                <a:cxnSpLocks/>
                <a:stCxn id="868" idx="6"/>
                <a:endCxn id="87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7" name="直接连接符 906">
                <a:extLst>
                  <a:ext uri="{FF2B5EF4-FFF2-40B4-BE49-F238E27FC236}">
                    <a16:creationId xmlns:a16="http://schemas.microsoft.com/office/drawing/2014/main" id="{2876BB30-8CE6-DB85-4E26-35F1938562BC}"/>
                  </a:ext>
                </a:extLst>
              </p:cNvPr>
              <p:cNvCxnSpPr>
                <a:cxnSpLocks/>
                <a:stCxn id="868" idx="6"/>
                <a:endCxn id="87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8" name="直接连接符 907">
                <a:extLst>
                  <a:ext uri="{FF2B5EF4-FFF2-40B4-BE49-F238E27FC236}">
                    <a16:creationId xmlns:a16="http://schemas.microsoft.com/office/drawing/2014/main" id="{5AD82D04-CBC1-D5F7-9AEF-594B2448F2D8}"/>
                  </a:ext>
                </a:extLst>
              </p:cNvPr>
              <p:cNvCxnSpPr>
                <a:cxnSpLocks/>
                <a:stCxn id="868" idx="6"/>
                <a:endCxn id="87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9" name="直接连接符 908">
                <a:extLst>
                  <a:ext uri="{FF2B5EF4-FFF2-40B4-BE49-F238E27FC236}">
                    <a16:creationId xmlns:a16="http://schemas.microsoft.com/office/drawing/2014/main" id="{DCBA870F-5F51-1ADF-948B-74B266D8AC6B}"/>
                  </a:ext>
                </a:extLst>
              </p:cNvPr>
              <p:cNvCxnSpPr>
                <a:cxnSpLocks/>
                <a:stCxn id="869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0" name="直接连接符 909">
                <a:extLst>
                  <a:ext uri="{FF2B5EF4-FFF2-40B4-BE49-F238E27FC236}">
                    <a16:creationId xmlns:a16="http://schemas.microsoft.com/office/drawing/2014/main" id="{4F1EB3DD-F543-3CBB-861C-B0DA34B3D8B2}"/>
                  </a:ext>
                </a:extLst>
              </p:cNvPr>
              <p:cNvCxnSpPr>
                <a:cxnSpLocks/>
                <a:stCxn id="870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1" name="直接连接符 910">
                <a:extLst>
                  <a:ext uri="{FF2B5EF4-FFF2-40B4-BE49-F238E27FC236}">
                    <a16:creationId xmlns:a16="http://schemas.microsoft.com/office/drawing/2014/main" id="{35F26E46-E914-8634-4150-B401BF76222C}"/>
                  </a:ext>
                </a:extLst>
              </p:cNvPr>
              <p:cNvCxnSpPr>
                <a:cxnSpLocks/>
                <a:stCxn id="870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2" name="直接连接符 911">
                <a:extLst>
                  <a:ext uri="{FF2B5EF4-FFF2-40B4-BE49-F238E27FC236}">
                    <a16:creationId xmlns:a16="http://schemas.microsoft.com/office/drawing/2014/main" id="{8086E866-256E-7C8F-5BE1-EAAB918ED160}"/>
                  </a:ext>
                </a:extLst>
              </p:cNvPr>
              <p:cNvCxnSpPr>
                <a:cxnSpLocks/>
                <a:stCxn id="870" idx="6"/>
                <a:endCxn id="87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3" name="直接连接符 912">
                <a:extLst>
                  <a:ext uri="{FF2B5EF4-FFF2-40B4-BE49-F238E27FC236}">
                    <a16:creationId xmlns:a16="http://schemas.microsoft.com/office/drawing/2014/main" id="{9DA8B881-30BD-668F-2E99-A7C7585B4B23}"/>
                  </a:ext>
                </a:extLst>
              </p:cNvPr>
              <p:cNvCxnSpPr>
                <a:cxnSpLocks/>
                <a:stCxn id="871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4" name="直接连接符 913">
                <a:extLst>
                  <a:ext uri="{FF2B5EF4-FFF2-40B4-BE49-F238E27FC236}">
                    <a16:creationId xmlns:a16="http://schemas.microsoft.com/office/drawing/2014/main" id="{716024CE-3874-F1B7-2977-DEAA619D2935}"/>
                  </a:ext>
                </a:extLst>
              </p:cNvPr>
              <p:cNvCxnSpPr>
                <a:cxnSpLocks/>
                <a:stCxn id="871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5" name="直接连接符 914">
                <a:extLst>
                  <a:ext uri="{FF2B5EF4-FFF2-40B4-BE49-F238E27FC236}">
                    <a16:creationId xmlns:a16="http://schemas.microsoft.com/office/drawing/2014/main" id="{8A0BAB91-7C5D-FF74-DFBC-084396D55FFC}"/>
                  </a:ext>
                </a:extLst>
              </p:cNvPr>
              <p:cNvCxnSpPr>
                <a:cxnSpLocks/>
                <a:stCxn id="871" idx="6"/>
                <a:endCxn id="87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6" name="直接连接符 915">
                <a:extLst>
                  <a:ext uri="{FF2B5EF4-FFF2-40B4-BE49-F238E27FC236}">
                    <a16:creationId xmlns:a16="http://schemas.microsoft.com/office/drawing/2014/main" id="{A78923B2-69D6-60C6-B8EE-719DD7BE3FFA}"/>
                  </a:ext>
                </a:extLst>
              </p:cNvPr>
              <p:cNvCxnSpPr>
                <a:cxnSpLocks/>
                <a:stCxn id="869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7" name="直接连接符 916">
                <a:extLst>
                  <a:ext uri="{FF2B5EF4-FFF2-40B4-BE49-F238E27FC236}">
                    <a16:creationId xmlns:a16="http://schemas.microsoft.com/office/drawing/2014/main" id="{B937D446-5488-2FD5-9798-BCE0E8ED8449}"/>
                  </a:ext>
                </a:extLst>
              </p:cNvPr>
              <p:cNvCxnSpPr>
                <a:cxnSpLocks/>
                <a:stCxn id="869" idx="6"/>
                <a:endCxn id="87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8" name="直接连接符 917">
                <a:extLst>
                  <a:ext uri="{FF2B5EF4-FFF2-40B4-BE49-F238E27FC236}">
                    <a16:creationId xmlns:a16="http://schemas.microsoft.com/office/drawing/2014/main" id="{7C305F7C-8BA0-7827-9EF4-57AE0B2B8B60}"/>
                  </a:ext>
                </a:extLst>
              </p:cNvPr>
              <p:cNvCxnSpPr>
                <a:cxnSpLocks/>
                <a:stCxn id="869" idx="6"/>
                <a:endCxn id="87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9" name="直接连接符 918">
                <a:extLst>
                  <a:ext uri="{FF2B5EF4-FFF2-40B4-BE49-F238E27FC236}">
                    <a16:creationId xmlns:a16="http://schemas.microsoft.com/office/drawing/2014/main" id="{67AD4C4B-A86C-ACD8-7F10-8DC737F91636}"/>
                  </a:ext>
                </a:extLst>
              </p:cNvPr>
              <p:cNvCxnSpPr>
                <a:cxnSpLocks/>
                <a:stCxn id="870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0" name="直接连接符 919">
                <a:extLst>
                  <a:ext uri="{FF2B5EF4-FFF2-40B4-BE49-F238E27FC236}">
                    <a16:creationId xmlns:a16="http://schemas.microsoft.com/office/drawing/2014/main" id="{9D2EAC38-0180-FBB0-AAC6-275EC23E99C0}"/>
                  </a:ext>
                </a:extLst>
              </p:cNvPr>
              <p:cNvCxnSpPr>
                <a:cxnSpLocks/>
                <a:stCxn id="871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3" name="组合 982">
            <a:extLst>
              <a:ext uri="{FF2B5EF4-FFF2-40B4-BE49-F238E27FC236}">
                <a16:creationId xmlns:a16="http://schemas.microsoft.com/office/drawing/2014/main" id="{9D4581C5-227B-1794-B640-74A896CE4BA2}"/>
              </a:ext>
            </a:extLst>
          </p:cNvPr>
          <p:cNvGrpSpPr/>
          <p:nvPr/>
        </p:nvGrpSpPr>
        <p:grpSpPr>
          <a:xfrm>
            <a:off x="4743984" y="4146673"/>
            <a:ext cx="758360" cy="256480"/>
            <a:chOff x="3680154" y="2849835"/>
            <a:chExt cx="758360" cy="256480"/>
          </a:xfrm>
        </p:grpSpPr>
        <p:sp>
          <p:nvSpPr>
            <p:cNvPr id="981" name="矩形: 圆角 980">
              <a:extLst>
                <a:ext uri="{FF2B5EF4-FFF2-40B4-BE49-F238E27FC236}">
                  <a16:creationId xmlns:a16="http://schemas.microsoft.com/office/drawing/2014/main" id="{B46FF0F6-BB89-3AED-5886-FA9D9AD33476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6" name="文本框 295">
              <a:extLst>
                <a:ext uri="{FF2B5EF4-FFF2-40B4-BE49-F238E27FC236}">
                  <a16:creationId xmlns:a16="http://schemas.microsoft.com/office/drawing/2014/main" id="{345E7183-AA03-A091-5587-BAF0D029A570}"/>
                </a:ext>
              </a:extLst>
            </p:cNvPr>
            <p:cNvSpPr txBox="1"/>
            <p:nvPr/>
          </p:nvSpPr>
          <p:spPr>
            <a:xfrm>
              <a:off x="3717031" y="2849835"/>
              <a:ext cx="646331" cy="256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1" u="none" strike="noStrike" kern="1200" cap="none" spc="0" normalizeH="0" baseline="0" noProof="0" dirty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Critic Q</a:t>
              </a:r>
              <a:r>
                <a:rPr kumimoji="0" lang="en-US" altLang="zh-CN" sz="16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endParaRPr kumimoji="0" lang="zh-CN" altLang="en-US" sz="1600" b="1" i="1" u="none" strike="noStrike" kern="1200" cap="none" spc="0" normalizeH="0" baseline="-2500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7" name="组合 986">
            <a:extLst>
              <a:ext uri="{FF2B5EF4-FFF2-40B4-BE49-F238E27FC236}">
                <a16:creationId xmlns:a16="http://schemas.microsoft.com/office/drawing/2014/main" id="{8A50299B-6896-280D-5B7B-78637A667AD1}"/>
              </a:ext>
            </a:extLst>
          </p:cNvPr>
          <p:cNvGrpSpPr/>
          <p:nvPr/>
        </p:nvGrpSpPr>
        <p:grpSpPr>
          <a:xfrm>
            <a:off x="5347674" y="3866465"/>
            <a:ext cx="1030247" cy="223651"/>
            <a:chOff x="4281388" y="2609879"/>
            <a:chExt cx="1030247" cy="223651"/>
          </a:xfrm>
        </p:grpSpPr>
        <p:sp>
          <p:nvSpPr>
            <p:cNvPr id="982" name="矩形: 圆角 981">
              <a:extLst>
                <a:ext uri="{FF2B5EF4-FFF2-40B4-BE49-F238E27FC236}">
                  <a16:creationId xmlns:a16="http://schemas.microsoft.com/office/drawing/2014/main" id="{938E0FC2-7BB3-ABA3-B5A3-762BA032478E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BE2508C8-9E1D-DEDE-BA26-664E85AD23F6}"/>
                </a:ext>
              </a:extLst>
            </p:cNvPr>
            <p:cNvSpPr txBox="1"/>
            <p:nvPr/>
          </p:nvSpPr>
          <p:spPr>
            <a:xfrm>
              <a:off x="4281388" y="2609879"/>
              <a:ext cx="761747" cy="223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1" u="none" strike="noStrike" kern="1200" cap="none" spc="0" normalizeH="0" baseline="0" noProof="0" dirty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Target </a:t>
              </a:r>
              <a:r>
                <a:rPr kumimoji="0" lang="en-US" altLang="zh-CN" sz="1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Q'</a:t>
              </a:r>
              <a:r>
                <a:rPr kumimoji="0" lang="en-US" altLang="zh-CN" sz="16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endParaRPr kumimoji="0" lang="zh-CN" altLang="en-US" sz="1000" b="1" i="1" u="none" strike="noStrike" kern="1200" cap="none" spc="0" normalizeH="0" baseline="-2500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4" name="组合 983">
            <a:extLst>
              <a:ext uri="{FF2B5EF4-FFF2-40B4-BE49-F238E27FC236}">
                <a16:creationId xmlns:a16="http://schemas.microsoft.com/office/drawing/2014/main" id="{B9E99BDE-AEC6-A557-84FA-2E2F514A1B4B}"/>
              </a:ext>
            </a:extLst>
          </p:cNvPr>
          <p:cNvGrpSpPr/>
          <p:nvPr/>
        </p:nvGrpSpPr>
        <p:grpSpPr>
          <a:xfrm>
            <a:off x="6626535" y="4142574"/>
            <a:ext cx="758360" cy="256480"/>
            <a:chOff x="3680154" y="2849835"/>
            <a:chExt cx="758360" cy="256480"/>
          </a:xfrm>
        </p:grpSpPr>
        <p:sp>
          <p:nvSpPr>
            <p:cNvPr id="985" name="矩形: 圆角 984">
              <a:extLst>
                <a:ext uri="{FF2B5EF4-FFF2-40B4-BE49-F238E27FC236}">
                  <a16:creationId xmlns:a16="http://schemas.microsoft.com/office/drawing/2014/main" id="{FE81BD54-98EC-3009-2CC3-59D3D5B717B2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6" name="文本框 985">
              <a:extLst>
                <a:ext uri="{FF2B5EF4-FFF2-40B4-BE49-F238E27FC236}">
                  <a16:creationId xmlns:a16="http://schemas.microsoft.com/office/drawing/2014/main" id="{ECC52485-E917-975F-2E10-5A6AD856C029}"/>
                </a:ext>
              </a:extLst>
            </p:cNvPr>
            <p:cNvSpPr txBox="1"/>
            <p:nvPr/>
          </p:nvSpPr>
          <p:spPr>
            <a:xfrm>
              <a:off x="3717031" y="2849835"/>
              <a:ext cx="646331" cy="256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1" u="none" strike="noStrike" kern="1200" cap="none" spc="0" normalizeH="0" baseline="0" noProof="0" dirty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Critic </a:t>
              </a:r>
              <a:r>
                <a:rPr kumimoji="0" lang="en-US" altLang="zh-CN" sz="1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16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j</a:t>
              </a:r>
              <a:endParaRPr kumimoji="0" lang="zh-CN" altLang="en-US" sz="1600" b="1" i="1" u="none" strike="noStrike" kern="1200" cap="none" spc="0" normalizeH="0" baseline="-2500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" name="组合 987">
            <a:extLst>
              <a:ext uri="{FF2B5EF4-FFF2-40B4-BE49-F238E27FC236}">
                <a16:creationId xmlns:a16="http://schemas.microsoft.com/office/drawing/2014/main" id="{89C90525-3AAC-40F7-EF3C-D8983E1E1112}"/>
              </a:ext>
            </a:extLst>
          </p:cNvPr>
          <p:cNvGrpSpPr/>
          <p:nvPr/>
        </p:nvGrpSpPr>
        <p:grpSpPr>
          <a:xfrm>
            <a:off x="7238421" y="3892621"/>
            <a:ext cx="1030247" cy="223651"/>
            <a:chOff x="4281388" y="2609879"/>
            <a:chExt cx="1030247" cy="223651"/>
          </a:xfrm>
        </p:grpSpPr>
        <p:sp>
          <p:nvSpPr>
            <p:cNvPr id="989" name="矩形: 圆角 988">
              <a:extLst>
                <a:ext uri="{FF2B5EF4-FFF2-40B4-BE49-F238E27FC236}">
                  <a16:creationId xmlns:a16="http://schemas.microsoft.com/office/drawing/2014/main" id="{11AA7476-1A02-0EAC-D331-80DB426837BC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0" name="文本框 989">
              <a:extLst>
                <a:ext uri="{FF2B5EF4-FFF2-40B4-BE49-F238E27FC236}">
                  <a16:creationId xmlns:a16="http://schemas.microsoft.com/office/drawing/2014/main" id="{2FD8F253-5871-5CE9-E98B-A19682EA6100}"/>
                </a:ext>
              </a:extLst>
            </p:cNvPr>
            <p:cNvSpPr txBox="1"/>
            <p:nvPr/>
          </p:nvSpPr>
          <p:spPr>
            <a:xfrm>
              <a:off x="4281388" y="2609879"/>
              <a:ext cx="732893" cy="223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1" u="none" strike="noStrike" kern="1200" cap="none" spc="0" normalizeH="0" baseline="0" noProof="0" dirty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Target </a:t>
              </a:r>
              <a:r>
                <a:rPr kumimoji="0" lang="en-US" altLang="zh-CN" sz="1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Q'</a:t>
              </a:r>
              <a:r>
                <a:rPr kumimoji="0" lang="en-US" altLang="zh-CN" sz="16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j</a:t>
              </a:r>
              <a:endParaRPr kumimoji="0" lang="zh-CN" altLang="en-US" sz="1600" b="1" i="1" u="none" strike="noStrike" kern="1200" cap="none" spc="0" normalizeH="0" baseline="-2500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7B93EE4B-7B22-0917-5539-6971BDDCCAC7}"/>
              </a:ext>
            </a:extLst>
          </p:cNvPr>
          <p:cNvCxnSpPr>
            <a:cxnSpLocks/>
          </p:cNvCxnSpPr>
          <p:nvPr/>
        </p:nvCxnSpPr>
        <p:spPr>
          <a:xfrm rot="10800000">
            <a:off x="5121320" y="3800176"/>
            <a:ext cx="1894807" cy="385892"/>
          </a:xfrm>
          <a:prstGeom prst="bentConnector3">
            <a:avLst>
              <a:gd name="adj1" fmla="val -269"/>
            </a:avLst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矩形 411">
            <a:extLst>
              <a:ext uri="{FF2B5EF4-FFF2-40B4-BE49-F238E27FC236}">
                <a16:creationId xmlns:a16="http://schemas.microsoft.com/office/drawing/2014/main" id="{974DA377-75A6-C439-FAE8-D9233F06DFD1}"/>
              </a:ext>
            </a:extLst>
          </p:cNvPr>
          <p:cNvSpPr/>
          <p:nvPr/>
        </p:nvSpPr>
        <p:spPr>
          <a:xfrm>
            <a:off x="8804917" y="1763001"/>
            <a:ext cx="1645595" cy="326632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BC2BF2B7-69B5-1A8C-720B-055310C16493}"/>
              </a:ext>
            </a:extLst>
          </p:cNvPr>
          <p:cNvSpPr txBox="1"/>
          <p:nvPr/>
        </p:nvSpPr>
        <p:spPr>
          <a:xfrm>
            <a:off x="8979889" y="1829011"/>
            <a:ext cx="1451412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Offloading ratio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E441A351-60B9-07BF-4189-EC329D34FD54}"/>
              </a:ext>
            </a:extLst>
          </p:cNvPr>
          <p:cNvSpPr txBox="1"/>
          <p:nvPr/>
        </p:nvSpPr>
        <p:spPr>
          <a:xfrm>
            <a:off x="8930188" y="2264957"/>
            <a:ext cx="137753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C997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UAV velocity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C997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73F1D977-4318-F05D-C29C-EB0B58DD03D9}"/>
              </a:ext>
            </a:extLst>
          </p:cNvPr>
          <p:cNvGrpSpPr/>
          <p:nvPr/>
        </p:nvGrpSpPr>
        <p:grpSpPr>
          <a:xfrm>
            <a:off x="8896254" y="1815700"/>
            <a:ext cx="349269" cy="228009"/>
            <a:chOff x="4673685" y="570591"/>
            <a:chExt cx="747200" cy="487788"/>
          </a:xfrm>
        </p:grpSpPr>
        <p:sp>
          <p:nvSpPr>
            <p:cNvPr id="450" name="rotating-circular-arrow_20706">
              <a:extLst>
                <a:ext uri="{FF2B5EF4-FFF2-40B4-BE49-F238E27FC236}">
                  <a16:creationId xmlns:a16="http://schemas.microsoft.com/office/drawing/2014/main" id="{4B09EEE2-F5D9-451B-280E-EC19A0AEDC53}"/>
                </a:ext>
              </a:extLst>
            </p:cNvPr>
            <p:cNvSpPr/>
            <p:nvPr/>
          </p:nvSpPr>
          <p:spPr>
            <a:xfrm>
              <a:off x="4673685" y="845638"/>
              <a:ext cx="747200" cy="212741"/>
            </a:xfrm>
            <a:custGeom>
              <a:avLst/>
              <a:gdLst>
                <a:gd name="T0" fmla="*/ 2466 w 2466"/>
                <a:gd name="T1" fmla="*/ 558 h 1327"/>
                <a:gd name="T2" fmla="*/ 1233 w 2466"/>
                <a:gd name="T3" fmla="*/ 0 h 1327"/>
                <a:gd name="T4" fmla="*/ 0 w 2466"/>
                <a:gd name="T5" fmla="*/ 558 h 1327"/>
                <a:gd name="T6" fmla="*/ 40 w 2466"/>
                <a:gd name="T7" fmla="*/ 598 h 1327"/>
                <a:gd name="T8" fmla="*/ 80 w 2466"/>
                <a:gd name="T9" fmla="*/ 558 h 1327"/>
                <a:gd name="T10" fmla="*/ 1233 w 2466"/>
                <a:gd name="T11" fmla="*/ 79 h 1327"/>
                <a:gd name="T12" fmla="*/ 2387 w 2466"/>
                <a:gd name="T13" fmla="*/ 558 h 1327"/>
                <a:gd name="T14" fmla="*/ 1247 w 2466"/>
                <a:gd name="T15" fmla="*/ 1037 h 1327"/>
                <a:gd name="T16" fmla="*/ 1389 w 2466"/>
                <a:gd name="T17" fmla="*/ 895 h 1327"/>
                <a:gd name="T18" fmla="*/ 1389 w 2466"/>
                <a:gd name="T19" fmla="*/ 839 h 1327"/>
                <a:gd name="T20" fmla="*/ 1333 w 2466"/>
                <a:gd name="T21" fmla="*/ 839 h 1327"/>
                <a:gd name="T22" fmla="*/ 1094 w 2466"/>
                <a:gd name="T23" fmla="*/ 1077 h 1327"/>
                <a:gd name="T24" fmla="*/ 1333 w 2466"/>
                <a:gd name="T25" fmla="*/ 1315 h 1327"/>
                <a:gd name="T26" fmla="*/ 1361 w 2466"/>
                <a:gd name="T27" fmla="*/ 1327 h 1327"/>
                <a:gd name="T28" fmla="*/ 1389 w 2466"/>
                <a:gd name="T29" fmla="*/ 1315 h 1327"/>
                <a:gd name="T30" fmla="*/ 1389 w 2466"/>
                <a:gd name="T31" fmla="*/ 1259 h 1327"/>
                <a:gd name="T32" fmla="*/ 1247 w 2466"/>
                <a:gd name="T33" fmla="*/ 1117 h 1327"/>
                <a:gd name="T34" fmla="*/ 2466 w 2466"/>
                <a:gd name="T35" fmla="*/ 558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66" h="1327">
                  <a:moveTo>
                    <a:pt x="2466" y="558"/>
                  </a:moveTo>
                  <a:cubicBezTo>
                    <a:pt x="2466" y="245"/>
                    <a:pt x="1925" y="0"/>
                    <a:pt x="1233" y="0"/>
                  </a:cubicBezTo>
                  <a:cubicBezTo>
                    <a:pt x="542" y="0"/>
                    <a:pt x="0" y="245"/>
                    <a:pt x="0" y="558"/>
                  </a:cubicBezTo>
                  <a:cubicBezTo>
                    <a:pt x="0" y="580"/>
                    <a:pt x="18" y="598"/>
                    <a:pt x="40" y="598"/>
                  </a:cubicBezTo>
                  <a:cubicBezTo>
                    <a:pt x="62" y="598"/>
                    <a:pt x="80" y="580"/>
                    <a:pt x="80" y="558"/>
                  </a:cubicBezTo>
                  <a:cubicBezTo>
                    <a:pt x="80" y="299"/>
                    <a:pt x="608" y="79"/>
                    <a:pt x="1233" y="79"/>
                  </a:cubicBezTo>
                  <a:cubicBezTo>
                    <a:pt x="1858" y="79"/>
                    <a:pt x="2387" y="299"/>
                    <a:pt x="2387" y="558"/>
                  </a:cubicBezTo>
                  <a:cubicBezTo>
                    <a:pt x="2387" y="816"/>
                    <a:pt x="1866" y="1034"/>
                    <a:pt x="1247" y="1037"/>
                  </a:cubicBezTo>
                  <a:lnTo>
                    <a:pt x="1389" y="895"/>
                  </a:lnTo>
                  <a:cubicBezTo>
                    <a:pt x="1404" y="880"/>
                    <a:pt x="1404" y="855"/>
                    <a:pt x="1389" y="839"/>
                  </a:cubicBezTo>
                  <a:cubicBezTo>
                    <a:pt x="1373" y="824"/>
                    <a:pt x="1348" y="824"/>
                    <a:pt x="1333" y="839"/>
                  </a:cubicBezTo>
                  <a:lnTo>
                    <a:pt x="1094" y="1077"/>
                  </a:lnTo>
                  <a:lnTo>
                    <a:pt x="1333" y="1315"/>
                  </a:lnTo>
                  <a:cubicBezTo>
                    <a:pt x="1340" y="1323"/>
                    <a:pt x="1351" y="1327"/>
                    <a:pt x="1361" y="1327"/>
                  </a:cubicBezTo>
                  <a:cubicBezTo>
                    <a:pt x="1371" y="1327"/>
                    <a:pt x="1381" y="1323"/>
                    <a:pt x="1389" y="1315"/>
                  </a:cubicBezTo>
                  <a:cubicBezTo>
                    <a:pt x="1404" y="1300"/>
                    <a:pt x="1404" y="1274"/>
                    <a:pt x="1389" y="1259"/>
                  </a:cubicBezTo>
                  <a:lnTo>
                    <a:pt x="1247" y="1117"/>
                  </a:lnTo>
                  <a:cubicBezTo>
                    <a:pt x="1931" y="1113"/>
                    <a:pt x="2466" y="869"/>
                    <a:pt x="2466" y="5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49" name="图片 448">
              <a:extLst>
                <a:ext uri="{FF2B5EF4-FFF2-40B4-BE49-F238E27FC236}">
                  <a16:creationId xmlns:a16="http://schemas.microsoft.com/office/drawing/2014/main" id="{F4DB53E2-31C2-183B-5DD2-C926E5AE9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35631" y="570591"/>
              <a:ext cx="571332" cy="453491"/>
            </a:xfrm>
            <a:prstGeom prst="rect">
              <a:avLst/>
            </a:prstGeom>
          </p:spPr>
        </p:pic>
      </p:grpSp>
      <p:pic>
        <p:nvPicPr>
          <p:cNvPr id="453" name="图片 452">
            <a:extLst>
              <a:ext uri="{FF2B5EF4-FFF2-40B4-BE49-F238E27FC236}">
                <a16:creationId xmlns:a16="http://schemas.microsoft.com/office/drawing/2014/main" id="{917F7D2D-987F-E636-DA64-47D578A4E1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3051" y="2265485"/>
            <a:ext cx="245737" cy="245737"/>
          </a:xfrm>
          <a:prstGeom prst="rect">
            <a:avLst/>
          </a:prstGeom>
        </p:spPr>
      </p:pic>
      <p:sp>
        <p:nvSpPr>
          <p:cNvPr id="654" name="矩形 653">
            <a:extLst>
              <a:ext uri="{FF2B5EF4-FFF2-40B4-BE49-F238E27FC236}">
                <a16:creationId xmlns:a16="http://schemas.microsoft.com/office/drawing/2014/main" id="{A875FC5B-0230-7E23-2CA8-4E44DDC69BFC}"/>
              </a:ext>
            </a:extLst>
          </p:cNvPr>
          <p:cNvSpPr/>
          <p:nvPr/>
        </p:nvSpPr>
        <p:spPr>
          <a:xfrm>
            <a:off x="8805094" y="2238809"/>
            <a:ext cx="1645418" cy="280559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E79DE3A5-9728-BC91-E16A-D0A4F6F742B0}"/>
              </a:ext>
            </a:extLst>
          </p:cNvPr>
          <p:cNvSpPr/>
          <p:nvPr/>
        </p:nvSpPr>
        <p:spPr>
          <a:xfrm>
            <a:off x="8805094" y="2604185"/>
            <a:ext cx="1645418" cy="28803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91" name="文本框 1090">
            <a:extLst>
              <a:ext uri="{FF2B5EF4-FFF2-40B4-BE49-F238E27FC236}">
                <a16:creationId xmlns:a16="http://schemas.microsoft.com/office/drawing/2014/main" id="{437C775C-7B60-4431-9E47-C8AEB454E7CF}"/>
              </a:ext>
            </a:extLst>
          </p:cNvPr>
          <p:cNvSpPr txBox="1"/>
          <p:nvPr/>
        </p:nvSpPr>
        <p:spPr>
          <a:xfrm>
            <a:off x="8506130" y="2628169"/>
            <a:ext cx="201190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associate&amp;allocate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8064A2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90" name="图片 1089">
            <a:extLst>
              <a:ext uri="{FF2B5EF4-FFF2-40B4-BE49-F238E27FC236}">
                <a16:creationId xmlns:a16="http://schemas.microsoft.com/office/drawing/2014/main" id="{4CB0F151-D9B5-4B42-DA0C-140922959D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5341" y="2581242"/>
            <a:ext cx="331243" cy="331243"/>
          </a:xfrm>
          <a:prstGeom prst="rect">
            <a:avLst/>
          </a:prstGeom>
        </p:spPr>
      </p:pic>
      <p:cxnSp>
        <p:nvCxnSpPr>
          <p:cNvPr id="1103" name="连接符: 肘形 1102">
            <a:extLst>
              <a:ext uri="{FF2B5EF4-FFF2-40B4-BE49-F238E27FC236}">
                <a16:creationId xmlns:a16="http://schemas.microsoft.com/office/drawing/2014/main" id="{3DE129F3-B674-0E02-68BC-0A9F994FA846}"/>
              </a:ext>
            </a:extLst>
          </p:cNvPr>
          <p:cNvCxnSpPr>
            <a:cxnSpLocks/>
            <a:stCxn id="1095" idx="0"/>
          </p:cNvCxnSpPr>
          <p:nvPr/>
        </p:nvCxnSpPr>
        <p:spPr>
          <a:xfrm rot="16200000" flipH="1">
            <a:off x="6564007" y="-74542"/>
            <a:ext cx="2650227" cy="5220567"/>
          </a:xfrm>
          <a:prstGeom prst="bentConnector4">
            <a:avLst>
              <a:gd name="adj1" fmla="val -8626"/>
              <a:gd name="adj2" fmla="val 10437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27" name="任意多边形: 形状 1126">
            <a:extLst>
              <a:ext uri="{FF2B5EF4-FFF2-40B4-BE49-F238E27FC236}">
                <a16:creationId xmlns:a16="http://schemas.microsoft.com/office/drawing/2014/main" id="{9F0C55C7-3DE5-A2AB-8E73-386E5A2E3ABA}"/>
              </a:ext>
            </a:extLst>
          </p:cNvPr>
          <p:cNvSpPr/>
          <p:nvPr/>
        </p:nvSpPr>
        <p:spPr>
          <a:xfrm rot="20017721">
            <a:off x="10605556" y="2323648"/>
            <a:ext cx="7707" cy="7309"/>
          </a:xfrm>
          <a:custGeom>
            <a:avLst/>
            <a:gdLst>
              <a:gd name="connsiteX0" fmla="*/ 3624 w 7707"/>
              <a:gd name="connsiteY0" fmla="*/ 0 h 7309"/>
              <a:gd name="connsiteX1" fmla="*/ 7707 w 7707"/>
              <a:gd name="connsiteY1" fmla="*/ 2025 h 7309"/>
              <a:gd name="connsiteX2" fmla="*/ 0 w 7707"/>
              <a:gd name="connsiteY2" fmla="*/ 7309 h 7309"/>
              <a:gd name="connsiteX3" fmla="*/ 3624 w 7707"/>
              <a:gd name="connsiteY3" fmla="*/ 0 h 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07" h="7309">
                <a:moveTo>
                  <a:pt x="3624" y="0"/>
                </a:moveTo>
                <a:lnTo>
                  <a:pt x="7707" y="2025"/>
                </a:lnTo>
                <a:lnTo>
                  <a:pt x="0" y="7309"/>
                </a:lnTo>
                <a:lnTo>
                  <a:pt x="3624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7" name="任意多边形: 形状 1146">
            <a:extLst>
              <a:ext uri="{FF2B5EF4-FFF2-40B4-BE49-F238E27FC236}">
                <a16:creationId xmlns:a16="http://schemas.microsoft.com/office/drawing/2014/main" id="{AE1A263D-1386-EED9-E328-A0D1A4918EC2}"/>
              </a:ext>
            </a:extLst>
          </p:cNvPr>
          <p:cNvSpPr/>
          <p:nvPr/>
        </p:nvSpPr>
        <p:spPr>
          <a:xfrm>
            <a:off x="10681671" y="2747936"/>
            <a:ext cx="2184" cy="1739"/>
          </a:xfrm>
          <a:custGeom>
            <a:avLst/>
            <a:gdLst>
              <a:gd name="connsiteX0" fmla="*/ 0 w 2184"/>
              <a:gd name="connsiteY0" fmla="*/ 0 h 1739"/>
              <a:gd name="connsiteX1" fmla="*/ 2184 w 2184"/>
              <a:gd name="connsiteY1" fmla="*/ 1739 h 1739"/>
              <a:gd name="connsiteX2" fmla="*/ 1 w 2184"/>
              <a:gd name="connsiteY2" fmla="*/ 1 h 1739"/>
              <a:gd name="connsiteX3" fmla="*/ 0 w 2184"/>
              <a:gd name="connsiteY3" fmla="*/ 0 h 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4" h="1739">
                <a:moveTo>
                  <a:pt x="0" y="0"/>
                </a:moveTo>
                <a:lnTo>
                  <a:pt x="2184" y="1739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9" name="文本框 1148">
            <a:extLst>
              <a:ext uri="{FF2B5EF4-FFF2-40B4-BE49-F238E27FC236}">
                <a16:creationId xmlns:a16="http://schemas.microsoft.com/office/drawing/2014/main" id="{52EBAB36-0E8C-13C1-863E-DDFC81553864}"/>
              </a:ext>
            </a:extLst>
          </p:cNvPr>
          <p:cNvSpPr txBox="1"/>
          <p:nvPr/>
        </p:nvSpPr>
        <p:spPr>
          <a:xfrm>
            <a:off x="8813038" y="1462125"/>
            <a:ext cx="1710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Hybrid decisions</a:t>
            </a:r>
            <a:endParaRPr kumimoji="0" lang="zh-CN" altLang="en-US" sz="1500" b="1" i="1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74" name="连接符: 肘形 1173">
            <a:extLst>
              <a:ext uri="{FF2B5EF4-FFF2-40B4-BE49-F238E27FC236}">
                <a16:creationId xmlns:a16="http://schemas.microsoft.com/office/drawing/2014/main" id="{13B9632C-D5D5-34A7-FDF3-25DDB43F8E22}"/>
              </a:ext>
            </a:extLst>
          </p:cNvPr>
          <p:cNvCxnSpPr>
            <a:cxnSpLocks/>
            <a:stCxn id="1148" idx="0"/>
            <a:endCxn id="59" idx="0"/>
          </p:cNvCxnSpPr>
          <p:nvPr/>
        </p:nvCxnSpPr>
        <p:spPr>
          <a:xfrm rot="16200000" flipV="1">
            <a:off x="6008862" y="-2201715"/>
            <a:ext cx="363881" cy="6880792"/>
          </a:xfrm>
          <a:prstGeom prst="bentConnector3">
            <a:avLst>
              <a:gd name="adj1" fmla="val 162823"/>
            </a:avLst>
          </a:prstGeom>
          <a:ln w="19050">
            <a:solidFill>
              <a:schemeClr val="tx1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2" name="矩形 1211">
            <a:extLst>
              <a:ext uri="{FF2B5EF4-FFF2-40B4-BE49-F238E27FC236}">
                <a16:creationId xmlns:a16="http://schemas.microsoft.com/office/drawing/2014/main" id="{6B714D2E-34E0-368A-7D62-7D5921A1D224}"/>
              </a:ext>
            </a:extLst>
          </p:cNvPr>
          <p:cNvSpPr/>
          <p:nvPr/>
        </p:nvSpPr>
        <p:spPr>
          <a:xfrm>
            <a:off x="8717923" y="3129554"/>
            <a:ext cx="1818741" cy="108921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9" name="任意多边形: 形状 1238">
            <a:extLst>
              <a:ext uri="{FF2B5EF4-FFF2-40B4-BE49-F238E27FC236}">
                <a16:creationId xmlns:a16="http://schemas.microsoft.com/office/drawing/2014/main" id="{181FD15A-97CA-344E-9F6E-FA504427C87B}"/>
              </a:ext>
            </a:extLst>
          </p:cNvPr>
          <p:cNvSpPr/>
          <p:nvPr/>
        </p:nvSpPr>
        <p:spPr>
          <a:xfrm>
            <a:off x="8708551" y="2894533"/>
            <a:ext cx="1091" cy="394"/>
          </a:xfrm>
          <a:custGeom>
            <a:avLst/>
            <a:gdLst>
              <a:gd name="connsiteX0" fmla="*/ 0 w 1091"/>
              <a:gd name="connsiteY0" fmla="*/ 0 h 394"/>
              <a:gd name="connsiteX1" fmla="*/ 1091 w 1091"/>
              <a:gd name="connsiteY1" fmla="*/ 0 h 394"/>
              <a:gd name="connsiteX2" fmla="*/ 0 w 1091"/>
              <a:gd name="connsiteY2" fmla="*/ 394 h 394"/>
              <a:gd name="connsiteX3" fmla="*/ 0 w 1091"/>
              <a:gd name="connsiteY3" fmla="*/ 0 h 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1" h="394">
                <a:moveTo>
                  <a:pt x="0" y="0"/>
                </a:moveTo>
                <a:lnTo>
                  <a:pt x="1091" y="0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8" name="任意多边形: 形状 1237">
            <a:extLst>
              <a:ext uri="{FF2B5EF4-FFF2-40B4-BE49-F238E27FC236}">
                <a16:creationId xmlns:a16="http://schemas.microsoft.com/office/drawing/2014/main" id="{15D50276-7413-8965-1B13-DC002B326C94}"/>
              </a:ext>
            </a:extLst>
          </p:cNvPr>
          <p:cNvSpPr/>
          <p:nvPr/>
        </p:nvSpPr>
        <p:spPr>
          <a:xfrm>
            <a:off x="8708551" y="2894533"/>
            <a:ext cx="1828113" cy="231180"/>
          </a:xfrm>
          <a:custGeom>
            <a:avLst/>
            <a:gdLst>
              <a:gd name="connsiteX0" fmla="*/ 551419 w 1828113"/>
              <a:gd name="connsiteY0" fmla="*/ 0 h 231180"/>
              <a:gd name="connsiteX1" fmla="*/ 1459726 w 1828113"/>
              <a:gd name="connsiteY1" fmla="*/ 0 h 231180"/>
              <a:gd name="connsiteX2" fmla="*/ 1461469 w 1828113"/>
              <a:gd name="connsiteY2" fmla="*/ 18992 h 231180"/>
              <a:gd name="connsiteX3" fmla="*/ 1759358 w 1828113"/>
              <a:gd name="connsiteY3" fmla="*/ 192939 h 231180"/>
              <a:gd name="connsiteX4" fmla="*/ 1828113 w 1828113"/>
              <a:gd name="connsiteY4" fmla="*/ 213380 h 231180"/>
              <a:gd name="connsiteX5" fmla="*/ 1828113 w 1828113"/>
              <a:gd name="connsiteY5" fmla="*/ 231180 h 231180"/>
              <a:gd name="connsiteX6" fmla="*/ 0 w 1828113"/>
              <a:gd name="connsiteY6" fmla="*/ 231180 h 231180"/>
              <a:gd name="connsiteX7" fmla="*/ 0 w 1828113"/>
              <a:gd name="connsiteY7" fmla="*/ 225472 h 231180"/>
              <a:gd name="connsiteX8" fmla="*/ 13541 w 1828113"/>
              <a:gd name="connsiteY8" fmla="*/ 223922 h 231180"/>
              <a:gd name="connsiteX9" fmla="*/ 176698 w 1828113"/>
              <a:gd name="connsiteY9" fmla="*/ 189794 h 231180"/>
              <a:gd name="connsiteX10" fmla="*/ 538825 w 1828113"/>
              <a:gd name="connsiteY10" fmla="*/ 18938 h 231180"/>
              <a:gd name="connsiteX11" fmla="*/ 551419 w 1828113"/>
              <a:gd name="connsiteY11" fmla="*/ 0 h 23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113" h="231180">
                <a:moveTo>
                  <a:pt x="551419" y="0"/>
                </a:moveTo>
                <a:lnTo>
                  <a:pt x="1459726" y="0"/>
                </a:lnTo>
                <a:lnTo>
                  <a:pt x="1461469" y="18992"/>
                </a:lnTo>
                <a:cubicBezTo>
                  <a:pt x="1482672" y="71976"/>
                  <a:pt x="1600441" y="140745"/>
                  <a:pt x="1759358" y="192939"/>
                </a:cubicBezTo>
                <a:lnTo>
                  <a:pt x="1828113" y="213380"/>
                </a:lnTo>
                <a:lnTo>
                  <a:pt x="1828113" y="231180"/>
                </a:lnTo>
                <a:lnTo>
                  <a:pt x="0" y="231180"/>
                </a:lnTo>
                <a:lnTo>
                  <a:pt x="0" y="225472"/>
                </a:lnTo>
                <a:lnTo>
                  <a:pt x="13541" y="223922"/>
                </a:lnTo>
                <a:cubicBezTo>
                  <a:pt x="64489" y="216422"/>
                  <a:pt x="119667" y="205051"/>
                  <a:pt x="176698" y="189794"/>
                </a:cubicBezTo>
                <a:cubicBezTo>
                  <a:pt x="347792" y="144024"/>
                  <a:pt x="486974" y="76285"/>
                  <a:pt x="538825" y="18938"/>
                </a:cubicBezTo>
                <a:lnTo>
                  <a:pt x="551419" y="0"/>
                </a:lnTo>
                <a:close/>
              </a:path>
            </a:pathLst>
          </a:custGeom>
          <a:gradFill flip="none" rotWithShape="1">
            <a:gsLst>
              <a:gs pos="100000">
                <a:srgbClr val="846BDF"/>
              </a:gs>
              <a:gs pos="53000">
                <a:srgbClr val="C3B7EF"/>
              </a:gs>
              <a:gs pos="0">
                <a:srgbClr val="E5E0F8">
                  <a:alpha val="79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47" name="组合 1246">
            <a:extLst>
              <a:ext uri="{FF2B5EF4-FFF2-40B4-BE49-F238E27FC236}">
                <a16:creationId xmlns:a16="http://schemas.microsoft.com/office/drawing/2014/main" id="{24EFA8E4-8CAC-72D1-BE0D-BFB7682B6789}"/>
              </a:ext>
            </a:extLst>
          </p:cNvPr>
          <p:cNvGrpSpPr/>
          <p:nvPr/>
        </p:nvGrpSpPr>
        <p:grpSpPr>
          <a:xfrm>
            <a:off x="2945044" y="4886025"/>
            <a:ext cx="1593792" cy="1046833"/>
            <a:chOff x="-118557" y="4339881"/>
            <a:chExt cx="1774288" cy="104683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46" name="圆柱体 1245">
              <a:extLst>
                <a:ext uri="{FF2B5EF4-FFF2-40B4-BE49-F238E27FC236}">
                  <a16:creationId xmlns:a16="http://schemas.microsoft.com/office/drawing/2014/main" id="{3BE2E0D5-0BF4-B9A7-1D60-6150A9DF4B9F}"/>
                </a:ext>
              </a:extLst>
            </p:cNvPr>
            <p:cNvSpPr/>
            <p:nvPr/>
          </p:nvSpPr>
          <p:spPr>
            <a:xfrm>
              <a:off x="-118557" y="4987998"/>
              <a:ext cx="1774288" cy="398716"/>
            </a:xfrm>
            <a:prstGeom prst="can">
              <a:avLst>
                <a:gd name="adj" fmla="val 36538"/>
              </a:avLst>
            </a:prstGeom>
            <a:grpFill/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45" name="圆柱体 1244">
              <a:extLst>
                <a:ext uri="{FF2B5EF4-FFF2-40B4-BE49-F238E27FC236}">
                  <a16:creationId xmlns:a16="http://schemas.microsoft.com/office/drawing/2014/main" id="{D10DE3AA-DBE5-5131-A9AD-676CA5818270}"/>
                </a:ext>
              </a:extLst>
            </p:cNvPr>
            <p:cNvSpPr/>
            <p:nvPr/>
          </p:nvSpPr>
          <p:spPr>
            <a:xfrm>
              <a:off x="-118557" y="4671062"/>
              <a:ext cx="1774288" cy="398716"/>
            </a:xfrm>
            <a:prstGeom prst="can">
              <a:avLst>
                <a:gd name="adj" fmla="val 36538"/>
              </a:avLst>
            </a:prstGeom>
            <a:grpFill/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Replay buffer</a:t>
              </a:r>
              <a:endPara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8" name="圆柱体 27">
              <a:extLst>
                <a:ext uri="{FF2B5EF4-FFF2-40B4-BE49-F238E27FC236}">
                  <a16:creationId xmlns:a16="http://schemas.microsoft.com/office/drawing/2014/main" id="{69BC22FB-6A1B-A419-4266-A967341CAA2A}"/>
                </a:ext>
              </a:extLst>
            </p:cNvPr>
            <p:cNvSpPr/>
            <p:nvPr/>
          </p:nvSpPr>
          <p:spPr>
            <a:xfrm>
              <a:off x="-118557" y="4339881"/>
              <a:ext cx="1774288" cy="398716"/>
            </a:xfrm>
            <a:prstGeom prst="can">
              <a:avLst>
                <a:gd name="adj" fmla="val 36538"/>
              </a:avLst>
            </a:prstGeom>
            <a:grpFill/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48" name="矩形 1247">
            <a:extLst>
              <a:ext uri="{FF2B5EF4-FFF2-40B4-BE49-F238E27FC236}">
                <a16:creationId xmlns:a16="http://schemas.microsoft.com/office/drawing/2014/main" id="{B654E232-0101-84FA-F368-3FDBA917D62E}"/>
              </a:ext>
            </a:extLst>
          </p:cNvPr>
          <p:cNvSpPr/>
          <p:nvPr/>
        </p:nvSpPr>
        <p:spPr>
          <a:xfrm>
            <a:off x="1243017" y="5347035"/>
            <a:ext cx="1752600" cy="3287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&lt;sₙ, aₙ, rₙ, sₙ₊₁&gt;</a:t>
            </a:r>
            <a:endParaRPr kumimoji="0" lang="zh-CN" altLang="en-US" sz="15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251" name="直接箭头连接符 1250">
            <a:extLst>
              <a:ext uri="{FF2B5EF4-FFF2-40B4-BE49-F238E27FC236}">
                <a16:creationId xmlns:a16="http://schemas.microsoft.com/office/drawing/2014/main" id="{483AC2F8-D0F5-1D04-5F23-6B2768BEAD0B}"/>
              </a:ext>
            </a:extLst>
          </p:cNvPr>
          <p:cNvCxnSpPr/>
          <p:nvPr/>
        </p:nvCxnSpPr>
        <p:spPr>
          <a:xfrm>
            <a:off x="1960120" y="3070267"/>
            <a:ext cx="0" cy="22511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3" name="直接连接符 1252">
            <a:extLst>
              <a:ext uri="{FF2B5EF4-FFF2-40B4-BE49-F238E27FC236}">
                <a16:creationId xmlns:a16="http://schemas.microsoft.com/office/drawing/2014/main" id="{7A7E446E-6A5C-D8AC-3A54-651023D50A9C}"/>
              </a:ext>
            </a:extLst>
          </p:cNvPr>
          <p:cNvCxnSpPr/>
          <p:nvPr/>
        </p:nvCxnSpPr>
        <p:spPr>
          <a:xfrm>
            <a:off x="2643416" y="3063590"/>
            <a:ext cx="7301" cy="11224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5" name="直接箭头连接符 1254">
            <a:extLst>
              <a:ext uri="{FF2B5EF4-FFF2-40B4-BE49-F238E27FC236}">
                <a16:creationId xmlns:a16="http://schemas.microsoft.com/office/drawing/2014/main" id="{F78B49BC-CB04-FAA2-9995-363F6AE103D0}"/>
              </a:ext>
            </a:extLst>
          </p:cNvPr>
          <p:cNvCxnSpPr/>
          <p:nvPr/>
        </p:nvCxnSpPr>
        <p:spPr>
          <a:xfrm>
            <a:off x="2631716" y="4699347"/>
            <a:ext cx="0" cy="6359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3" name="直接连接符 1272">
            <a:extLst>
              <a:ext uri="{FF2B5EF4-FFF2-40B4-BE49-F238E27FC236}">
                <a16:creationId xmlns:a16="http://schemas.microsoft.com/office/drawing/2014/main" id="{C2E0CB1A-E290-93EE-D73C-5A65FB40DA6C}"/>
              </a:ext>
            </a:extLst>
          </p:cNvPr>
          <p:cNvCxnSpPr/>
          <p:nvPr/>
        </p:nvCxnSpPr>
        <p:spPr>
          <a:xfrm flipV="1">
            <a:off x="4624253" y="5841196"/>
            <a:ext cx="1480262" cy="9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1" name="直接连接符 1290">
            <a:extLst>
              <a:ext uri="{FF2B5EF4-FFF2-40B4-BE49-F238E27FC236}">
                <a16:creationId xmlns:a16="http://schemas.microsoft.com/office/drawing/2014/main" id="{780E9134-CCD1-99CD-3954-E4896CFF5B65}"/>
              </a:ext>
            </a:extLst>
          </p:cNvPr>
          <p:cNvCxnSpPr>
            <a:cxnSpLocks/>
          </p:cNvCxnSpPr>
          <p:nvPr/>
        </p:nvCxnSpPr>
        <p:spPr>
          <a:xfrm>
            <a:off x="5130628" y="3782003"/>
            <a:ext cx="0" cy="4188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6" name="连接符: 肘形 1295">
            <a:extLst>
              <a:ext uri="{FF2B5EF4-FFF2-40B4-BE49-F238E27FC236}">
                <a16:creationId xmlns:a16="http://schemas.microsoft.com/office/drawing/2014/main" id="{D6DCBD0F-E32D-6B5E-7504-AA5A157F18B4}"/>
              </a:ext>
            </a:extLst>
          </p:cNvPr>
          <p:cNvCxnSpPr>
            <a:stCxn id="2" idx="3"/>
          </p:cNvCxnSpPr>
          <p:nvPr/>
        </p:nvCxnSpPr>
        <p:spPr>
          <a:xfrm flipV="1">
            <a:off x="5586199" y="2731601"/>
            <a:ext cx="678753" cy="6917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0" name="连接符: 肘形 1299">
            <a:extLst>
              <a:ext uri="{FF2B5EF4-FFF2-40B4-BE49-F238E27FC236}">
                <a16:creationId xmlns:a16="http://schemas.microsoft.com/office/drawing/2014/main" id="{319E00B5-2C3B-88A2-EAC7-DB85DABDE584}"/>
              </a:ext>
            </a:extLst>
          </p:cNvPr>
          <p:cNvCxnSpPr>
            <a:cxnSpLocks/>
          </p:cNvCxnSpPr>
          <p:nvPr/>
        </p:nvCxnSpPr>
        <p:spPr>
          <a:xfrm flipV="1">
            <a:off x="4624253" y="3043791"/>
            <a:ext cx="1634716" cy="505208"/>
          </a:xfrm>
          <a:prstGeom prst="bentConnector3">
            <a:avLst>
              <a:gd name="adj1" fmla="val -11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5" name="连接符: 肘形 1304">
            <a:extLst>
              <a:ext uri="{FF2B5EF4-FFF2-40B4-BE49-F238E27FC236}">
                <a16:creationId xmlns:a16="http://schemas.microsoft.com/office/drawing/2014/main" id="{9A6FE316-CC51-0510-5D5B-7EEF6589DF2D}"/>
              </a:ext>
            </a:extLst>
          </p:cNvPr>
          <p:cNvCxnSpPr>
            <a:cxnSpLocks/>
            <a:stCxn id="1248" idx="2"/>
            <a:endCxn id="1246" idx="3"/>
          </p:cNvCxnSpPr>
          <p:nvPr/>
        </p:nvCxnSpPr>
        <p:spPr>
          <a:xfrm rot="16200000" flipH="1">
            <a:off x="2802109" y="4993026"/>
            <a:ext cx="257039" cy="1622623"/>
          </a:xfrm>
          <a:prstGeom prst="bentConnector3">
            <a:avLst>
              <a:gd name="adj1" fmla="val 18893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E639BEE-0D77-B98B-146B-F20377FC74C2}"/>
              </a:ext>
            </a:extLst>
          </p:cNvPr>
          <p:cNvSpPr/>
          <p:nvPr/>
        </p:nvSpPr>
        <p:spPr>
          <a:xfrm>
            <a:off x="1117600" y="1054100"/>
            <a:ext cx="3619500" cy="2006600"/>
          </a:xfrm>
          <a:prstGeom prst="round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B7A20BA-3741-A1BC-D6EA-0E1D9F47B55C}"/>
              </a:ext>
            </a:extLst>
          </p:cNvPr>
          <p:cNvSpPr txBox="1"/>
          <p:nvPr/>
        </p:nvSpPr>
        <p:spPr>
          <a:xfrm>
            <a:off x="2021928" y="1053906"/>
            <a:ext cx="1679749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Environment</a:t>
            </a:r>
            <a:endParaRPr lang="zh-CN" altLang="en-US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C59B07E-11C5-1BB1-6A33-AF613133614D}"/>
                  </a:ext>
                </a:extLst>
              </p:cNvPr>
              <p:cNvSpPr txBox="1"/>
              <p:nvPr/>
            </p:nvSpPr>
            <p:spPr>
              <a:xfrm>
                <a:off x="1185861" y="3782003"/>
                <a:ext cx="812800" cy="279400"/>
              </a:xfrm>
              <a:prstGeom prst="rect">
                <a:avLst/>
              </a:prstGeom>
              <a:noFill/>
            </p:spPr>
            <p:txBody>
              <a:bodyPr wrap="none" lIns="25400" tIns="12700" rIns="25400" bIns="1270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</m:t>
                      </m:r>
                      <m:r>
                        <a:rPr kumimoji="0" lang="en-US" altLang="zh-CN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ₙ, </m:t>
                      </m:r>
                      <m:r>
                        <a:rPr kumimoji="0" lang="en-US" altLang="zh-CN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</m:t>
                      </m:r>
                      <m:r>
                        <a:rPr kumimoji="0" lang="en-US" altLang="zh-CN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ₙ₊₁</m:t>
                      </m:r>
                    </m:oMath>
                  </m:oMathPara>
                </a14:m>
                <a:endParaRPr kumimoji="0" lang="zh-CN" alt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C59B07E-11C5-1BB1-6A33-AF6131336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61" y="3782003"/>
                <a:ext cx="812800" cy="279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5BA907A-9BF0-3EDD-DD4F-118D8F959989}"/>
                  </a:ext>
                </a:extLst>
              </p:cNvPr>
              <p:cNvSpPr/>
              <p:nvPr/>
            </p:nvSpPr>
            <p:spPr>
              <a:xfrm>
                <a:off x="2684080" y="3187110"/>
                <a:ext cx="1422400" cy="355600"/>
              </a:xfrm>
              <a:prstGeom prst="rect">
                <a:avLst/>
              </a:prstGeom>
              <a:solidFill>
                <a:srgbClr val="BB6B57">
                  <a:alpha val="86000"/>
                </a:srgbClr>
              </a:solidFill>
              <a:ln w="19050">
                <a:solidFill>
                  <a:srgbClr val="93323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tIns="12700" rIns="25400" bIns="1270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𝑠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ₙ, 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ₙ, 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𝑟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ₙ, 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𝑠</m:t>
                      </m:r>
                      <m:r>
                        <a:rPr kumimoji="0" lang="en-US" altLang="zh-CN" sz="1500" b="0" i="1" u="none" strike="noStrike" kern="1200" cap="none" spc="0" normalizeH="0" baseline="0" noProof="0" smtClean="0">
                          <a:ln w="3175"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ₙ₊₁)</m:t>
                      </m:r>
                    </m:oMath>
                  </m:oMathPara>
                </a14:m>
                <a:endParaRPr kumimoji="0" lang="zh-CN" altLang="en-US" sz="1500" i="1" u="none" strike="noStrike" kern="1200" cap="none" spc="0" normalizeH="0" baseline="0" noProof="0" dirty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5BA907A-9BF0-3EDD-DD4F-118D8F959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080" y="3187110"/>
                <a:ext cx="1422400" cy="3556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93323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Scaled system detail group">
            <a:extLst>
              <a:ext uri="{FF2B5EF4-FFF2-40B4-BE49-F238E27FC236}">
                <a16:creationId xmlns:a16="http://schemas.microsoft.com/office/drawing/2014/main" id="{AA27E8E1-A823-79B5-BCE0-58668F4F04FA}"/>
              </a:ext>
            </a:extLst>
          </p:cNvPr>
          <p:cNvGrpSpPr>
            <a:grpSpLocks noChangeAspect="1"/>
          </p:cNvGrpSpPr>
          <p:nvPr/>
        </p:nvGrpSpPr>
        <p:grpSpPr>
          <a:xfrm>
            <a:off x="8861756" y="3352543"/>
            <a:ext cx="1615541" cy="599158"/>
            <a:chOff x="3447454" y="1657350"/>
            <a:chExt cx="4985147" cy="1848848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3005C492-F7C5-0CF5-D0A5-676E43D36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702367" y="1657350"/>
              <a:ext cx="1158240" cy="571500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F2F978E0-B78E-1C40-5F73-0FEAA7422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19449" y="1657350"/>
              <a:ext cx="1158240" cy="571500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2567129B-4B9D-2138-D438-1791E4F39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60908" y="1657350"/>
              <a:ext cx="1158240" cy="571500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E5C3A026-38CA-AD42-9FF0-3E8047230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25816" y="1879759"/>
              <a:ext cx="251460" cy="426720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3B9312C7-A9BC-9884-2D80-B0028C6AA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84357" y="1872615"/>
              <a:ext cx="251460" cy="426720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C9706DB5-F170-C1BF-0663-6711C06D6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926229" y="1846421"/>
              <a:ext cx="251460" cy="42672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71D5D857-6EB7-9FF9-5C62-B8B3B7ED7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447454" y="2975610"/>
              <a:ext cx="4985147" cy="530588"/>
            </a:xfrm>
            <a:prstGeom prst="rect">
              <a:avLst/>
            </a:prstGeom>
          </p:spPr>
        </p:pic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178C17E0-1941-7E04-B499-4CC5C3803EBC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7314726" y="2228850"/>
              <a:ext cx="283843" cy="957263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B263386B-F633-D0DC-C853-D63D9B3106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0477" y="2299335"/>
              <a:ext cx="65246" cy="886778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2180B56-0491-9362-333B-E47874BDBF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5723" y="2273141"/>
              <a:ext cx="491966" cy="912972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01EB30C-D416-F345-6F18-82C000CCF819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>
              <a:off x="5940028" y="2228850"/>
              <a:ext cx="366117" cy="957263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4C330B5-329F-4D71-AB56-D7259BEE3189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>
              <a:off x="5571709" y="2228850"/>
              <a:ext cx="368319" cy="957263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2CEAD45E-D95D-3BA7-6C3A-70B8D6267FC6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>
              <a:off x="4281487" y="2228850"/>
              <a:ext cx="281641" cy="900113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F77966B9-B3D9-828E-0F79-081D70A78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15068" y="2228850"/>
              <a:ext cx="79265" cy="957263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C9724FB-B157-6ECB-1C82-B1C6676505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8577" y="1436772"/>
            <a:ext cx="2941153" cy="13667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7797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86C309DF-FB6F-D289-EC81-862699B6B9AC}"/>
              </a:ext>
            </a:extLst>
          </p:cNvPr>
          <p:cNvSpPr/>
          <p:nvPr/>
        </p:nvSpPr>
        <p:spPr>
          <a:xfrm>
            <a:off x="9339381" y="2059781"/>
            <a:ext cx="1818741" cy="108921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6" name="Scaled system detail group">
            <a:extLst>
              <a:ext uri="{FF2B5EF4-FFF2-40B4-BE49-F238E27FC236}">
                <a16:creationId xmlns:a16="http://schemas.microsoft.com/office/drawing/2014/main" id="{9CD0E24C-8019-9229-58FA-C1AA2327CF3A}"/>
              </a:ext>
            </a:extLst>
          </p:cNvPr>
          <p:cNvGrpSpPr>
            <a:grpSpLocks noChangeAspect="1"/>
          </p:cNvGrpSpPr>
          <p:nvPr/>
        </p:nvGrpSpPr>
        <p:grpSpPr>
          <a:xfrm>
            <a:off x="9440981" y="2304812"/>
            <a:ext cx="1615541" cy="599158"/>
            <a:chOff x="3447454" y="1657350"/>
            <a:chExt cx="4985147" cy="184884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ACF8D4B-CA6A-D5EB-ADDB-69B4057E6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2367" y="1657350"/>
              <a:ext cx="1158240" cy="5715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3107478-0F26-6F0D-8956-E4A1B9CF7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9449" y="1657350"/>
              <a:ext cx="1158240" cy="5715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F8C76C4-8269-C1F1-11DB-349737662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60908" y="1657350"/>
              <a:ext cx="1158240" cy="57150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3C52BFE-2DB0-7459-1C20-EF9D51C5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5816" y="1879759"/>
              <a:ext cx="251460" cy="42672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B49E0E4-18EE-880C-1C88-4691DB0C0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4357" y="1872615"/>
              <a:ext cx="251460" cy="42672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3E9D38D-168B-5DF3-A866-7028CD84B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6229" y="1846421"/>
              <a:ext cx="251460" cy="42672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6843263-6BAE-39C8-96E6-079F4F726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7454" y="2975610"/>
              <a:ext cx="4985147" cy="530588"/>
            </a:xfrm>
            <a:prstGeom prst="rect">
              <a:avLst/>
            </a:prstGeom>
          </p:spPr>
        </p:pic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3277195D-9CA7-7E99-E43C-69A21014B6CB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7314726" y="2228850"/>
              <a:ext cx="283843" cy="957263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E191E18-B1AA-9F8C-84EE-8D4829148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0477" y="2299335"/>
              <a:ext cx="65246" cy="886778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9AEFC35-80E6-B6FB-A8E7-FE232D4E26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5723" y="2273141"/>
              <a:ext cx="491966" cy="912972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71DD974-FC62-86EB-8C50-8AFCC7EB5AE7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5940028" y="2228850"/>
              <a:ext cx="366117" cy="957263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900567F-BC2A-3568-C487-65112AD624ED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5571709" y="2228850"/>
              <a:ext cx="368319" cy="957263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BC0A1AE-BAE2-1B81-77A0-4B2B882A2478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4281487" y="2228850"/>
              <a:ext cx="281641" cy="900113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8163272-23F9-9937-F6C5-6AA2586965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15068" y="2228850"/>
              <a:ext cx="79265" cy="957263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162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27E3C-03AD-A098-AB5A-4CE6C715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DC397EB-ED99-4DE6-FD74-B89791452294}"/>
              </a:ext>
            </a:extLst>
          </p:cNvPr>
          <p:cNvSpPr/>
          <p:nvPr/>
        </p:nvSpPr>
        <p:spPr>
          <a:xfrm>
            <a:off x="4556530" y="745678"/>
            <a:ext cx="4005720" cy="5321719"/>
          </a:xfrm>
          <a:prstGeom prst="roundRect">
            <a:avLst>
              <a:gd name="adj" fmla="val 3632"/>
            </a:avLst>
          </a:prstGeom>
          <a:solidFill>
            <a:srgbClr val="E3F4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8" name="矩形 1147">
            <a:extLst>
              <a:ext uri="{FF2B5EF4-FFF2-40B4-BE49-F238E27FC236}">
                <a16:creationId xmlns:a16="http://schemas.microsoft.com/office/drawing/2014/main" id="{F5E084E1-3969-2A89-EFA2-D91E989896C1}"/>
              </a:ext>
            </a:extLst>
          </p:cNvPr>
          <p:cNvSpPr/>
          <p:nvPr/>
        </p:nvSpPr>
        <p:spPr>
          <a:xfrm>
            <a:off x="8725731" y="1420621"/>
            <a:ext cx="1810933" cy="156848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1" name="矩形: 圆角 1110">
            <a:extLst>
              <a:ext uri="{FF2B5EF4-FFF2-40B4-BE49-F238E27FC236}">
                <a16:creationId xmlns:a16="http://schemas.microsoft.com/office/drawing/2014/main" id="{E3633CD6-086B-1F11-6308-E49869682AEF}"/>
              </a:ext>
            </a:extLst>
          </p:cNvPr>
          <p:cNvSpPr/>
          <p:nvPr/>
        </p:nvSpPr>
        <p:spPr>
          <a:xfrm>
            <a:off x="8805458" y="4720816"/>
            <a:ext cx="1693947" cy="1367240"/>
          </a:xfrm>
          <a:prstGeom prst="roundRect">
            <a:avLst>
              <a:gd name="adj" fmla="val 9549"/>
            </a:avLst>
          </a:prstGeom>
          <a:solidFill>
            <a:srgbClr val="E5E0F8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: 圆角 1100">
            <a:extLst>
              <a:ext uri="{FF2B5EF4-FFF2-40B4-BE49-F238E27FC236}">
                <a16:creationId xmlns:a16="http://schemas.microsoft.com/office/drawing/2014/main" id="{F4CBAAA5-8217-18A3-CBF5-47D170142326}"/>
              </a:ext>
            </a:extLst>
          </p:cNvPr>
          <p:cNvSpPr/>
          <p:nvPr/>
        </p:nvSpPr>
        <p:spPr>
          <a:xfrm>
            <a:off x="8813038" y="3183068"/>
            <a:ext cx="1686367" cy="1355573"/>
          </a:xfrm>
          <a:prstGeom prst="roundRect">
            <a:avLst>
              <a:gd name="adj" fmla="val 9549"/>
            </a:avLst>
          </a:prstGeom>
          <a:solidFill>
            <a:srgbClr val="E5E0F8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5" name="矩形: 圆角 1094">
            <a:extLst>
              <a:ext uri="{FF2B5EF4-FFF2-40B4-BE49-F238E27FC236}">
                <a16:creationId xmlns:a16="http://schemas.microsoft.com/office/drawing/2014/main" id="{187DF5D0-0832-8C8F-ADB4-ED4D52FEC0D0}"/>
              </a:ext>
            </a:extLst>
          </p:cNvPr>
          <p:cNvSpPr/>
          <p:nvPr/>
        </p:nvSpPr>
        <p:spPr>
          <a:xfrm>
            <a:off x="4756801" y="1210628"/>
            <a:ext cx="1044074" cy="1428715"/>
          </a:xfrm>
          <a:prstGeom prst="roundRect">
            <a:avLst>
              <a:gd name="adj" fmla="val 9549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A1283931-072B-5BB3-61A6-8651ECA4EC67}"/>
              </a:ext>
            </a:extLst>
          </p:cNvPr>
          <p:cNvCxnSpPr>
            <a:cxnSpLocks/>
          </p:cNvCxnSpPr>
          <p:nvPr/>
        </p:nvCxnSpPr>
        <p:spPr>
          <a:xfrm flipV="1">
            <a:off x="7471491" y="5231298"/>
            <a:ext cx="259895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2C318C19-FC51-DB87-A4B5-9693DAB08C2C}"/>
              </a:ext>
            </a:extLst>
          </p:cNvPr>
          <p:cNvCxnSpPr>
            <a:cxnSpLocks/>
          </p:cNvCxnSpPr>
          <p:nvPr/>
        </p:nvCxnSpPr>
        <p:spPr>
          <a:xfrm flipV="1">
            <a:off x="5623984" y="5231298"/>
            <a:ext cx="297227" cy="181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558FCD0-AB76-3945-B1A2-4DA2A00265FF}"/>
              </a:ext>
            </a:extLst>
          </p:cNvPr>
          <p:cNvGrpSpPr/>
          <p:nvPr/>
        </p:nvGrpSpPr>
        <p:grpSpPr>
          <a:xfrm>
            <a:off x="2822243" y="3162409"/>
            <a:ext cx="1434781" cy="594754"/>
            <a:chOff x="6883401" y="5458105"/>
            <a:chExt cx="2692399" cy="888999"/>
          </a:xfrm>
          <a:solidFill>
            <a:srgbClr val="BB6B57">
              <a:alpha val="86000"/>
            </a:srgbClr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26CCDB9-94D0-B8D0-489D-7BDA8F1F1842}"/>
                </a:ext>
              </a:extLst>
            </p:cNvPr>
            <p:cNvSpPr/>
            <p:nvPr/>
          </p:nvSpPr>
          <p:spPr>
            <a:xfrm>
              <a:off x="7188200" y="572480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5C485C3-6140-2A8A-432E-EE68444BB21F}"/>
                </a:ext>
              </a:extLst>
            </p:cNvPr>
            <p:cNvSpPr/>
            <p:nvPr/>
          </p:nvSpPr>
          <p:spPr>
            <a:xfrm>
              <a:off x="7035800" y="5591454"/>
              <a:ext cx="2387600" cy="622300"/>
            </a:xfrm>
            <a:prstGeom prst="rect">
              <a:avLst/>
            </a:prstGeom>
            <a:grpFill/>
            <a:ln w="19050">
              <a:solidFill>
                <a:srgbClr val="93323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3309F731-3B51-CB4B-E7F3-A45546CA294C}"/>
                    </a:ext>
                  </a:extLst>
                </p:cNvPr>
                <p:cNvSpPr/>
                <p:nvPr/>
              </p:nvSpPr>
              <p:spPr>
                <a:xfrm>
                  <a:off x="6883401" y="5458105"/>
                  <a:ext cx="2387600" cy="622301"/>
                </a:xfrm>
                <a:prstGeom prst="rect">
                  <a:avLst/>
                </a:prstGeom>
                <a:grpFill/>
                <a:ln w="19050">
                  <a:solidFill>
                    <a:srgbClr val="93323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400" b="0" i="1" smtClean="0">
                                <a:ln w="3175">
                                  <a:noFill/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400" b="0" i="1" smtClean="0">
                            <a:ln w="3175">
                              <a:noFill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dirty="0">
                    <a:ln w="3175">
                      <a:noFill/>
                    </a:ln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F5909674-D06A-4516-97F9-3D63D1F441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401" y="5458105"/>
                  <a:ext cx="2387600" cy="62230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19050">
                  <a:solidFill>
                    <a:srgbClr val="93323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50A40294-409E-EBEA-6686-95B13B85E238}"/>
                  </a:ext>
                </a:extLst>
              </p:cNvPr>
              <p:cNvSpPr/>
              <p:nvPr/>
            </p:nvSpPr>
            <p:spPr>
              <a:xfrm>
                <a:off x="4921948" y="1658740"/>
                <a:ext cx="702048" cy="2533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DD018E0B-78CE-4B4F-AD76-DCD05FF34D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48" y="1658740"/>
                <a:ext cx="702048" cy="2533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84363B06-D2BA-0A1B-42D9-EC83384EAE8E}"/>
                  </a:ext>
                </a:extLst>
              </p:cNvPr>
              <p:cNvSpPr/>
              <p:nvPr/>
            </p:nvSpPr>
            <p:spPr>
              <a:xfrm>
                <a:off x="4925787" y="2235389"/>
                <a:ext cx="709875" cy="25620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200" b="0" i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n>
                    <a:noFill/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AA344FE-7557-477D-BFEB-C49253E39B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787" y="2235389"/>
                <a:ext cx="709875" cy="25620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AA4B74C-F646-76FB-C89B-82C2EA259786}"/>
                  </a:ext>
                </a:extLst>
              </p:cNvPr>
              <p:cNvSpPr txBox="1"/>
              <p:nvPr/>
            </p:nvSpPr>
            <p:spPr>
              <a:xfrm>
                <a:off x="4833954" y="1243481"/>
                <a:ext cx="9118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9D54FCF-A491-4D88-907E-D860AFF6B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954" y="1243481"/>
                <a:ext cx="911811" cy="338554"/>
              </a:xfrm>
              <a:prstGeom prst="rect">
                <a:avLst/>
              </a:prstGeom>
              <a:blipFill>
                <a:blip r:embed="rId2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70EF7DE8-9CF6-4A7B-5753-D8AC93C19175}"/>
              </a:ext>
            </a:extLst>
          </p:cNvPr>
          <p:cNvCxnSpPr>
            <a:cxnSpLocks/>
          </p:cNvCxnSpPr>
          <p:nvPr/>
        </p:nvCxnSpPr>
        <p:spPr>
          <a:xfrm flipV="1">
            <a:off x="3517494" y="3768386"/>
            <a:ext cx="0" cy="11288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>
            <a:extLst>
              <a:ext uri="{FF2B5EF4-FFF2-40B4-BE49-F238E27FC236}">
                <a16:creationId xmlns:a16="http://schemas.microsoft.com/office/drawing/2014/main" id="{17999E0C-698E-447E-9EAB-734FAD85F9B8}"/>
              </a:ext>
            </a:extLst>
          </p:cNvPr>
          <p:cNvSpPr txBox="1"/>
          <p:nvPr/>
        </p:nvSpPr>
        <p:spPr>
          <a:xfrm>
            <a:off x="3478142" y="4156764"/>
            <a:ext cx="1242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Sample transitions from replay buffer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D923C5-F738-7CAF-8144-5BC0E17FDC82}"/>
              </a:ext>
            </a:extLst>
          </p:cNvPr>
          <p:cNvSpPr/>
          <p:nvPr/>
        </p:nvSpPr>
        <p:spPr>
          <a:xfrm>
            <a:off x="4688048" y="3287497"/>
            <a:ext cx="892168" cy="271477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E9D2B93-DD31-CC1F-CFE1-52EF85E5CD8C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5129220" y="3558974"/>
            <a:ext cx="4912" cy="2358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7BC4D885-2426-6958-242F-2AF4DF7FFAAE}"/>
              </a:ext>
            </a:extLst>
          </p:cNvPr>
          <p:cNvSpPr txBox="1"/>
          <p:nvPr/>
        </p:nvSpPr>
        <p:spPr>
          <a:xfrm>
            <a:off x="5890164" y="5243199"/>
            <a:ext cx="68217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</a:p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730A7907-5C2D-9C22-B7A8-F4CB976D3184}"/>
              </a:ext>
            </a:extLst>
          </p:cNvPr>
          <p:cNvSpPr txBox="1"/>
          <p:nvPr/>
        </p:nvSpPr>
        <p:spPr>
          <a:xfrm>
            <a:off x="7758520" y="5274891"/>
            <a:ext cx="74662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</a:p>
          <a:p>
            <a:pPr>
              <a:lnSpc>
                <a:spcPct val="80000"/>
              </a:lnSpc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3B73582D-340E-9675-1F74-5766C406F11D}"/>
              </a:ext>
            </a:extLst>
          </p:cNvPr>
          <p:cNvSpPr/>
          <p:nvPr/>
        </p:nvSpPr>
        <p:spPr>
          <a:xfrm>
            <a:off x="6470847" y="3293167"/>
            <a:ext cx="902167" cy="264993"/>
          </a:xfrm>
          <a:prstGeom prst="rect">
            <a:avLst/>
          </a:prstGeom>
          <a:solidFill>
            <a:srgbClr val="5B9BD5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1" name="连接符: 肘形 310">
            <a:extLst>
              <a:ext uri="{FF2B5EF4-FFF2-40B4-BE49-F238E27FC236}">
                <a16:creationId xmlns:a16="http://schemas.microsoft.com/office/drawing/2014/main" id="{9304442F-FDBE-E134-4E0A-02939CFF4733}"/>
              </a:ext>
            </a:extLst>
          </p:cNvPr>
          <p:cNvCxnSpPr>
            <a:cxnSpLocks/>
            <a:stCxn id="298" idx="0"/>
            <a:endCxn id="313" idx="2"/>
          </p:cNvCxnSpPr>
          <p:nvPr/>
        </p:nvCxnSpPr>
        <p:spPr>
          <a:xfrm rot="5400000" flipH="1" flipV="1">
            <a:off x="6285844" y="3230378"/>
            <a:ext cx="308305" cy="9638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连接符: 肘形 321">
            <a:extLst>
              <a:ext uri="{FF2B5EF4-FFF2-40B4-BE49-F238E27FC236}">
                <a16:creationId xmlns:a16="http://schemas.microsoft.com/office/drawing/2014/main" id="{90D315F6-D9D5-31D2-A82C-F42F89732B13}"/>
              </a:ext>
            </a:extLst>
          </p:cNvPr>
          <p:cNvCxnSpPr>
            <a:cxnSpLocks/>
            <a:stCxn id="990" idx="0"/>
          </p:cNvCxnSpPr>
          <p:nvPr/>
        </p:nvCxnSpPr>
        <p:spPr>
          <a:xfrm rot="16200000" flipV="1">
            <a:off x="7294210" y="3338022"/>
            <a:ext cx="178434" cy="930763"/>
          </a:xfrm>
          <a:prstGeom prst="bentConnector2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B751A889-790D-B48A-B0DB-A549708B9CB3}"/>
              </a:ext>
            </a:extLst>
          </p:cNvPr>
          <p:cNvCxnSpPr>
            <a:cxnSpLocks/>
          </p:cNvCxnSpPr>
          <p:nvPr/>
        </p:nvCxnSpPr>
        <p:spPr>
          <a:xfrm>
            <a:off x="5129220" y="5669101"/>
            <a:ext cx="18869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F851C20D-65ED-988E-66CB-0EA6ECE72BFD}"/>
              </a:ext>
            </a:extLst>
          </p:cNvPr>
          <p:cNvCxnSpPr>
            <a:cxnSpLocks/>
          </p:cNvCxnSpPr>
          <p:nvPr/>
        </p:nvCxnSpPr>
        <p:spPr>
          <a:xfrm flipV="1">
            <a:off x="5133574" y="5524231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031F10D3-B967-6473-A3A8-AB5F777600D0}"/>
              </a:ext>
            </a:extLst>
          </p:cNvPr>
          <p:cNvCxnSpPr>
            <a:cxnSpLocks/>
          </p:cNvCxnSpPr>
          <p:nvPr/>
        </p:nvCxnSpPr>
        <p:spPr>
          <a:xfrm flipV="1">
            <a:off x="7011362" y="5521643"/>
            <a:ext cx="0" cy="149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连接符: 肘形 349">
            <a:extLst>
              <a:ext uri="{FF2B5EF4-FFF2-40B4-BE49-F238E27FC236}">
                <a16:creationId xmlns:a16="http://schemas.microsoft.com/office/drawing/2014/main" id="{71934C87-C7D2-399F-4217-31C0EC0B6306}"/>
              </a:ext>
            </a:extLst>
          </p:cNvPr>
          <p:cNvCxnSpPr>
            <a:cxnSpLocks/>
            <a:stCxn id="313" idx="0"/>
          </p:cNvCxnSpPr>
          <p:nvPr/>
        </p:nvCxnSpPr>
        <p:spPr>
          <a:xfrm rot="16200000" flipH="1">
            <a:off x="6389798" y="3825299"/>
            <a:ext cx="2548029" cy="1483764"/>
          </a:xfrm>
          <a:prstGeom prst="bentConnector3">
            <a:avLst>
              <a:gd name="adj1" fmla="val -897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连接符: 肘形 364">
            <a:extLst>
              <a:ext uri="{FF2B5EF4-FFF2-40B4-BE49-F238E27FC236}">
                <a16:creationId xmlns:a16="http://schemas.microsoft.com/office/drawing/2014/main" id="{4BDC4402-09A9-8F72-610F-F93B2B60D689}"/>
              </a:ext>
            </a:extLst>
          </p:cNvPr>
          <p:cNvCxnSpPr>
            <a:cxnSpLocks/>
          </p:cNvCxnSpPr>
          <p:nvPr/>
        </p:nvCxnSpPr>
        <p:spPr>
          <a:xfrm rot="10800000">
            <a:off x="6072672" y="5671276"/>
            <a:ext cx="2326936" cy="169921"/>
          </a:xfrm>
          <a:prstGeom prst="bentConnector3">
            <a:avLst>
              <a:gd name="adj1" fmla="val 9871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连接符: 肘形 372">
            <a:extLst>
              <a:ext uri="{FF2B5EF4-FFF2-40B4-BE49-F238E27FC236}">
                <a16:creationId xmlns:a16="http://schemas.microsoft.com/office/drawing/2014/main" id="{60380900-0F42-BC5A-9F1F-2A1DAC13C495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257024" y="3548999"/>
            <a:ext cx="367229" cy="230145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文本框 434">
            <a:extLst>
              <a:ext uri="{FF2B5EF4-FFF2-40B4-BE49-F238E27FC236}">
                <a16:creationId xmlns:a16="http://schemas.microsoft.com/office/drawing/2014/main" id="{CD9195A6-7643-49C3-3C3E-C807455A457C}"/>
              </a:ext>
            </a:extLst>
          </p:cNvPr>
          <p:cNvSpPr txBox="1"/>
          <p:nvPr/>
        </p:nvSpPr>
        <p:spPr>
          <a:xfrm>
            <a:off x="4740839" y="3036386"/>
            <a:ext cx="1557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Gradient descent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92000735-7B4D-026B-E187-F9EF00C11EEB}"/>
              </a:ext>
            </a:extLst>
          </p:cNvPr>
          <p:cNvSpPr txBox="1"/>
          <p:nvPr/>
        </p:nvSpPr>
        <p:spPr>
          <a:xfrm>
            <a:off x="7073515" y="3049926"/>
            <a:ext cx="1562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Gradient descent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72" name="组合 1171">
            <a:extLst>
              <a:ext uri="{FF2B5EF4-FFF2-40B4-BE49-F238E27FC236}">
                <a16:creationId xmlns:a16="http://schemas.microsoft.com/office/drawing/2014/main" id="{E078DD1C-C3C1-A568-7D06-FFA9B6CC45BE}"/>
              </a:ext>
            </a:extLst>
          </p:cNvPr>
          <p:cNvGrpSpPr/>
          <p:nvPr/>
        </p:nvGrpSpPr>
        <p:grpSpPr>
          <a:xfrm>
            <a:off x="2126600" y="4189414"/>
            <a:ext cx="1168595" cy="523220"/>
            <a:chOff x="-533025" y="3725835"/>
            <a:chExt cx="1168595" cy="523220"/>
          </a:xfrm>
        </p:grpSpPr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6333D114-1773-A1D0-A9AA-024DC6D43ED0}"/>
                </a:ext>
              </a:extLst>
            </p:cNvPr>
            <p:cNvSpPr/>
            <p:nvPr/>
          </p:nvSpPr>
          <p:spPr>
            <a:xfrm>
              <a:off x="-533025" y="3732274"/>
              <a:ext cx="1109486" cy="4904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9" name="文本框 428">
              <a:extLst>
                <a:ext uri="{FF2B5EF4-FFF2-40B4-BE49-F238E27FC236}">
                  <a16:creationId xmlns:a16="http://schemas.microsoft.com/office/drawing/2014/main" id="{57034867-3A58-8C09-129C-B4F1983EA2C2}"/>
                </a:ext>
              </a:extLst>
            </p:cNvPr>
            <p:cNvSpPr txBox="1"/>
            <p:nvPr/>
          </p:nvSpPr>
          <p:spPr>
            <a:xfrm>
              <a:off x="-176018" y="3725835"/>
              <a:ext cx="8115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Reward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function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828C5AE5-1F77-2E27-4FB4-4ABABA4D1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-491335" y="3770811"/>
              <a:ext cx="407078" cy="407078"/>
            </a:xfrm>
            <a:prstGeom prst="rect">
              <a:avLst/>
            </a:prstGeom>
            <a:effectLst>
              <a:outerShdw blurRad="25400" dist="38100" dir="2700000" sx="92000" sy="92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31683A72-078D-BB9D-ED25-7718FF549803}"/>
                  </a:ext>
                </a:extLst>
              </p:cNvPr>
              <p:cNvSpPr/>
              <p:nvPr/>
            </p:nvSpPr>
            <p:spPr>
              <a:xfrm>
                <a:off x="7728180" y="1665162"/>
                <a:ext cx="779903" cy="221363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019B2B4E-ED64-4EC6-A7F6-7D87FDE87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180" y="1665162"/>
                <a:ext cx="779903" cy="22136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2EF6BD36-5AFE-0212-CB05-B6AD9E44CB8D}"/>
                  </a:ext>
                </a:extLst>
              </p:cNvPr>
              <p:cNvSpPr/>
              <p:nvPr/>
            </p:nvSpPr>
            <p:spPr>
              <a:xfrm>
                <a:off x="7725709" y="1950336"/>
                <a:ext cx="787052" cy="223392"/>
              </a:xfrm>
              <a:prstGeom prst="rect">
                <a:avLst/>
              </a:prstGeom>
              <a:solidFill>
                <a:srgbClr val="5B9B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n>
                    <a:noFill/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8DE1787-6766-40A6-84CC-63E44568B3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709" y="1950336"/>
                <a:ext cx="787052" cy="22339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517B15A1-DDE5-BEB2-FF71-5A8BD89FD8A0}"/>
                  </a:ext>
                </a:extLst>
              </p:cNvPr>
              <p:cNvSpPr txBox="1"/>
              <p:nvPr/>
            </p:nvSpPr>
            <p:spPr>
              <a:xfrm>
                <a:off x="7597065" y="1305993"/>
                <a:ext cx="10695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843C0C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rgbClr val="843C0C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1400" b="1">
                            <a:solidFill>
                              <a:srgbClr val="843C0C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400" b="1">
                            <a:solidFill>
                              <a:srgbClr val="843C0C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sz="1400" b="1" dirty="0">
                  <a:solidFill>
                    <a:srgbClr val="843C0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B98BAC2B-8471-44D4-B113-3E3F1B682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065" y="1305993"/>
                <a:ext cx="1069532" cy="307777"/>
              </a:xfrm>
              <a:prstGeom prst="rect">
                <a:avLst/>
              </a:prstGeom>
              <a:blipFill>
                <a:blip r:embed="rId32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216574EA-A285-4A8E-216C-E21B53B9A3A7}"/>
                  </a:ext>
                </a:extLst>
              </p:cNvPr>
              <p:cNvSpPr/>
              <p:nvPr/>
            </p:nvSpPr>
            <p:spPr>
              <a:xfrm>
                <a:off x="7728182" y="2249159"/>
                <a:ext cx="780412" cy="24170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n>
                    <a:noFill/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A1ACD654-68C7-48DD-9B82-C2828B8B0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182" y="2249159"/>
                <a:ext cx="780412" cy="24170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0" name="图片 459">
            <a:extLst>
              <a:ext uri="{FF2B5EF4-FFF2-40B4-BE49-F238E27FC236}">
                <a16:creationId xmlns:a16="http://schemas.microsoft.com/office/drawing/2014/main" id="{0B684DF3-111D-BEC6-8884-1724AA24396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611889" y="3884901"/>
            <a:ext cx="471663" cy="471663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D196C3CB-938C-D64E-916B-479BC51DB7EF}"/>
              </a:ext>
            </a:extLst>
          </p:cNvPr>
          <p:cNvGrpSpPr/>
          <p:nvPr/>
        </p:nvGrpSpPr>
        <p:grpSpPr>
          <a:xfrm>
            <a:off x="1308293" y="1056740"/>
            <a:ext cx="2920485" cy="2006850"/>
            <a:chOff x="1734990" y="1467361"/>
            <a:chExt cx="2665817" cy="200685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CC66CE0-7CF7-EBB9-541D-28BFB99D6CBB}"/>
                </a:ext>
              </a:extLst>
            </p:cNvPr>
            <p:cNvSpPr/>
            <p:nvPr/>
          </p:nvSpPr>
          <p:spPr>
            <a:xfrm>
              <a:off x="1734990" y="1505648"/>
              <a:ext cx="2665817" cy="1968563"/>
            </a:xfrm>
            <a:prstGeom prst="roundRect">
              <a:avLst>
                <a:gd name="adj" fmla="val 4205"/>
              </a:avLst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9AD5087B-5BC7-7CAB-A526-502F18C346C4}"/>
                </a:ext>
              </a:extLst>
            </p:cNvPr>
            <p:cNvSpPr txBox="1"/>
            <p:nvPr/>
          </p:nvSpPr>
          <p:spPr>
            <a:xfrm>
              <a:off x="2231571" y="1467361"/>
              <a:ext cx="16395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Environment</a:t>
              </a:r>
              <a:endParaRPr lang="zh-CN" altLang="en-US" sz="1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E761D49A-9325-67B1-9B83-72CC50D34F18}"/>
                </a:ext>
              </a:extLst>
            </p:cNvPr>
            <p:cNvGrpSpPr/>
            <p:nvPr/>
          </p:nvGrpSpPr>
          <p:grpSpPr>
            <a:xfrm>
              <a:off x="1770477" y="1710148"/>
              <a:ext cx="2594111" cy="1627629"/>
              <a:chOff x="2028944" y="502436"/>
              <a:chExt cx="8106575" cy="5457401"/>
            </a:xfrm>
          </p:grpSpPr>
          <p:sp>
            <p:nvSpPr>
              <p:cNvPr id="264" name="平行四边形 263">
                <a:extLst>
                  <a:ext uri="{FF2B5EF4-FFF2-40B4-BE49-F238E27FC236}">
                    <a16:creationId xmlns:a16="http://schemas.microsoft.com/office/drawing/2014/main" id="{016C54A3-85EF-9134-1A23-80CF074E4D87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2028944" y="3246683"/>
                <a:ext cx="8097631" cy="2710836"/>
              </a:xfrm>
              <a:prstGeom prst="parallelogram">
                <a:avLst>
                  <a:gd name="adj" fmla="val 59997"/>
                </a:avLst>
              </a:prstGeom>
              <a:solidFill>
                <a:srgbClr val="F7C787"/>
              </a:solidFill>
              <a:ln>
                <a:noFill/>
                <a:prstDash val="dash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6" name="图片 265">
                <a:extLst>
                  <a:ext uri="{FF2B5EF4-FFF2-40B4-BE49-F238E27FC236}">
                    <a16:creationId xmlns:a16="http://schemas.microsoft.com/office/drawing/2014/main" id="{03547D88-B294-54EF-B69C-9C5A776014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6763987" y="2827470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67" name="平行四边形 266">
                <a:extLst>
                  <a:ext uri="{FF2B5EF4-FFF2-40B4-BE49-F238E27FC236}">
                    <a16:creationId xmlns:a16="http://schemas.microsoft.com/office/drawing/2014/main" id="{3A5A90E5-0A9A-43A9-4D48-0C965EC6E8DC}"/>
                  </a:ext>
                </a:extLst>
              </p:cNvPr>
              <p:cNvSpPr/>
              <p:nvPr/>
            </p:nvSpPr>
            <p:spPr>
              <a:xfrm>
                <a:off x="3410529" y="3425016"/>
                <a:ext cx="6605575" cy="229543"/>
              </a:xfrm>
              <a:prstGeom prst="parallelogram">
                <a:avLst>
                  <a:gd name="adj" fmla="val 57763"/>
                </a:avLst>
              </a:prstGeom>
              <a:solidFill>
                <a:srgbClr val="3189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8" name="图片 267">
                <a:extLst>
                  <a:ext uri="{FF2B5EF4-FFF2-40B4-BE49-F238E27FC236}">
                    <a16:creationId xmlns:a16="http://schemas.microsoft.com/office/drawing/2014/main" id="{9FF3822F-6ADF-93A1-07E0-8C347503E2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6">
                <a:alphaModFix amt="35000"/>
              </a:blip>
              <a:srcRect l="8759" t="11567" r="8899" b="11165"/>
              <a:stretch/>
            </p:blipFill>
            <p:spPr>
              <a:xfrm>
                <a:off x="3348611" y="502436"/>
                <a:ext cx="4269288" cy="3205627"/>
              </a:xfrm>
              <a:prstGeom prst="rect">
                <a:avLst/>
              </a:prstGeom>
            </p:spPr>
          </p:pic>
          <p:pic>
            <p:nvPicPr>
              <p:cNvPr id="272" name="图片 271">
                <a:extLst>
                  <a:ext uri="{FF2B5EF4-FFF2-40B4-BE49-F238E27FC236}">
                    <a16:creationId xmlns:a16="http://schemas.microsoft.com/office/drawing/2014/main" id="{314B4BDD-2CC3-350E-F705-62FFA87C1B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52260" y="372087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274" name="图片 273">
                <a:extLst>
                  <a:ext uri="{FF2B5EF4-FFF2-40B4-BE49-F238E27FC236}">
                    <a16:creationId xmlns:a16="http://schemas.microsoft.com/office/drawing/2014/main" id="{6848859E-FBF0-0349-BA94-6CA53ADC7F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2613530" y="5354991"/>
                <a:ext cx="486060" cy="51005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75" name="图片 274">
                <a:extLst>
                  <a:ext uri="{FF2B5EF4-FFF2-40B4-BE49-F238E27FC236}">
                    <a16:creationId xmlns:a16="http://schemas.microsoft.com/office/drawing/2014/main" id="{E8B120CC-7D74-4A33-65E8-101DF94CCE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7162040" y="2713373"/>
                <a:ext cx="593770" cy="609112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sp>
            <p:nvSpPr>
              <p:cNvPr id="276" name="任意多边形: 形状 275">
                <a:extLst>
                  <a:ext uri="{FF2B5EF4-FFF2-40B4-BE49-F238E27FC236}">
                    <a16:creationId xmlns:a16="http://schemas.microsoft.com/office/drawing/2014/main" id="{6BA4BE58-4DDA-C21F-C381-4834361414AB}"/>
                  </a:ext>
                </a:extLst>
              </p:cNvPr>
              <p:cNvSpPr/>
              <p:nvPr/>
            </p:nvSpPr>
            <p:spPr>
              <a:xfrm>
                <a:off x="6636040" y="5126345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" name="任意多边形: 形状 276">
                <a:extLst>
                  <a:ext uri="{FF2B5EF4-FFF2-40B4-BE49-F238E27FC236}">
                    <a16:creationId xmlns:a16="http://schemas.microsoft.com/office/drawing/2014/main" id="{09FD6ECC-A8EC-9CF8-D846-4B3C81E047B0}"/>
                  </a:ext>
                </a:extLst>
              </p:cNvPr>
              <p:cNvSpPr/>
              <p:nvPr/>
            </p:nvSpPr>
            <p:spPr>
              <a:xfrm rot="4501584">
                <a:off x="6201523" y="4839087"/>
                <a:ext cx="84512" cy="76105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任意多边形: 形状 278">
                <a:extLst>
                  <a:ext uri="{FF2B5EF4-FFF2-40B4-BE49-F238E27FC236}">
                    <a16:creationId xmlns:a16="http://schemas.microsoft.com/office/drawing/2014/main" id="{D5B7D99B-C823-BB91-4620-909E42D1BB9F}"/>
                  </a:ext>
                </a:extLst>
              </p:cNvPr>
              <p:cNvSpPr/>
              <p:nvPr/>
            </p:nvSpPr>
            <p:spPr>
              <a:xfrm>
                <a:off x="5269812" y="4540434"/>
                <a:ext cx="58987" cy="63802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" name="任意多边形: 形状 279">
                <a:extLst>
                  <a:ext uri="{FF2B5EF4-FFF2-40B4-BE49-F238E27FC236}">
                    <a16:creationId xmlns:a16="http://schemas.microsoft.com/office/drawing/2014/main" id="{967D0388-8D7A-E30F-4F62-51D1E35FA586}"/>
                  </a:ext>
                </a:extLst>
              </p:cNvPr>
              <p:cNvSpPr/>
              <p:nvPr/>
            </p:nvSpPr>
            <p:spPr>
              <a:xfrm rot="19526080">
                <a:off x="4200951" y="5540022"/>
                <a:ext cx="58987" cy="77993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任意多边形: 形状 280">
                <a:extLst>
                  <a:ext uri="{FF2B5EF4-FFF2-40B4-BE49-F238E27FC236}">
                    <a16:creationId xmlns:a16="http://schemas.microsoft.com/office/drawing/2014/main" id="{F6C94C9E-F7EA-F57B-84CA-2299285B7D2D}"/>
                  </a:ext>
                </a:extLst>
              </p:cNvPr>
              <p:cNvSpPr/>
              <p:nvPr/>
            </p:nvSpPr>
            <p:spPr>
              <a:xfrm>
                <a:off x="3084331" y="4934202"/>
                <a:ext cx="84512" cy="117758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任意多边形: 形状 281">
                <a:extLst>
                  <a:ext uri="{FF2B5EF4-FFF2-40B4-BE49-F238E27FC236}">
                    <a16:creationId xmlns:a16="http://schemas.microsoft.com/office/drawing/2014/main" id="{EB168B83-AC1C-FC0D-EDB5-C241C4D760F2}"/>
                  </a:ext>
                </a:extLst>
              </p:cNvPr>
              <p:cNvSpPr/>
              <p:nvPr/>
            </p:nvSpPr>
            <p:spPr>
              <a:xfrm>
                <a:off x="4643908" y="4357008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任意多边形: 形状 282">
                <a:extLst>
                  <a:ext uri="{FF2B5EF4-FFF2-40B4-BE49-F238E27FC236}">
                    <a16:creationId xmlns:a16="http://schemas.microsoft.com/office/drawing/2014/main" id="{40906157-79D1-7409-D227-58FE1270507C}"/>
                  </a:ext>
                </a:extLst>
              </p:cNvPr>
              <p:cNvSpPr/>
              <p:nvPr/>
            </p:nvSpPr>
            <p:spPr>
              <a:xfrm>
                <a:off x="3445232" y="3673646"/>
                <a:ext cx="84512" cy="117758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" name="任意多边形: 形状 283">
                <a:extLst>
                  <a:ext uri="{FF2B5EF4-FFF2-40B4-BE49-F238E27FC236}">
                    <a16:creationId xmlns:a16="http://schemas.microsoft.com/office/drawing/2014/main" id="{57117C1E-4F92-A16C-8D45-6D9B94EF8B23}"/>
                  </a:ext>
                </a:extLst>
              </p:cNvPr>
              <p:cNvSpPr/>
              <p:nvPr/>
            </p:nvSpPr>
            <p:spPr>
              <a:xfrm>
                <a:off x="4870354" y="3647483"/>
                <a:ext cx="0" cy="0"/>
              </a:xfrm>
              <a:custGeom>
                <a:avLst/>
                <a:gdLst>
                  <a:gd name="connsiteX0" fmla="*/ 0 w 0"/>
                  <a:gd name="connsiteY0" fmla="*/ 0 h 0"/>
                  <a:gd name="connsiteX1" fmla="*/ 0 w 0"/>
                  <a:gd name="connsiteY1" fmla="*/ 0 h 0"/>
                  <a:gd name="connsiteX2" fmla="*/ 0 w 0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任意多边形: 形状 284">
                <a:extLst>
                  <a:ext uri="{FF2B5EF4-FFF2-40B4-BE49-F238E27FC236}">
                    <a16:creationId xmlns:a16="http://schemas.microsoft.com/office/drawing/2014/main" id="{1761C8CD-42AB-EED8-D797-42B1F9FD15F3}"/>
                  </a:ext>
                </a:extLst>
              </p:cNvPr>
              <p:cNvSpPr/>
              <p:nvPr/>
            </p:nvSpPr>
            <p:spPr>
              <a:xfrm>
                <a:off x="5066468" y="5094969"/>
                <a:ext cx="72491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" name="任意多边形: 形状 285">
                <a:extLst>
                  <a:ext uri="{FF2B5EF4-FFF2-40B4-BE49-F238E27FC236}">
                    <a16:creationId xmlns:a16="http://schemas.microsoft.com/office/drawing/2014/main" id="{17262984-0605-E7CB-9734-BF3D69A600BE}"/>
                  </a:ext>
                </a:extLst>
              </p:cNvPr>
              <p:cNvSpPr/>
              <p:nvPr/>
            </p:nvSpPr>
            <p:spPr>
              <a:xfrm>
                <a:off x="6286750" y="4685918"/>
                <a:ext cx="63925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FF9E11BB-A219-2AEF-5521-A42CC8A970E5}"/>
                  </a:ext>
                </a:extLst>
              </p:cNvPr>
              <p:cNvSpPr/>
              <p:nvPr/>
            </p:nvSpPr>
            <p:spPr>
              <a:xfrm>
                <a:off x="5184702" y="5580243"/>
                <a:ext cx="72491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" name="任意多边形: 形状 290">
                <a:extLst>
                  <a:ext uri="{FF2B5EF4-FFF2-40B4-BE49-F238E27FC236}">
                    <a16:creationId xmlns:a16="http://schemas.microsoft.com/office/drawing/2014/main" id="{C0A01F78-AE7C-EAD6-5B30-E034E8EA79F8}"/>
                  </a:ext>
                </a:extLst>
              </p:cNvPr>
              <p:cNvSpPr/>
              <p:nvPr/>
            </p:nvSpPr>
            <p:spPr>
              <a:xfrm>
                <a:off x="6771784" y="5101035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FF431054-B430-0C31-A38E-D56E25FDD57D}"/>
                  </a:ext>
                </a:extLst>
              </p:cNvPr>
              <p:cNvSpPr/>
              <p:nvPr/>
            </p:nvSpPr>
            <p:spPr>
              <a:xfrm>
                <a:off x="6053891" y="5612819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" name="任意多边形: 形状 293">
                <a:extLst>
                  <a:ext uri="{FF2B5EF4-FFF2-40B4-BE49-F238E27FC236}">
                    <a16:creationId xmlns:a16="http://schemas.microsoft.com/office/drawing/2014/main" id="{B86C5730-3740-69BC-9FBC-524875F99179}"/>
                  </a:ext>
                </a:extLst>
              </p:cNvPr>
              <p:cNvSpPr/>
              <p:nvPr/>
            </p:nvSpPr>
            <p:spPr>
              <a:xfrm rot="19526080">
                <a:off x="4181402" y="5311863"/>
                <a:ext cx="58987" cy="77993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2" name="图片 301">
                <a:extLst>
                  <a:ext uri="{FF2B5EF4-FFF2-40B4-BE49-F238E27FC236}">
                    <a16:creationId xmlns:a16="http://schemas.microsoft.com/office/drawing/2014/main" id="{FE8BDE03-990A-586E-F905-893A07CC7F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5" t="23373" r="80562" b="21553"/>
              <a:stretch/>
            </p:blipFill>
            <p:spPr>
              <a:xfrm>
                <a:off x="9179259" y="3761289"/>
                <a:ext cx="422431" cy="471454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0000"/>
                  </a:prstClr>
                </a:outerShdw>
              </a:effectLst>
            </p:spPr>
          </p:pic>
          <p:pic>
            <p:nvPicPr>
              <p:cNvPr id="303" name="图片 302">
                <a:extLst>
                  <a:ext uri="{FF2B5EF4-FFF2-40B4-BE49-F238E27FC236}">
                    <a16:creationId xmlns:a16="http://schemas.microsoft.com/office/drawing/2014/main" id="{65BC7C41-9950-D991-DCB8-A9CC39EA18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2480297" y="4801335"/>
                <a:ext cx="425977" cy="436984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04" name="图片 303">
                <a:extLst>
                  <a:ext uri="{FF2B5EF4-FFF2-40B4-BE49-F238E27FC236}">
                    <a16:creationId xmlns:a16="http://schemas.microsoft.com/office/drawing/2014/main" id="{D171BC89-BE43-80BA-FEE2-1F9CED9B65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2132006" y="5322390"/>
                <a:ext cx="522867" cy="5363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05" name="图片 304">
                <a:extLst>
                  <a:ext uri="{FF2B5EF4-FFF2-40B4-BE49-F238E27FC236}">
                    <a16:creationId xmlns:a16="http://schemas.microsoft.com/office/drawing/2014/main" id="{7C6AA865-7F98-38E3-11C6-700849E102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5" t="23373" r="80562" b="21553"/>
              <a:stretch/>
            </p:blipFill>
            <p:spPr>
              <a:xfrm>
                <a:off x="4192426" y="5390554"/>
                <a:ext cx="418664" cy="4672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0000"/>
                  </a:prstClr>
                </a:outerShdw>
              </a:effectLst>
            </p:spPr>
          </p:pic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5FDA2BB6-FE73-49AB-C409-06C6578F55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2817900" y="4371413"/>
                <a:ext cx="389952" cy="400028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07" name="图片 306">
                <a:extLst>
                  <a:ext uri="{FF2B5EF4-FFF2-40B4-BE49-F238E27FC236}">
                    <a16:creationId xmlns:a16="http://schemas.microsoft.com/office/drawing/2014/main" id="{419C29E9-1097-A550-9A60-786027C7F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07137" y="342109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308" name="图片 307">
                <a:extLst>
                  <a:ext uri="{FF2B5EF4-FFF2-40B4-BE49-F238E27FC236}">
                    <a16:creationId xmlns:a16="http://schemas.microsoft.com/office/drawing/2014/main" id="{B9E9456F-8EA7-DB83-0907-2670319FDC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6000" t="6790" r="37199" b="55755"/>
              <a:stretch/>
            </p:blipFill>
            <p:spPr>
              <a:xfrm>
                <a:off x="4208801" y="5185407"/>
                <a:ext cx="310890" cy="255571"/>
              </a:xfrm>
              <a:prstGeom prst="rect">
                <a:avLst/>
              </a:prstGeom>
            </p:spPr>
          </p:pic>
          <p:pic>
            <p:nvPicPr>
              <p:cNvPr id="309" name="图片 308">
                <a:extLst>
                  <a:ext uri="{FF2B5EF4-FFF2-40B4-BE49-F238E27FC236}">
                    <a16:creationId xmlns:a16="http://schemas.microsoft.com/office/drawing/2014/main" id="{5BB64CD7-0D56-9265-9C86-0E82EBF029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5908794" y="4629381"/>
                <a:ext cx="375167" cy="283733"/>
              </a:xfrm>
              <a:prstGeom prst="rect">
                <a:avLst/>
              </a:prstGeom>
              <a:effectLst/>
            </p:spPr>
          </p:pic>
          <p:pic>
            <p:nvPicPr>
              <p:cNvPr id="310" name="图片 309">
                <a:extLst>
                  <a:ext uri="{FF2B5EF4-FFF2-40B4-BE49-F238E27FC236}">
                    <a16:creationId xmlns:a16="http://schemas.microsoft.com/office/drawing/2014/main" id="{F5CE4DEC-FEA8-E0DF-660F-CEC997A806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7449691" y="4359756"/>
                <a:ext cx="293567" cy="129452"/>
              </a:xfrm>
              <a:prstGeom prst="rect">
                <a:avLst/>
              </a:prstGeom>
              <a:effectLst/>
            </p:spPr>
          </p:pic>
          <p:pic>
            <p:nvPicPr>
              <p:cNvPr id="312" name="图片 311">
                <a:extLst>
                  <a:ext uri="{FF2B5EF4-FFF2-40B4-BE49-F238E27FC236}">
                    <a16:creationId xmlns:a16="http://schemas.microsoft.com/office/drawing/2014/main" id="{57244C0E-0DCB-FD4F-5922-F7B9A4DE2C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6072332" y="5749634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14" name="图片 313">
                <a:extLst>
                  <a:ext uri="{FF2B5EF4-FFF2-40B4-BE49-F238E27FC236}">
                    <a16:creationId xmlns:a16="http://schemas.microsoft.com/office/drawing/2014/main" id="{2792BEE2-6004-0128-999D-BCE9C2CE57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6838010" y="5215248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15" name="图片 314">
                <a:extLst>
                  <a:ext uri="{FF2B5EF4-FFF2-40B4-BE49-F238E27FC236}">
                    <a16:creationId xmlns:a16="http://schemas.microsoft.com/office/drawing/2014/main" id="{01F47974-F2EA-81EF-4E29-B5F818B59F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85000"/>
              </a:blip>
              <a:srcRect l="36000" t="6790" r="37199" b="55755"/>
              <a:stretch/>
            </p:blipFill>
            <p:spPr>
              <a:xfrm>
                <a:off x="4944528" y="4416469"/>
                <a:ext cx="310890" cy="255571"/>
              </a:xfrm>
              <a:prstGeom prst="rect">
                <a:avLst/>
              </a:prstGeom>
              <a:effectLst/>
            </p:spPr>
          </p:pic>
          <p:pic>
            <p:nvPicPr>
              <p:cNvPr id="316" name="图片 315">
                <a:extLst>
                  <a:ext uri="{FF2B5EF4-FFF2-40B4-BE49-F238E27FC236}">
                    <a16:creationId xmlns:a16="http://schemas.microsoft.com/office/drawing/2014/main" id="{571F6223-6F55-4335-C8B8-1CA5EE09A7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50000"/>
              </a:blip>
              <a:srcRect l="3876" t="5815" r="68007" b="58036"/>
              <a:stretch/>
            </p:blipFill>
            <p:spPr>
              <a:xfrm>
                <a:off x="6227496" y="3506509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17" name="图片 316">
                <a:extLst>
                  <a:ext uri="{FF2B5EF4-FFF2-40B4-BE49-F238E27FC236}">
                    <a16:creationId xmlns:a16="http://schemas.microsoft.com/office/drawing/2014/main" id="{CD020854-7E91-3F9A-7926-5DBD95E820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85000"/>
              </a:blip>
              <a:srcRect l="3876" t="5815" r="68007" b="58036"/>
              <a:stretch/>
            </p:blipFill>
            <p:spPr>
              <a:xfrm>
                <a:off x="3645175" y="3515086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21" name="图片 320">
                <a:extLst>
                  <a:ext uri="{FF2B5EF4-FFF2-40B4-BE49-F238E27FC236}">
                    <a16:creationId xmlns:a16="http://schemas.microsoft.com/office/drawing/2014/main" id="{6A51DAFB-39C2-0DBD-F23C-3A1FA59FF0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5453733" y="5129574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23" name="图片 322">
                <a:extLst>
                  <a:ext uri="{FF2B5EF4-FFF2-40B4-BE49-F238E27FC236}">
                    <a16:creationId xmlns:a16="http://schemas.microsoft.com/office/drawing/2014/main" id="{79D0B68A-AE94-438F-F3B7-AC5C71EEC8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5054818" y="5739275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24" name="图片 323">
                <a:extLst>
                  <a:ext uri="{FF2B5EF4-FFF2-40B4-BE49-F238E27FC236}">
                    <a16:creationId xmlns:a16="http://schemas.microsoft.com/office/drawing/2014/main" id="{9D502692-0319-E343-76B2-34B67DC4D6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46130" t="45281" r="31166" b="37699"/>
              <a:stretch/>
            </p:blipFill>
            <p:spPr>
              <a:xfrm>
                <a:off x="8568652" y="4225371"/>
                <a:ext cx="293567" cy="129452"/>
              </a:xfrm>
              <a:prstGeom prst="rect">
                <a:avLst/>
              </a:prstGeom>
            </p:spPr>
          </p:pic>
          <p:pic>
            <p:nvPicPr>
              <p:cNvPr id="325" name="图片 324">
                <a:extLst>
                  <a:ext uri="{FF2B5EF4-FFF2-40B4-BE49-F238E27FC236}">
                    <a16:creationId xmlns:a16="http://schemas.microsoft.com/office/drawing/2014/main" id="{06915714-171B-26E2-4303-3D4A611FD8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8267336" y="2858631"/>
                <a:ext cx="558640" cy="586219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26" name="图片 325">
                <a:extLst>
                  <a:ext uri="{FF2B5EF4-FFF2-40B4-BE49-F238E27FC236}">
                    <a16:creationId xmlns:a16="http://schemas.microsoft.com/office/drawing/2014/main" id="{4C3D88C6-77B1-8921-E440-4F8543CBBB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3079591" y="5259026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27" name="图片 326">
                <a:extLst>
                  <a:ext uri="{FF2B5EF4-FFF2-40B4-BE49-F238E27FC236}">
                    <a16:creationId xmlns:a16="http://schemas.microsoft.com/office/drawing/2014/main" id="{3F311EB0-DF97-92EB-C0A4-E910B04276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85000"/>
              </a:blip>
              <a:srcRect l="36000" t="6790" r="37199" b="55755"/>
              <a:stretch/>
            </p:blipFill>
            <p:spPr>
              <a:xfrm>
                <a:off x="3879312" y="3688069"/>
                <a:ext cx="310890" cy="255571"/>
              </a:xfrm>
              <a:prstGeom prst="rect">
                <a:avLst/>
              </a:prstGeom>
              <a:effectLst>
                <a:outerShdw blurRad="50800" dir="8100000" sy="-23000" kx="800400" algn="br" rotWithShape="0">
                  <a:prstClr val="black">
                    <a:alpha val="20000"/>
                  </a:prstClr>
                </a:outerShdw>
              </a:effectLst>
            </p:spPr>
          </p:pic>
          <p:pic>
            <p:nvPicPr>
              <p:cNvPr id="328" name="图片 327">
                <a:extLst>
                  <a:ext uri="{FF2B5EF4-FFF2-40B4-BE49-F238E27FC236}">
                    <a16:creationId xmlns:a16="http://schemas.microsoft.com/office/drawing/2014/main" id="{9541039E-8DD4-7E95-59B5-C7EDCCD286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7471424" y="2870814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30" name="图片 329">
                <a:extLst>
                  <a:ext uri="{FF2B5EF4-FFF2-40B4-BE49-F238E27FC236}">
                    <a16:creationId xmlns:a16="http://schemas.microsoft.com/office/drawing/2014/main" id="{14986CB0-6222-FCA3-DA35-CC8C54B457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4471055" y="3216973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332" name="图片 331">
                <a:extLst>
                  <a:ext uri="{FF2B5EF4-FFF2-40B4-BE49-F238E27FC236}">
                    <a16:creationId xmlns:a16="http://schemas.microsoft.com/office/drawing/2014/main" id="{5E7E8994-25B1-C692-9A80-8C16010B9F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>
                <a:alphaModFix amt="70000"/>
              </a:blip>
              <a:srcRect l="3876" t="5815" r="68007" b="58036"/>
              <a:stretch/>
            </p:blipFill>
            <p:spPr>
              <a:xfrm>
                <a:off x="5246029" y="3558619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33" name="图片 332">
                <a:extLst>
                  <a:ext uri="{FF2B5EF4-FFF2-40B4-BE49-F238E27FC236}">
                    <a16:creationId xmlns:a16="http://schemas.microsoft.com/office/drawing/2014/main" id="{D3CBED7A-1215-C977-9101-54C54B9312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9429790" y="3486811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34" name="图片 333">
                <a:extLst>
                  <a:ext uri="{FF2B5EF4-FFF2-40B4-BE49-F238E27FC236}">
                    <a16:creationId xmlns:a16="http://schemas.microsoft.com/office/drawing/2014/main" id="{30663AEC-1E31-5803-A3B0-1DB0300DEB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8379005" y="3498494"/>
                <a:ext cx="375167" cy="283733"/>
              </a:xfrm>
              <a:prstGeom prst="rect">
                <a:avLst/>
              </a:prstGeom>
            </p:spPr>
          </p:pic>
          <p:pic>
            <p:nvPicPr>
              <p:cNvPr id="336" name="图片 335">
                <a:extLst>
                  <a:ext uri="{FF2B5EF4-FFF2-40B4-BE49-F238E27FC236}">
                    <a16:creationId xmlns:a16="http://schemas.microsoft.com/office/drawing/2014/main" id="{8062EB35-3048-34BC-8C02-55FCDBE215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5726472" y="4833271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37" name="图片 336">
                <a:extLst>
                  <a:ext uri="{FF2B5EF4-FFF2-40B4-BE49-F238E27FC236}">
                    <a16:creationId xmlns:a16="http://schemas.microsoft.com/office/drawing/2014/main" id="{842AA018-A686-2892-F667-91AEADC5D7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8414290" y="5422778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39" name="图片 338">
                <a:extLst>
                  <a:ext uri="{FF2B5EF4-FFF2-40B4-BE49-F238E27FC236}">
                    <a16:creationId xmlns:a16="http://schemas.microsoft.com/office/drawing/2014/main" id="{F626740C-4004-6559-F5C6-0342C519BB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2672982" y="5245322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40" name="图片 339">
                <a:extLst>
                  <a:ext uri="{FF2B5EF4-FFF2-40B4-BE49-F238E27FC236}">
                    <a16:creationId xmlns:a16="http://schemas.microsoft.com/office/drawing/2014/main" id="{AD288CC5-1321-0326-A18E-C450181129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3029035" y="5754181"/>
                <a:ext cx="200027" cy="130687"/>
              </a:xfrm>
              <a:prstGeom prst="rect">
                <a:avLst/>
              </a:prstGeom>
            </p:spPr>
          </p:pic>
          <p:sp>
            <p:nvSpPr>
              <p:cNvPr id="341" name="任意多边形: 形状 340">
                <a:extLst>
                  <a:ext uri="{FF2B5EF4-FFF2-40B4-BE49-F238E27FC236}">
                    <a16:creationId xmlns:a16="http://schemas.microsoft.com/office/drawing/2014/main" id="{CF39EA97-D305-E746-FB47-B6E1876AFC47}"/>
                  </a:ext>
                </a:extLst>
              </p:cNvPr>
              <p:cNvSpPr/>
              <p:nvPr/>
            </p:nvSpPr>
            <p:spPr>
              <a:xfrm>
                <a:off x="6764550" y="4311007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C31521AD-2DB6-D312-1845-F605404B9204}"/>
                  </a:ext>
                </a:extLst>
              </p:cNvPr>
              <p:cNvSpPr/>
              <p:nvPr/>
            </p:nvSpPr>
            <p:spPr>
              <a:xfrm>
                <a:off x="5824282" y="5375472"/>
                <a:ext cx="84512" cy="72064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任意多边形: 形状 342">
                <a:extLst>
                  <a:ext uri="{FF2B5EF4-FFF2-40B4-BE49-F238E27FC236}">
                    <a16:creationId xmlns:a16="http://schemas.microsoft.com/office/drawing/2014/main" id="{C3034AA2-DB01-0C9A-68ED-79ED107E6197}"/>
                  </a:ext>
                </a:extLst>
              </p:cNvPr>
              <p:cNvSpPr/>
              <p:nvPr/>
            </p:nvSpPr>
            <p:spPr>
              <a:xfrm>
                <a:off x="4729169" y="5315756"/>
                <a:ext cx="58987" cy="63802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" name="任意多边形: 形状 343">
                <a:extLst>
                  <a:ext uri="{FF2B5EF4-FFF2-40B4-BE49-F238E27FC236}">
                    <a16:creationId xmlns:a16="http://schemas.microsoft.com/office/drawing/2014/main" id="{8E8E6E67-95EF-BA37-B714-F7392DAF95AF}"/>
                  </a:ext>
                </a:extLst>
              </p:cNvPr>
              <p:cNvSpPr/>
              <p:nvPr/>
            </p:nvSpPr>
            <p:spPr>
              <a:xfrm>
                <a:off x="4855708" y="5830736"/>
                <a:ext cx="58987" cy="63802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任意多边形: 形状 344">
                <a:extLst>
                  <a:ext uri="{FF2B5EF4-FFF2-40B4-BE49-F238E27FC236}">
                    <a16:creationId xmlns:a16="http://schemas.microsoft.com/office/drawing/2014/main" id="{13701CC4-1875-83E2-7DD9-3D578546BB37}"/>
                  </a:ext>
                </a:extLst>
              </p:cNvPr>
              <p:cNvSpPr/>
              <p:nvPr/>
            </p:nvSpPr>
            <p:spPr>
              <a:xfrm>
                <a:off x="6844959" y="5391568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任意多边形: 形状 345">
                <a:extLst>
                  <a:ext uri="{FF2B5EF4-FFF2-40B4-BE49-F238E27FC236}">
                    <a16:creationId xmlns:a16="http://schemas.microsoft.com/office/drawing/2014/main" id="{1F99C9FB-9876-8A45-8729-7158918BE3EA}"/>
                  </a:ext>
                </a:extLst>
              </p:cNvPr>
              <p:cNvSpPr/>
              <p:nvPr/>
            </p:nvSpPr>
            <p:spPr>
              <a:xfrm>
                <a:off x="7640620" y="5488122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" name="任意多边形: 形状 346">
                <a:extLst>
                  <a:ext uri="{FF2B5EF4-FFF2-40B4-BE49-F238E27FC236}">
                    <a16:creationId xmlns:a16="http://schemas.microsoft.com/office/drawing/2014/main" id="{16147E8F-4E64-28EC-A1B0-968521761BE3}"/>
                  </a:ext>
                </a:extLst>
              </p:cNvPr>
              <p:cNvSpPr/>
              <p:nvPr/>
            </p:nvSpPr>
            <p:spPr>
              <a:xfrm>
                <a:off x="8648306" y="5423543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任意多边形: 形状 347">
                <a:extLst>
                  <a:ext uri="{FF2B5EF4-FFF2-40B4-BE49-F238E27FC236}">
                    <a16:creationId xmlns:a16="http://schemas.microsoft.com/office/drawing/2014/main" id="{C8E6F557-EC0B-5052-0307-F410BDE0D3AE}"/>
                  </a:ext>
                </a:extLst>
              </p:cNvPr>
              <p:cNvSpPr/>
              <p:nvPr/>
            </p:nvSpPr>
            <p:spPr>
              <a:xfrm>
                <a:off x="8862344" y="4237418"/>
                <a:ext cx="111261" cy="45719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" name="任意多边形: 形状 348">
                <a:extLst>
                  <a:ext uri="{FF2B5EF4-FFF2-40B4-BE49-F238E27FC236}">
                    <a16:creationId xmlns:a16="http://schemas.microsoft.com/office/drawing/2014/main" id="{F5FB37D6-DA0D-CBBB-3798-81940595A1B5}"/>
                  </a:ext>
                </a:extLst>
              </p:cNvPr>
              <p:cNvSpPr/>
              <p:nvPr/>
            </p:nvSpPr>
            <p:spPr>
              <a:xfrm flipV="1">
                <a:off x="6527401" y="3796099"/>
                <a:ext cx="45719" cy="95219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" name="任意多边形: 形状 350">
                <a:extLst>
                  <a:ext uri="{FF2B5EF4-FFF2-40B4-BE49-F238E27FC236}">
                    <a16:creationId xmlns:a16="http://schemas.microsoft.com/office/drawing/2014/main" id="{9692F0D7-B80F-9007-0921-5FD9EC027437}"/>
                  </a:ext>
                </a:extLst>
              </p:cNvPr>
              <p:cNvSpPr/>
              <p:nvPr/>
            </p:nvSpPr>
            <p:spPr>
              <a:xfrm>
                <a:off x="4763881" y="4102024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" name="任意多边形: 形状 351">
                <a:extLst>
                  <a:ext uri="{FF2B5EF4-FFF2-40B4-BE49-F238E27FC236}">
                    <a16:creationId xmlns:a16="http://schemas.microsoft.com/office/drawing/2014/main" id="{C1DEA8A0-E2D0-3B40-81AF-AFEC4807A36F}"/>
                  </a:ext>
                </a:extLst>
              </p:cNvPr>
              <p:cNvSpPr/>
              <p:nvPr/>
            </p:nvSpPr>
            <p:spPr>
              <a:xfrm>
                <a:off x="4615436" y="5597667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" name="任意多边形: 形状 352">
                <a:extLst>
                  <a:ext uri="{FF2B5EF4-FFF2-40B4-BE49-F238E27FC236}">
                    <a16:creationId xmlns:a16="http://schemas.microsoft.com/office/drawing/2014/main" id="{5DE3FAED-FDEC-3A37-6911-A8ECFB077F4B}"/>
                  </a:ext>
                </a:extLst>
              </p:cNvPr>
              <p:cNvSpPr/>
              <p:nvPr/>
            </p:nvSpPr>
            <p:spPr>
              <a:xfrm>
                <a:off x="3124044" y="5705969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" name="任意多边形: 形状 353">
                <a:extLst>
                  <a:ext uri="{FF2B5EF4-FFF2-40B4-BE49-F238E27FC236}">
                    <a16:creationId xmlns:a16="http://schemas.microsoft.com/office/drawing/2014/main" id="{9D54AF1A-B606-24B2-A3A1-7116D449D0A6}"/>
                  </a:ext>
                </a:extLst>
              </p:cNvPr>
              <p:cNvSpPr/>
              <p:nvPr/>
            </p:nvSpPr>
            <p:spPr>
              <a:xfrm>
                <a:off x="2573879" y="5298693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" name="任意多边形: 形状 354">
                <a:extLst>
                  <a:ext uri="{FF2B5EF4-FFF2-40B4-BE49-F238E27FC236}">
                    <a16:creationId xmlns:a16="http://schemas.microsoft.com/office/drawing/2014/main" id="{2C45AABF-27DE-53AA-5937-8C501F253243}"/>
                  </a:ext>
                </a:extLst>
              </p:cNvPr>
              <p:cNvSpPr/>
              <p:nvPr/>
            </p:nvSpPr>
            <p:spPr>
              <a:xfrm>
                <a:off x="5042304" y="4899126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任意多边形: 形状 355">
                <a:extLst>
                  <a:ext uri="{FF2B5EF4-FFF2-40B4-BE49-F238E27FC236}">
                    <a16:creationId xmlns:a16="http://schemas.microsoft.com/office/drawing/2014/main" id="{A16F2F92-550B-4810-C21C-9C029D3AD03A}"/>
                  </a:ext>
                </a:extLst>
              </p:cNvPr>
              <p:cNvSpPr/>
              <p:nvPr/>
            </p:nvSpPr>
            <p:spPr>
              <a:xfrm>
                <a:off x="6747920" y="3880892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任意多边形: 形状 356">
                <a:extLst>
                  <a:ext uri="{FF2B5EF4-FFF2-40B4-BE49-F238E27FC236}">
                    <a16:creationId xmlns:a16="http://schemas.microsoft.com/office/drawing/2014/main" id="{8B5940C9-189D-15CD-9638-C41DA31EDDCE}"/>
                  </a:ext>
                </a:extLst>
              </p:cNvPr>
              <p:cNvSpPr/>
              <p:nvPr/>
            </p:nvSpPr>
            <p:spPr>
              <a:xfrm>
                <a:off x="5490428" y="4657680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任意多边形: 形状 357">
                <a:extLst>
                  <a:ext uri="{FF2B5EF4-FFF2-40B4-BE49-F238E27FC236}">
                    <a16:creationId xmlns:a16="http://schemas.microsoft.com/office/drawing/2014/main" id="{8F7AC2C9-F50F-5042-0DE8-50226507B4BD}"/>
                  </a:ext>
                </a:extLst>
              </p:cNvPr>
              <p:cNvSpPr/>
              <p:nvPr/>
            </p:nvSpPr>
            <p:spPr>
              <a:xfrm>
                <a:off x="4762061" y="4735441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任意多边形: 形状 358">
                <a:extLst>
                  <a:ext uri="{FF2B5EF4-FFF2-40B4-BE49-F238E27FC236}">
                    <a16:creationId xmlns:a16="http://schemas.microsoft.com/office/drawing/2014/main" id="{6D371656-7EBF-6B2F-DCC7-FAFFD141BDE5}"/>
                  </a:ext>
                </a:extLst>
              </p:cNvPr>
              <p:cNvSpPr/>
              <p:nvPr/>
            </p:nvSpPr>
            <p:spPr>
              <a:xfrm>
                <a:off x="4086983" y="4149542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任意多边形: 形状 359">
                <a:extLst>
                  <a:ext uri="{FF2B5EF4-FFF2-40B4-BE49-F238E27FC236}">
                    <a16:creationId xmlns:a16="http://schemas.microsoft.com/office/drawing/2014/main" id="{474F51F3-D467-139A-7793-66025D7D3D49}"/>
                  </a:ext>
                </a:extLst>
              </p:cNvPr>
              <p:cNvSpPr/>
              <p:nvPr/>
            </p:nvSpPr>
            <p:spPr>
              <a:xfrm>
                <a:off x="7423221" y="5219133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任意多边形: 形状 360">
                <a:extLst>
                  <a:ext uri="{FF2B5EF4-FFF2-40B4-BE49-F238E27FC236}">
                    <a16:creationId xmlns:a16="http://schemas.microsoft.com/office/drawing/2014/main" id="{8392BB97-F4C4-B233-4C2D-478E2A414B97}"/>
                  </a:ext>
                </a:extLst>
              </p:cNvPr>
              <p:cNvSpPr/>
              <p:nvPr/>
            </p:nvSpPr>
            <p:spPr>
              <a:xfrm>
                <a:off x="8253110" y="4010063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" name="任意多边形: 形状 361">
                <a:extLst>
                  <a:ext uri="{FF2B5EF4-FFF2-40B4-BE49-F238E27FC236}">
                    <a16:creationId xmlns:a16="http://schemas.microsoft.com/office/drawing/2014/main" id="{1EB18AD9-2EAE-DA0F-A229-8D71929CC6E0}"/>
                  </a:ext>
                </a:extLst>
              </p:cNvPr>
              <p:cNvSpPr/>
              <p:nvPr/>
            </p:nvSpPr>
            <p:spPr>
              <a:xfrm>
                <a:off x="9245349" y="4371850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任意多边形: 形状 362">
                <a:extLst>
                  <a:ext uri="{FF2B5EF4-FFF2-40B4-BE49-F238E27FC236}">
                    <a16:creationId xmlns:a16="http://schemas.microsoft.com/office/drawing/2014/main" id="{4F16DDAF-3AC1-90E4-37B0-B8F74F921CB3}"/>
                  </a:ext>
                </a:extLst>
              </p:cNvPr>
              <p:cNvSpPr/>
              <p:nvPr/>
            </p:nvSpPr>
            <p:spPr>
              <a:xfrm>
                <a:off x="8005000" y="3925024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" name="任意多边形: 形状 363">
                <a:extLst>
                  <a:ext uri="{FF2B5EF4-FFF2-40B4-BE49-F238E27FC236}">
                    <a16:creationId xmlns:a16="http://schemas.microsoft.com/office/drawing/2014/main" id="{5407FA5E-0CD8-409A-724B-833EA3C99721}"/>
                  </a:ext>
                </a:extLst>
              </p:cNvPr>
              <p:cNvSpPr/>
              <p:nvPr/>
            </p:nvSpPr>
            <p:spPr>
              <a:xfrm>
                <a:off x="7277234" y="5842062"/>
                <a:ext cx="58987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66" name="图片 365">
                <a:extLst>
                  <a:ext uri="{FF2B5EF4-FFF2-40B4-BE49-F238E27FC236}">
                    <a16:creationId xmlns:a16="http://schemas.microsoft.com/office/drawing/2014/main" id="{05E18AC7-B623-C004-C892-88AFD94F12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5076" t="79350" r="83027" b="7436"/>
              <a:stretch/>
            </p:blipFill>
            <p:spPr>
              <a:xfrm>
                <a:off x="8089572" y="4833271"/>
                <a:ext cx="200027" cy="130687"/>
              </a:xfrm>
              <a:prstGeom prst="rect">
                <a:avLst/>
              </a:prstGeom>
            </p:spPr>
          </p:pic>
          <p:pic>
            <p:nvPicPr>
              <p:cNvPr id="367" name="图片 366">
                <a:extLst>
                  <a:ext uri="{FF2B5EF4-FFF2-40B4-BE49-F238E27FC236}">
                    <a16:creationId xmlns:a16="http://schemas.microsoft.com/office/drawing/2014/main" id="{D929459D-BEE4-0230-43B7-643A3F7EA8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7887607" y="2827470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368" name="图片 367">
                <a:extLst>
                  <a:ext uri="{FF2B5EF4-FFF2-40B4-BE49-F238E27FC236}">
                    <a16:creationId xmlns:a16="http://schemas.microsoft.com/office/drawing/2014/main" id="{8CAB9F8B-6612-AF43-E29C-53AA447ED3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6000" t="6790" r="37199" b="55755"/>
              <a:stretch/>
            </p:blipFill>
            <p:spPr>
              <a:xfrm>
                <a:off x="3193938" y="3838699"/>
                <a:ext cx="310890" cy="255571"/>
              </a:xfrm>
              <a:prstGeom prst="rect">
                <a:avLst/>
              </a:prstGeom>
            </p:spPr>
          </p:pic>
          <p:cxnSp>
            <p:nvCxnSpPr>
              <p:cNvPr id="371" name="直接箭头连接符 370">
                <a:extLst>
                  <a:ext uri="{FF2B5EF4-FFF2-40B4-BE49-F238E27FC236}">
                    <a16:creationId xmlns:a16="http://schemas.microsoft.com/office/drawing/2014/main" id="{2A257897-2246-3524-BAFA-E7A586AFA4D4}"/>
                  </a:ext>
                </a:extLst>
              </p:cNvPr>
              <p:cNvCxnSpPr>
                <a:cxnSpLocks/>
              </p:cNvCxnSpPr>
              <p:nvPr>
                <p:custDataLst>
                  <p:tags r:id="rId3"/>
                </p:custDataLst>
              </p:nvPr>
            </p:nvCxnSpPr>
            <p:spPr>
              <a:xfrm flipH="1" flipV="1">
                <a:off x="7665993" y="2501612"/>
                <a:ext cx="759897" cy="1998459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8F77438A-E30C-18B9-B39C-61B5BB3D83B4}"/>
                  </a:ext>
                </a:extLst>
              </p:cNvPr>
              <p:cNvCxnSpPr>
                <a:cxnSpLocks/>
                <a:stCxn id="396" idx="0"/>
              </p:cNvCxnSpPr>
              <p:nvPr>
                <p:custDataLst>
                  <p:tags r:id="rId4"/>
                </p:custDataLst>
              </p:nvPr>
            </p:nvCxnSpPr>
            <p:spPr>
              <a:xfrm>
                <a:off x="7420206" y="2233698"/>
                <a:ext cx="658174" cy="1715269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4" name="椭圆 373">
                <a:extLst>
                  <a:ext uri="{FF2B5EF4-FFF2-40B4-BE49-F238E27FC236}">
                    <a16:creationId xmlns:a16="http://schemas.microsoft.com/office/drawing/2014/main" id="{D844F9A0-4D97-2993-D72E-370D9EDFB167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132213" y="4487183"/>
                <a:ext cx="1813590" cy="801184"/>
              </a:xfrm>
              <a:prstGeom prst="ellipse">
                <a:avLst/>
              </a:prstGeom>
              <a:solidFill>
                <a:schemeClr val="accent6">
                  <a:lumMod val="75000"/>
                  <a:alpha val="33000"/>
                </a:schemeClr>
              </a:solidFill>
              <a:ln>
                <a:solidFill>
                  <a:schemeClr val="accent6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椭圆 374">
                <a:extLst>
                  <a:ext uri="{FF2B5EF4-FFF2-40B4-BE49-F238E27FC236}">
                    <a16:creationId xmlns:a16="http://schemas.microsoft.com/office/drawing/2014/main" id="{DE3B19CA-0881-85DE-6CB7-53FE7B52BA71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192945" y="3750867"/>
                <a:ext cx="1770415" cy="917688"/>
              </a:xfrm>
              <a:prstGeom prst="ellipse">
                <a:avLst/>
              </a:prstGeom>
              <a:solidFill>
                <a:schemeClr val="accent6">
                  <a:lumMod val="75000"/>
                  <a:alpha val="33000"/>
                </a:schemeClr>
              </a:solidFill>
              <a:ln>
                <a:solidFill>
                  <a:schemeClr val="accent6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86D01699-13B9-472B-3038-37FC697E4770}"/>
                  </a:ext>
                </a:extLst>
              </p:cNvPr>
              <p:cNvCxnSpPr>
                <a:cxnSpLocks/>
                <a:endCxn id="375" idx="6"/>
              </p:cNvCxnSpPr>
              <p:nvPr>
                <p:custDataLst>
                  <p:tags r:id="rId7"/>
                </p:custDataLst>
              </p:nvPr>
            </p:nvCxnSpPr>
            <p:spPr>
              <a:xfrm>
                <a:off x="6085289" y="1791023"/>
                <a:ext cx="878071" cy="2418688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" name="椭圆 376">
                <a:extLst>
                  <a:ext uri="{FF2B5EF4-FFF2-40B4-BE49-F238E27FC236}">
                    <a16:creationId xmlns:a16="http://schemas.microsoft.com/office/drawing/2014/main" id="{C8F24B5F-CA4B-D3B9-DCD6-41C1EDA52A0B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6651553" y="3599446"/>
                <a:ext cx="1456426" cy="725535"/>
              </a:xfrm>
              <a:prstGeom prst="ellipse">
                <a:avLst/>
              </a:prstGeom>
              <a:solidFill>
                <a:schemeClr val="accent2">
                  <a:lumMod val="75000"/>
                  <a:alpha val="33000"/>
                </a:schemeClr>
              </a:solidFill>
              <a:ln>
                <a:solidFill>
                  <a:schemeClr val="accent2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椭圆 377">
                <a:extLst>
                  <a:ext uri="{FF2B5EF4-FFF2-40B4-BE49-F238E27FC236}">
                    <a16:creationId xmlns:a16="http://schemas.microsoft.com/office/drawing/2014/main" id="{B5381607-85F0-F56B-B3CD-3C3031AEAF90}"/>
                  </a:ext>
                </a:extLst>
              </p:cNvPr>
              <p:cNvSpPr/>
              <p:nvPr/>
            </p:nvSpPr>
            <p:spPr>
              <a:xfrm>
                <a:off x="2765091" y="4367915"/>
                <a:ext cx="2062961" cy="1098403"/>
              </a:xfrm>
              <a:prstGeom prst="ellipse">
                <a:avLst/>
              </a:prstGeom>
              <a:solidFill>
                <a:schemeClr val="accent6">
                  <a:lumMod val="75000"/>
                  <a:alpha val="33000"/>
                </a:schemeClr>
              </a:solidFill>
              <a:ln>
                <a:solidFill>
                  <a:schemeClr val="accent6">
                    <a:lumMod val="50000"/>
                    <a:alpha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743CF3D8-C1C8-3B8F-AA9F-F76C05D07D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66290" y="2214105"/>
                <a:ext cx="1038927" cy="2641475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735289C5-82C0-F5AB-C4ED-0D82A552E792}"/>
                  </a:ext>
                </a:extLst>
              </p:cNvPr>
              <p:cNvCxnSpPr>
                <a:cxnSpLocks/>
                <a:endCxn id="378" idx="6"/>
              </p:cNvCxnSpPr>
              <p:nvPr/>
            </p:nvCxnSpPr>
            <p:spPr>
              <a:xfrm>
                <a:off x="3794113" y="2266316"/>
                <a:ext cx="1033939" cy="2650801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837F52D5-4F1E-89D8-B5EF-F6975C03C19F}"/>
                  </a:ext>
                </a:extLst>
              </p:cNvPr>
              <p:cNvCxnSpPr>
                <a:cxnSpLocks/>
              </p:cNvCxnSpPr>
              <p:nvPr>
                <p:custDataLst>
                  <p:tags r:id="rId9"/>
                </p:custDataLst>
              </p:nvPr>
            </p:nvCxnSpPr>
            <p:spPr>
              <a:xfrm flipH="1">
                <a:off x="5192235" y="1766998"/>
                <a:ext cx="846344" cy="2377250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D926E822-1D85-141B-D712-D814292EF418}"/>
                  </a:ext>
                </a:extLst>
              </p:cNvPr>
              <p:cNvCxnSpPr>
                <a:cxnSpLocks/>
                <a:stCxn id="397" idx="0"/>
              </p:cNvCxnSpPr>
              <p:nvPr>
                <p:custDataLst>
                  <p:tags r:id="rId10"/>
                </p:custDataLst>
              </p:nvPr>
            </p:nvCxnSpPr>
            <p:spPr>
              <a:xfrm flipH="1">
                <a:off x="7142859" y="1783413"/>
                <a:ext cx="1197400" cy="3013201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C486DB80-EDBB-3C6D-C4CE-55A165E61F0E}"/>
                  </a:ext>
                </a:extLst>
              </p:cNvPr>
              <p:cNvCxnSpPr>
                <a:cxnSpLocks/>
                <a:stCxn id="397" idx="0"/>
                <a:endCxn id="433" idx="2"/>
              </p:cNvCxnSpPr>
              <p:nvPr>
                <p:custDataLst>
                  <p:tags r:id="rId11"/>
                </p:custDataLst>
              </p:nvPr>
            </p:nvCxnSpPr>
            <p:spPr>
              <a:xfrm>
                <a:off x="8340259" y="1783413"/>
                <a:ext cx="634993" cy="3145044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箭头连接符 383">
                <a:extLst>
                  <a:ext uri="{FF2B5EF4-FFF2-40B4-BE49-F238E27FC236}">
                    <a16:creationId xmlns:a16="http://schemas.microsoft.com/office/drawing/2014/main" id="{5C9CBBBE-5492-6025-ECBD-FDAFB256CF17}"/>
                  </a:ext>
                </a:extLst>
              </p:cNvPr>
              <p:cNvCxnSpPr>
                <a:cxnSpLocks/>
              </p:cNvCxnSpPr>
              <p:nvPr>
                <p:custDataLst>
                  <p:tags r:id="rId12"/>
                </p:custDataLst>
              </p:nvPr>
            </p:nvCxnSpPr>
            <p:spPr>
              <a:xfrm flipH="1" flipV="1">
                <a:off x="6094562" y="1720084"/>
                <a:ext cx="1306425" cy="2297151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305DAE60-8EEE-FCCD-8066-795C06157850}"/>
                  </a:ext>
                </a:extLst>
              </p:cNvPr>
              <p:cNvCxnSpPr>
                <a:cxnSpLocks/>
              </p:cNvCxnSpPr>
              <p:nvPr>
                <p:custDataLst>
                  <p:tags r:id="rId13"/>
                </p:custDataLst>
              </p:nvPr>
            </p:nvCxnSpPr>
            <p:spPr>
              <a:xfrm flipH="1">
                <a:off x="6652195" y="2213792"/>
                <a:ext cx="773550" cy="1693389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  <a:alpha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箭头连接符 385">
                <a:extLst>
                  <a:ext uri="{FF2B5EF4-FFF2-40B4-BE49-F238E27FC236}">
                    <a16:creationId xmlns:a16="http://schemas.microsoft.com/office/drawing/2014/main" id="{4F8B98B4-A475-1CA5-C487-6DD86D79CAFA}"/>
                  </a:ext>
                </a:extLst>
              </p:cNvPr>
              <p:cNvCxnSpPr>
                <a:cxnSpLocks/>
              </p:cNvCxnSpPr>
              <p:nvPr>
                <p:custDataLst>
                  <p:tags r:id="rId14"/>
                </p:custDataLst>
              </p:nvPr>
            </p:nvCxnSpPr>
            <p:spPr>
              <a:xfrm flipV="1">
                <a:off x="3808006" y="1717767"/>
                <a:ext cx="2154268" cy="2720958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箭头连接符 386">
                <a:extLst>
                  <a:ext uri="{FF2B5EF4-FFF2-40B4-BE49-F238E27FC236}">
                    <a16:creationId xmlns:a16="http://schemas.microsoft.com/office/drawing/2014/main" id="{D09D568E-319C-364E-4E5C-88BAEDB253FA}"/>
                  </a:ext>
                </a:extLst>
              </p:cNvPr>
              <p:cNvCxnSpPr>
                <a:cxnSpLocks/>
              </p:cNvCxnSpPr>
              <p:nvPr>
                <p:custDataLst>
                  <p:tags r:id="rId15"/>
                </p:custDataLst>
              </p:nvPr>
            </p:nvCxnSpPr>
            <p:spPr>
              <a:xfrm flipH="1" flipV="1">
                <a:off x="4102724" y="2578235"/>
                <a:ext cx="1794053" cy="1411669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箭头连接符 387">
                <a:extLst>
                  <a:ext uri="{FF2B5EF4-FFF2-40B4-BE49-F238E27FC236}">
                    <a16:creationId xmlns:a16="http://schemas.microsoft.com/office/drawing/2014/main" id="{B914BF06-49FB-391F-C1E0-6E5F9D7D8495}"/>
                  </a:ext>
                </a:extLst>
              </p:cNvPr>
              <p:cNvCxnSpPr>
                <a:cxnSpLocks/>
              </p:cNvCxnSpPr>
              <p:nvPr>
                <p:custDataLst>
                  <p:tags r:id="rId16"/>
                </p:custDataLst>
              </p:nvPr>
            </p:nvCxnSpPr>
            <p:spPr>
              <a:xfrm flipV="1">
                <a:off x="7135195" y="1829636"/>
                <a:ext cx="1129849" cy="1937794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箭头连接符 388">
                <a:extLst>
                  <a:ext uri="{FF2B5EF4-FFF2-40B4-BE49-F238E27FC236}">
                    <a16:creationId xmlns:a16="http://schemas.microsoft.com/office/drawing/2014/main" id="{2D50962D-EE45-CC65-91C8-6E5DF795312C}"/>
                  </a:ext>
                </a:extLst>
              </p:cNvPr>
              <p:cNvCxnSpPr>
                <a:cxnSpLocks/>
              </p:cNvCxnSpPr>
              <p:nvPr>
                <p:custDataLst>
                  <p:tags r:id="rId17"/>
                </p:custDataLst>
              </p:nvPr>
            </p:nvCxnSpPr>
            <p:spPr>
              <a:xfrm flipV="1">
                <a:off x="6213022" y="2408124"/>
                <a:ext cx="980223" cy="159588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箭头连接符 389">
                <a:extLst>
                  <a:ext uri="{FF2B5EF4-FFF2-40B4-BE49-F238E27FC236}">
                    <a16:creationId xmlns:a16="http://schemas.microsoft.com/office/drawing/2014/main" id="{B4BAFA64-CBEB-5778-DD65-2F9C1CD5BA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36763" y="2428501"/>
                <a:ext cx="151385" cy="1703664"/>
              </a:xfrm>
              <a:prstGeom prst="straightConnector1">
                <a:avLst/>
              </a:prstGeom>
              <a:ln w="28575">
                <a:solidFill>
                  <a:schemeClr val="accent4">
                    <a:lumMod val="75000"/>
                  </a:schemeClr>
                </a:solidFill>
                <a:headEnd type="none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等腰三角形 390">
                <a:extLst>
                  <a:ext uri="{FF2B5EF4-FFF2-40B4-BE49-F238E27FC236}">
                    <a16:creationId xmlns:a16="http://schemas.microsoft.com/office/drawing/2014/main" id="{35AEA203-4D47-9957-C6BE-23660C7A078E}"/>
                  </a:ext>
                </a:extLst>
              </p:cNvPr>
              <p:cNvSpPr/>
              <p:nvPr/>
            </p:nvSpPr>
            <p:spPr>
              <a:xfrm>
                <a:off x="2750033" y="2262882"/>
                <a:ext cx="2058863" cy="2623548"/>
              </a:xfrm>
              <a:prstGeom prst="triangle">
                <a:avLst>
                  <a:gd name="adj" fmla="val 50635"/>
                </a:avLst>
              </a:prstGeom>
              <a:gradFill>
                <a:gsLst>
                  <a:gs pos="100000">
                    <a:srgbClr val="E5D9A5">
                      <a:alpha val="22000"/>
                    </a:srgbClr>
                  </a:gs>
                  <a:gs pos="69000">
                    <a:schemeClr val="accent6">
                      <a:lumMod val="20000"/>
                      <a:lumOff val="80000"/>
                      <a:alpha val="0"/>
                    </a:schemeClr>
                  </a:gs>
                  <a:gs pos="40000">
                    <a:schemeClr val="accent6">
                      <a:lumMod val="60000"/>
                      <a:lumOff val="40000"/>
                    </a:schemeClr>
                  </a:gs>
                  <a:gs pos="0">
                    <a:schemeClr val="accent6">
                      <a:lumMod val="75000"/>
                      <a:alpha val="82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2" name="组合 391">
                <a:extLst>
                  <a:ext uri="{FF2B5EF4-FFF2-40B4-BE49-F238E27FC236}">
                    <a16:creationId xmlns:a16="http://schemas.microsoft.com/office/drawing/2014/main" id="{3B6E219D-0C02-8B56-BD16-DDB9A2C44A98}"/>
                  </a:ext>
                </a:extLst>
              </p:cNvPr>
              <p:cNvGrpSpPr/>
              <p:nvPr/>
            </p:nvGrpSpPr>
            <p:grpSpPr>
              <a:xfrm>
                <a:off x="2933927" y="1836352"/>
                <a:ext cx="1686900" cy="712790"/>
                <a:chOff x="6238129" y="272423"/>
                <a:chExt cx="1307458" cy="552459"/>
              </a:xfrm>
            </p:grpSpPr>
            <p:pic>
              <p:nvPicPr>
                <p:cNvPr id="489" name="图片 488">
                  <a:extLst>
                    <a:ext uri="{FF2B5EF4-FFF2-40B4-BE49-F238E27FC236}">
                      <a16:creationId xmlns:a16="http://schemas.microsoft.com/office/drawing/2014/main" id="{2EEFB410-1B58-3D39-6177-D9460BB4FCF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 rotWithShape="1">
                <a:blip r:embed="rId39">
                  <a:clrChange>
                    <a:clrFrom>
                      <a:srgbClr val="FEFEFE">
                        <a:alpha val="100000"/>
                      </a:srgbClr>
                    </a:clrFrom>
                    <a:clrTo>
                      <a:srgbClr val="FEFEFE">
                        <a:alpha val="100000"/>
                        <a:alpha val="0"/>
                      </a:srgbClr>
                    </a:clrTo>
                  </a:clrChange>
                </a:blip>
                <a:srcRect t="32190" r="-1080" b="28025"/>
                <a:stretch/>
              </p:blipFill>
              <p:spPr>
                <a:xfrm>
                  <a:off x="6238129" y="272423"/>
                  <a:ext cx="1307458" cy="5156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90" name="图片 489">
                  <a:extLst>
                    <a:ext uri="{FF2B5EF4-FFF2-40B4-BE49-F238E27FC236}">
                      <a16:creationId xmlns:a16="http://schemas.microsoft.com/office/drawing/2014/main" id="{E1632D40-9B9A-F23B-0E72-4D75FF4FEC57}"/>
                    </a:ext>
                  </a:extLst>
                </p:cNvPr>
                <p:cNvPicPr/>
                <p:nvPr>
                  <p:custDataLst>
                    <p:tags r:id="rId23"/>
                  </p:custDataLst>
                </p:nvPr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45100" y="469862"/>
                  <a:ext cx="315629" cy="355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393" name="等腰三角形 392">
                <a:extLst>
                  <a:ext uri="{FF2B5EF4-FFF2-40B4-BE49-F238E27FC236}">
                    <a16:creationId xmlns:a16="http://schemas.microsoft.com/office/drawing/2014/main" id="{CB6D5912-B1FE-5BDE-B25D-5BF13AA75B27}"/>
                  </a:ext>
                </a:extLst>
              </p:cNvPr>
              <p:cNvSpPr/>
              <p:nvPr/>
            </p:nvSpPr>
            <p:spPr>
              <a:xfrm>
                <a:off x="5177558" y="1717767"/>
                <a:ext cx="1744371" cy="2464270"/>
              </a:xfrm>
              <a:prstGeom prst="triangle">
                <a:avLst>
                  <a:gd name="adj" fmla="val 50180"/>
                </a:avLst>
              </a:prstGeom>
              <a:gradFill>
                <a:gsLst>
                  <a:gs pos="100000">
                    <a:srgbClr val="E5D9A5">
                      <a:alpha val="3000"/>
                    </a:srgbClr>
                  </a:gs>
                  <a:gs pos="86000">
                    <a:srgbClr val="F7C787">
                      <a:alpha val="43000"/>
                    </a:srgbClr>
                  </a:gs>
                  <a:gs pos="69000">
                    <a:schemeClr val="accent6">
                      <a:lumMod val="20000"/>
                      <a:lumOff val="80000"/>
                      <a:alpha val="10000"/>
                    </a:schemeClr>
                  </a:gs>
                  <a:gs pos="40000">
                    <a:schemeClr val="accent6">
                      <a:lumMod val="60000"/>
                      <a:lumOff val="40000"/>
                      <a:alpha val="88000"/>
                    </a:schemeClr>
                  </a:gs>
                  <a:gs pos="0">
                    <a:schemeClr val="accent6">
                      <a:lumMod val="75000"/>
                      <a:alpha val="82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4" name="组合 393">
                <a:extLst>
                  <a:ext uri="{FF2B5EF4-FFF2-40B4-BE49-F238E27FC236}">
                    <a16:creationId xmlns:a16="http://schemas.microsoft.com/office/drawing/2014/main" id="{C6277950-FCD4-D9EB-849C-3995C7878CE7}"/>
                  </a:ext>
                </a:extLst>
              </p:cNvPr>
              <p:cNvGrpSpPr/>
              <p:nvPr/>
            </p:nvGrpSpPr>
            <p:grpSpPr>
              <a:xfrm>
                <a:off x="5241433" y="1252457"/>
                <a:ext cx="1686900" cy="712790"/>
                <a:chOff x="6238129" y="272423"/>
                <a:chExt cx="1307458" cy="552459"/>
              </a:xfrm>
            </p:grpSpPr>
            <p:pic>
              <p:nvPicPr>
                <p:cNvPr id="487" name="图片 486">
                  <a:extLst>
                    <a:ext uri="{FF2B5EF4-FFF2-40B4-BE49-F238E27FC236}">
                      <a16:creationId xmlns:a16="http://schemas.microsoft.com/office/drawing/2014/main" id="{72D74D2A-1CAF-BDF2-3429-977B499EC42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 rotWithShape="1">
                <a:blip r:embed="rId39">
                  <a:clrChange>
                    <a:clrFrom>
                      <a:srgbClr val="FEFEFE">
                        <a:alpha val="100000"/>
                      </a:srgbClr>
                    </a:clrFrom>
                    <a:clrTo>
                      <a:srgbClr val="FEFEFE">
                        <a:alpha val="100000"/>
                        <a:alpha val="0"/>
                      </a:srgbClr>
                    </a:clrTo>
                  </a:clrChange>
                </a:blip>
                <a:srcRect t="32190" r="-1080" b="28025"/>
                <a:stretch/>
              </p:blipFill>
              <p:spPr>
                <a:xfrm>
                  <a:off x="6238129" y="272423"/>
                  <a:ext cx="1307458" cy="5156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88" name="图片 487">
                  <a:extLst>
                    <a:ext uri="{FF2B5EF4-FFF2-40B4-BE49-F238E27FC236}">
                      <a16:creationId xmlns:a16="http://schemas.microsoft.com/office/drawing/2014/main" id="{9D7F19E6-CE90-4B72-35E7-B601DFA5A757}"/>
                    </a:ext>
                  </a:extLst>
                </p:cNvPr>
                <p:cNvPicPr/>
                <p:nvPr>
                  <p:custDataLst>
                    <p:tags r:id="rId21"/>
                  </p:custDataLst>
                </p:nvPr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45100" y="469862"/>
                  <a:ext cx="315629" cy="355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grpSp>
            <p:nvGrpSpPr>
              <p:cNvPr id="395" name="组合 394">
                <a:extLst>
                  <a:ext uri="{FF2B5EF4-FFF2-40B4-BE49-F238E27FC236}">
                    <a16:creationId xmlns:a16="http://schemas.microsoft.com/office/drawing/2014/main" id="{82655BEC-1280-622D-AA31-C4405C3282D1}"/>
                  </a:ext>
                </a:extLst>
              </p:cNvPr>
              <p:cNvGrpSpPr/>
              <p:nvPr/>
            </p:nvGrpSpPr>
            <p:grpSpPr>
              <a:xfrm>
                <a:off x="7559581" y="1255905"/>
                <a:ext cx="1686900" cy="712790"/>
                <a:chOff x="6238129" y="272423"/>
                <a:chExt cx="1307458" cy="552459"/>
              </a:xfrm>
            </p:grpSpPr>
            <p:pic>
              <p:nvPicPr>
                <p:cNvPr id="485" name="图片 484">
                  <a:extLst>
                    <a:ext uri="{FF2B5EF4-FFF2-40B4-BE49-F238E27FC236}">
                      <a16:creationId xmlns:a16="http://schemas.microsoft.com/office/drawing/2014/main" id="{1020E0D9-77B5-157A-A4D2-8BFC1E2EC56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 rotWithShape="1">
                <a:blip r:embed="rId39">
                  <a:clrChange>
                    <a:clrFrom>
                      <a:srgbClr val="FEFEFE">
                        <a:alpha val="100000"/>
                      </a:srgbClr>
                    </a:clrFrom>
                    <a:clrTo>
                      <a:srgbClr val="FEFEFE">
                        <a:alpha val="100000"/>
                        <a:alpha val="0"/>
                      </a:srgbClr>
                    </a:clrTo>
                  </a:clrChange>
                </a:blip>
                <a:srcRect t="32190" r="-1080" b="28025"/>
                <a:stretch/>
              </p:blipFill>
              <p:spPr>
                <a:xfrm>
                  <a:off x="6238129" y="272423"/>
                  <a:ext cx="1307458" cy="5156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86" name="图片 485">
                  <a:extLst>
                    <a:ext uri="{FF2B5EF4-FFF2-40B4-BE49-F238E27FC236}">
                      <a16:creationId xmlns:a16="http://schemas.microsoft.com/office/drawing/2014/main" id="{2FD8958C-447B-F848-D69C-5079A3C17234}"/>
                    </a:ext>
                  </a:extLst>
                </p:cNvPr>
                <p:cNvPicPr/>
                <p:nvPr>
                  <p:custDataLst>
                    <p:tags r:id="rId19"/>
                  </p:custDataLst>
                </p:nvPr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45100" y="469862"/>
                  <a:ext cx="315629" cy="35502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396" name="等腰三角形 395">
                <a:extLst>
                  <a:ext uri="{FF2B5EF4-FFF2-40B4-BE49-F238E27FC236}">
                    <a16:creationId xmlns:a16="http://schemas.microsoft.com/office/drawing/2014/main" id="{74B8C84B-CDC7-09F4-EB75-561B8443EA3F}"/>
                  </a:ext>
                </a:extLst>
              </p:cNvPr>
              <p:cNvSpPr/>
              <p:nvPr/>
            </p:nvSpPr>
            <p:spPr>
              <a:xfrm>
                <a:off x="6639720" y="2233698"/>
                <a:ext cx="1446229" cy="1723271"/>
              </a:xfrm>
              <a:prstGeom prst="triangle">
                <a:avLst>
                  <a:gd name="adj" fmla="val 53967"/>
                </a:avLst>
              </a:prstGeom>
              <a:gradFill>
                <a:gsLst>
                  <a:gs pos="100000">
                    <a:srgbClr val="E7A361">
                      <a:alpha val="9000"/>
                    </a:srgbClr>
                  </a:gs>
                  <a:gs pos="71000">
                    <a:srgbClr val="F7DDBB">
                      <a:alpha val="12941"/>
                    </a:srgbClr>
                  </a:gs>
                  <a:gs pos="49000">
                    <a:schemeClr val="accent2">
                      <a:lumMod val="40000"/>
                      <a:lumOff val="60000"/>
                      <a:alpha val="43000"/>
                    </a:schemeClr>
                  </a:gs>
                  <a:gs pos="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" name="等腰三角形 396">
                <a:extLst>
                  <a:ext uri="{FF2B5EF4-FFF2-40B4-BE49-F238E27FC236}">
                    <a16:creationId xmlns:a16="http://schemas.microsoft.com/office/drawing/2014/main" id="{24EE6F4D-BDD9-BC0C-869F-B81F700F9D53}"/>
                  </a:ext>
                </a:extLst>
              </p:cNvPr>
              <p:cNvSpPr/>
              <p:nvPr/>
            </p:nvSpPr>
            <p:spPr>
              <a:xfrm>
                <a:off x="7164148" y="1783413"/>
                <a:ext cx="1773121" cy="2996850"/>
              </a:xfrm>
              <a:prstGeom prst="triangle">
                <a:avLst>
                  <a:gd name="adj" fmla="val 66330"/>
                </a:avLst>
              </a:prstGeom>
              <a:gradFill>
                <a:gsLst>
                  <a:gs pos="100000">
                    <a:srgbClr val="E5D9A5">
                      <a:alpha val="3000"/>
                    </a:srgbClr>
                  </a:gs>
                  <a:gs pos="86000">
                    <a:srgbClr val="F7C787">
                      <a:alpha val="43000"/>
                    </a:srgbClr>
                  </a:gs>
                  <a:gs pos="69000">
                    <a:schemeClr val="accent6">
                      <a:lumMod val="20000"/>
                      <a:lumOff val="80000"/>
                      <a:alpha val="10000"/>
                    </a:schemeClr>
                  </a:gs>
                  <a:gs pos="40000">
                    <a:schemeClr val="accent6">
                      <a:lumMod val="60000"/>
                      <a:lumOff val="40000"/>
                      <a:alpha val="88000"/>
                    </a:schemeClr>
                  </a:gs>
                  <a:gs pos="0">
                    <a:schemeClr val="accent6">
                      <a:lumMod val="75000"/>
                      <a:alpha val="82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8" name="组合 397">
                <a:extLst>
                  <a:ext uri="{FF2B5EF4-FFF2-40B4-BE49-F238E27FC236}">
                    <a16:creationId xmlns:a16="http://schemas.microsoft.com/office/drawing/2014/main" id="{BEDAB610-13A7-2997-B5D2-E2C4304F5F00}"/>
                  </a:ext>
                </a:extLst>
              </p:cNvPr>
              <p:cNvGrpSpPr/>
              <p:nvPr/>
            </p:nvGrpSpPr>
            <p:grpSpPr>
              <a:xfrm>
                <a:off x="6643362" y="1664335"/>
                <a:ext cx="1421005" cy="757220"/>
                <a:chOff x="9634596" y="2468277"/>
                <a:chExt cx="1421005" cy="757220"/>
              </a:xfrm>
            </p:grpSpPr>
            <p:pic>
              <p:nvPicPr>
                <p:cNvPr id="483" name="图片 482">
                  <a:extLst>
                    <a:ext uri="{FF2B5EF4-FFF2-40B4-BE49-F238E27FC236}">
                      <a16:creationId xmlns:a16="http://schemas.microsoft.com/office/drawing/2014/main" id="{F6CF6028-B861-FAA8-4FCF-03C19237CA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34596" y="2468277"/>
                  <a:ext cx="1421005" cy="757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84" name="图片 483">
                  <a:extLst>
                    <a:ext uri="{FF2B5EF4-FFF2-40B4-BE49-F238E27FC236}">
                      <a16:creationId xmlns:a16="http://schemas.microsoft.com/office/drawing/2014/main" id="{66F25357-9F2E-8C79-5ED9-BBFFF68BDF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10452800" y="2887438"/>
                  <a:ext cx="308565" cy="324628"/>
                </a:xfrm>
                <a:prstGeom prst="rect">
                  <a:avLst/>
                </a:prstGeom>
              </p:spPr>
            </p:pic>
          </p:grpSp>
          <p:pic>
            <p:nvPicPr>
              <p:cNvPr id="399" name="图片 398">
                <a:extLst>
                  <a:ext uri="{FF2B5EF4-FFF2-40B4-BE49-F238E27FC236}">
                    <a16:creationId xmlns:a16="http://schemas.microsoft.com/office/drawing/2014/main" id="{5ED3CC31-7BEB-5510-AF4B-3179454AB2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8669555" y="2837093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00" name="图片 399">
                <a:extLst>
                  <a:ext uri="{FF2B5EF4-FFF2-40B4-BE49-F238E27FC236}">
                    <a16:creationId xmlns:a16="http://schemas.microsoft.com/office/drawing/2014/main" id="{2951CC5F-73EB-2E84-3FEB-2EBAB60A07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8919114" y="2881983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01" name="图片 400">
                <a:extLst>
                  <a:ext uri="{FF2B5EF4-FFF2-40B4-BE49-F238E27FC236}">
                    <a16:creationId xmlns:a16="http://schemas.microsoft.com/office/drawing/2014/main" id="{B8D07E87-8704-4CDA-F04A-24A495619A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9228433" y="2770683"/>
                <a:ext cx="593770" cy="609112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02" name="图片 401">
                <a:extLst>
                  <a:ext uri="{FF2B5EF4-FFF2-40B4-BE49-F238E27FC236}">
                    <a16:creationId xmlns:a16="http://schemas.microsoft.com/office/drawing/2014/main" id="{38A0137B-3235-0DE6-7350-9382518739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9587420" y="2881639"/>
                <a:ext cx="548099" cy="5751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403" name="组合 402">
                <a:extLst>
                  <a:ext uri="{FF2B5EF4-FFF2-40B4-BE49-F238E27FC236}">
                    <a16:creationId xmlns:a16="http://schemas.microsoft.com/office/drawing/2014/main" id="{44B151C7-4EB5-63D9-436E-16B62743B089}"/>
                  </a:ext>
                </a:extLst>
              </p:cNvPr>
              <p:cNvGrpSpPr/>
              <p:nvPr/>
            </p:nvGrpSpPr>
            <p:grpSpPr>
              <a:xfrm>
                <a:off x="5203765" y="4338031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81" name="图片 480">
                  <a:extLst>
                    <a:ext uri="{FF2B5EF4-FFF2-40B4-BE49-F238E27FC236}">
                      <a16:creationId xmlns:a16="http://schemas.microsoft.com/office/drawing/2014/main" id="{E8C6BC0A-45B2-6747-0290-DC3BD9E90A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82" name="图片 481">
                  <a:extLst>
                    <a:ext uri="{FF2B5EF4-FFF2-40B4-BE49-F238E27FC236}">
                      <a16:creationId xmlns:a16="http://schemas.microsoft.com/office/drawing/2014/main" id="{8DA64544-A45E-6356-D84F-C987BBEA3A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grpSp>
            <p:nvGrpSpPr>
              <p:cNvPr id="404" name="组合 403">
                <a:extLst>
                  <a:ext uri="{FF2B5EF4-FFF2-40B4-BE49-F238E27FC236}">
                    <a16:creationId xmlns:a16="http://schemas.microsoft.com/office/drawing/2014/main" id="{0F782FEC-8997-8680-83F7-8B9E30C29F39}"/>
                  </a:ext>
                </a:extLst>
              </p:cNvPr>
              <p:cNvGrpSpPr/>
              <p:nvPr/>
            </p:nvGrpSpPr>
            <p:grpSpPr>
              <a:xfrm>
                <a:off x="7154745" y="3788048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9" name="图片 478">
                  <a:extLst>
                    <a:ext uri="{FF2B5EF4-FFF2-40B4-BE49-F238E27FC236}">
                      <a16:creationId xmlns:a16="http://schemas.microsoft.com/office/drawing/2014/main" id="{B2C53B0E-8B76-E16E-4295-C738AF1D31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80" name="图片 479">
                  <a:extLst>
                    <a:ext uri="{FF2B5EF4-FFF2-40B4-BE49-F238E27FC236}">
                      <a16:creationId xmlns:a16="http://schemas.microsoft.com/office/drawing/2014/main" id="{FF5766ED-8C29-E4A9-EE7C-0E7E72CFF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grpSp>
            <p:nvGrpSpPr>
              <p:cNvPr id="405" name="组合 404">
                <a:extLst>
                  <a:ext uri="{FF2B5EF4-FFF2-40B4-BE49-F238E27FC236}">
                    <a16:creationId xmlns:a16="http://schemas.microsoft.com/office/drawing/2014/main" id="{5088B5DC-CEF3-97D0-B870-3CE4B5EF5730}"/>
                  </a:ext>
                </a:extLst>
              </p:cNvPr>
              <p:cNvGrpSpPr/>
              <p:nvPr/>
            </p:nvGrpSpPr>
            <p:grpSpPr>
              <a:xfrm>
                <a:off x="4794506" y="5015321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7" name="图片 476">
                  <a:extLst>
                    <a:ext uri="{FF2B5EF4-FFF2-40B4-BE49-F238E27FC236}">
                      <a16:creationId xmlns:a16="http://schemas.microsoft.com/office/drawing/2014/main" id="{47E70C30-A521-F5DB-9BD0-6B6E3F6F9F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8" name="图片 477">
                  <a:extLst>
                    <a:ext uri="{FF2B5EF4-FFF2-40B4-BE49-F238E27FC236}">
                      <a16:creationId xmlns:a16="http://schemas.microsoft.com/office/drawing/2014/main" id="{DD9CC7BA-5274-B0FE-E1E4-B07EE2D5C5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06" name="图片 405">
                <a:extLst>
                  <a:ext uri="{FF2B5EF4-FFF2-40B4-BE49-F238E27FC236}">
                    <a16:creationId xmlns:a16="http://schemas.microsoft.com/office/drawing/2014/main" id="{6A3207C4-C65A-A1E8-B00F-83DDAABF2A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3658592" y="5378671"/>
                <a:ext cx="486060" cy="51005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07" name="图片 406">
                <a:extLst>
                  <a:ext uri="{FF2B5EF4-FFF2-40B4-BE49-F238E27FC236}">
                    <a16:creationId xmlns:a16="http://schemas.microsoft.com/office/drawing/2014/main" id="{2436981B-B066-76FC-181D-DA1D097016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7683242" y="4035213"/>
                <a:ext cx="437274" cy="4185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grpSp>
            <p:nvGrpSpPr>
              <p:cNvPr id="408" name="组合 407">
                <a:extLst>
                  <a:ext uri="{FF2B5EF4-FFF2-40B4-BE49-F238E27FC236}">
                    <a16:creationId xmlns:a16="http://schemas.microsoft.com/office/drawing/2014/main" id="{0C41AC40-C906-FB1D-C83D-40D41DBAC1B4}"/>
                  </a:ext>
                </a:extLst>
              </p:cNvPr>
              <p:cNvGrpSpPr/>
              <p:nvPr/>
            </p:nvGrpSpPr>
            <p:grpSpPr>
              <a:xfrm>
                <a:off x="3604961" y="3756637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5" name="图片 474">
                  <a:extLst>
                    <a:ext uri="{FF2B5EF4-FFF2-40B4-BE49-F238E27FC236}">
                      <a16:creationId xmlns:a16="http://schemas.microsoft.com/office/drawing/2014/main" id="{A6BBDDA1-F33F-8204-8356-BC26321703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6" name="图片 475">
                  <a:extLst>
                    <a:ext uri="{FF2B5EF4-FFF2-40B4-BE49-F238E27FC236}">
                      <a16:creationId xmlns:a16="http://schemas.microsoft.com/office/drawing/2014/main" id="{2EFEA3CF-F6D0-75D4-43EB-913AE7F285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09" name="图片 408">
                <a:extLst>
                  <a:ext uri="{FF2B5EF4-FFF2-40B4-BE49-F238E27FC236}">
                    <a16:creationId xmlns:a16="http://schemas.microsoft.com/office/drawing/2014/main" id="{27C291D7-13C7-7504-4839-41E97213A7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5" t="23373" r="80562" b="21553"/>
              <a:stretch/>
            </p:blipFill>
            <p:spPr>
              <a:xfrm>
                <a:off x="5596103" y="4728575"/>
                <a:ext cx="476618" cy="53192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0000"/>
                  </a:prstClr>
                </a:outerShdw>
              </a:effectLst>
            </p:spPr>
          </p:pic>
          <p:pic>
            <p:nvPicPr>
              <p:cNvPr id="410" name="图片 409">
                <a:extLst>
                  <a:ext uri="{FF2B5EF4-FFF2-40B4-BE49-F238E27FC236}">
                    <a16:creationId xmlns:a16="http://schemas.microsoft.com/office/drawing/2014/main" id="{5C351068-A098-919B-C606-922BE4DD8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426585" y="3679120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11" name="图片 410">
                <a:extLst>
                  <a:ext uri="{FF2B5EF4-FFF2-40B4-BE49-F238E27FC236}">
                    <a16:creationId xmlns:a16="http://schemas.microsoft.com/office/drawing/2014/main" id="{DCB82838-00D4-4D27-8AAB-F1FDAEEE61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6718940" y="4356489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14" name="图片 413">
                <a:extLst>
                  <a:ext uri="{FF2B5EF4-FFF2-40B4-BE49-F238E27FC236}">
                    <a16:creationId xmlns:a16="http://schemas.microsoft.com/office/drawing/2014/main" id="{626C6634-5F6B-0C03-0BFC-FB23126D1D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5623004" y="3207975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16" name="图片 415">
                <a:extLst>
                  <a:ext uri="{FF2B5EF4-FFF2-40B4-BE49-F238E27FC236}">
                    <a16:creationId xmlns:a16="http://schemas.microsoft.com/office/drawing/2014/main" id="{3B2A5E4A-8AF7-6D63-6A7D-3D77FE4697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6678897" y="3207243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17" name="图片 416">
                <a:extLst>
                  <a:ext uri="{FF2B5EF4-FFF2-40B4-BE49-F238E27FC236}">
                    <a16:creationId xmlns:a16="http://schemas.microsoft.com/office/drawing/2014/main" id="{784A9938-6B75-A0EE-00C1-02BCA2DE71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7612781" y="3207154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19" name="图片 418">
                <a:extLst>
                  <a:ext uri="{FF2B5EF4-FFF2-40B4-BE49-F238E27FC236}">
                    <a16:creationId xmlns:a16="http://schemas.microsoft.com/office/drawing/2014/main" id="{93076FCC-23D1-2EE9-4D23-F5967BE58F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8849952" y="3207153"/>
                <a:ext cx="606990" cy="58103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20" name="图片 419">
                <a:extLst>
                  <a:ext uri="{FF2B5EF4-FFF2-40B4-BE49-F238E27FC236}">
                    <a16:creationId xmlns:a16="http://schemas.microsoft.com/office/drawing/2014/main" id="{973DE550-6C74-7EF3-6ACE-9BFBB05125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876" t="5815" r="68007" b="58036"/>
              <a:stretch/>
            </p:blipFill>
            <p:spPr>
              <a:xfrm>
                <a:off x="7301906" y="3460008"/>
                <a:ext cx="375167" cy="283733"/>
              </a:xfrm>
              <a:prstGeom prst="rect">
                <a:avLst/>
              </a:prstGeom>
            </p:spPr>
          </p:pic>
          <p:grpSp>
            <p:nvGrpSpPr>
              <p:cNvPr id="421" name="组合 420">
                <a:extLst>
                  <a:ext uri="{FF2B5EF4-FFF2-40B4-BE49-F238E27FC236}">
                    <a16:creationId xmlns:a16="http://schemas.microsoft.com/office/drawing/2014/main" id="{B52D7078-E121-A80F-F91B-18AD25ADC24F}"/>
                  </a:ext>
                </a:extLst>
              </p:cNvPr>
              <p:cNvGrpSpPr/>
              <p:nvPr/>
            </p:nvGrpSpPr>
            <p:grpSpPr>
              <a:xfrm>
                <a:off x="7403619" y="3475220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3" name="图片 472">
                  <a:extLst>
                    <a:ext uri="{FF2B5EF4-FFF2-40B4-BE49-F238E27FC236}">
                      <a16:creationId xmlns:a16="http://schemas.microsoft.com/office/drawing/2014/main" id="{341E1F80-88AB-03D0-D53D-1D48370198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4" name="图片 473">
                  <a:extLst>
                    <a:ext uri="{FF2B5EF4-FFF2-40B4-BE49-F238E27FC236}">
                      <a16:creationId xmlns:a16="http://schemas.microsoft.com/office/drawing/2014/main" id="{24847152-0212-ACE4-A892-82833909AE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22" name="图片 421">
                <a:extLst>
                  <a:ext uri="{FF2B5EF4-FFF2-40B4-BE49-F238E27FC236}">
                    <a16:creationId xmlns:a16="http://schemas.microsoft.com/office/drawing/2014/main" id="{A14C7BCC-6263-27CB-0BC7-42841ECCF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49284" y="5061285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23" name="图片 422">
                <a:extLst>
                  <a:ext uri="{FF2B5EF4-FFF2-40B4-BE49-F238E27FC236}">
                    <a16:creationId xmlns:a16="http://schemas.microsoft.com/office/drawing/2014/main" id="{4493D7A5-4D9A-59DD-9018-A2A77410BB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6244374" y="4714776"/>
                <a:ext cx="554041" cy="581393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24" name="图片 423">
                <a:extLst>
                  <a:ext uri="{FF2B5EF4-FFF2-40B4-BE49-F238E27FC236}">
                    <a16:creationId xmlns:a16="http://schemas.microsoft.com/office/drawing/2014/main" id="{4BFD0534-CDFD-D85E-E8C2-95B441FE18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4740284" y="3949338"/>
                <a:ext cx="437274" cy="4185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25" name="图片 424">
                <a:extLst>
                  <a:ext uri="{FF2B5EF4-FFF2-40B4-BE49-F238E27FC236}">
                    <a16:creationId xmlns:a16="http://schemas.microsoft.com/office/drawing/2014/main" id="{8322D337-27AB-C0F9-BF48-3A46DB8A4E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3118986" y="5368760"/>
                <a:ext cx="476725" cy="489043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grpSp>
            <p:nvGrpSpPr>
              <p:cNvPr id="426" name="组合 425">
                <a:extLst>
                  <a:ext uri="{FF2B5EF4-FFF2-40B4-BE49-F238E27FC236}">
                    <a16:creationId xmlns:a16="http://schemas.microsoft.com/office/drawing/2014/main" id="{E034A17C-493A-213E-E4A0-372B2F066EC8}"/>
                  </a:ext>
                </a:extLst>
              </p:cNvPr>
              <p:cNvGrpSpPr/>
              <p:nvPr/>
            </p:nvGrpSpPr>
            <p:grpSpPr>
              <a:xfrm>
                <a:off x="6430801" y="5257851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71" name="图片 470">
                  <a:extLst>
                    <a:ext uri="{FF2B5EF4-FFF2-40B4-BE49-F238E27FC236}">
                      <a16:creationId xmlns:a16="http://schemas.microsoft.com/office/drawing/2014/main" id="{9C6824D8-2221-168F-CAAB-1F40EFEDC8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2" name="图片 471">
                  <a:extLst>
                    <a:ext uri="{FF2B5EF4-FFF2-40B4-BE49-F238E27FC236}">
                      <a16:creationId xmlns:a16="http://schemas.microsoft.com/office/drawing/2014/main" id="{8D591C9F-AE45-66E4-69A1-E671FB0A1B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pic>
            <p:nvPicPr>
              <p:cNvPr id="427" name="图片 426">
                <a:extLst>
                  <a:ext uri="{FF2B5EF4-FFF2-40B4-BE49-F238E27FC236}">
                    <a16:creationId xmlns:a16="http://schemas.microsoft.com/office/drawing/2014/main" id="{6925C5E0-DECA-8A08-6869-CEBBDFE5CA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91" t="24862" r="19734" b="22858"/>
              <a:stretch/>
            </p:blipFill>
            <p:spPr>
              <a:xfrm>
                <a:off x="5435457" y="5281881"/>
                <a:ext cx="437274" cy="418577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28000"/>
                  </a:prstClr>
                </a:outerShdw>
              </a:effectLst>
            </p:spPr>
          </p:pic>
          <p:pic>
            <p:nvPicPr>
              <p:cNvPr id="428" name="图片 427">
                <a:extLst>
                  <a:ext uri="{FF2B5EF4-FFF2-40B4-BE49-F238E27FC236}">
                    <a16:creationId xmlns:a16="http://schemas.microsoft.com/office/drawing/2014/main" id="{25314199-7E8C-1399-8F41-5C48314964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7910661" y="5378799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30" name="图片 429">
                <a:extLst>
                  <a:ext uri="{FF2B5EF4-FFF2-40B4-BE49-F238E27FC236}">
                    <a16:creationId xmlns:a16="http://schemas.microsoft.com/office/drawing/2014/main" id="{673E3FB9-D457-5FA5-C94C-8A2FED98FF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7437854" y="5378444"/>
                <a:ext cx="554041" cy="581393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31" name="图片 430">
                <a:extLst>
                  <a:ext uri="{FF2B5EF4-FFF2-40B4-BE49-F238E27FC236}">
                    <a16:creationId xmlns:a16="http://schemas.microsoft.com/office/drawing/2014/main" id="{D4395CB1-9852-DEEA-FB02-5AD5E9AC72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6985222" y="5348034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32" name="图片 431">
                <a:extLst>
                  <a:ext uri="{FF2B5EF4-FFF2-40B4-BE49-F238E27FC236}">
                    <a16:creationId xmlns:a16="http://schemas.microsoft.com/office/drawing/2014/main" id="{06A736F7-9E58-1FA3-12CC-FAFD3B558E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157" t="26259" r="4447" b="23105"/>
              <a:stretch/>
            </p:blipFill>
            <p:spPr>
              <a:xfrm>
                <a:off x="8447840" y="4817131"/>
                <a:ext cx="525765" cy="539349"/>
              </a:xfrm>
              <a:prstGeom prst="rect">
                <a:avLst/>
              </a:prstGeom>
              <a:effectLst>
                <a:outerShdw blurRad="76200" dir="13500000" sy="23000" kx="1200000" algn="br" rotWithShape="0">
                  <a:prstClr val="black">
                    <a:alpha val="57000"/>
                  </a:prstClr>
                </a:outerShdw>
              </a:effectLst>
            </p:spPr>
          </p:pic>
          <p:pic>
            <p:nvPicPr>
              <p:cNvPr id="433" name="图片 432">
                <a:extLst>
                  <a:ext uri="{FF2B5EF4-FFF2-40B4-BE49-F238E27FC236}">
                    <a16:creationId xmlns:a16="http://schemas.microsoft.com/office/drawing/2014/main" id="{C48F5F7C-D3A5-0C11-B3CF-F6417222A8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73" t="25238" r="43496" b="21403"/>
              <a:stretch/>
            </p:blipFill>
            <p:spPr>
              <a:xfrm>
                <a:off x="8698231" y="4347064"/>
                <a:ext cx="554041" cy="581393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37" name="图片 436">
                <a:extLst>
                  <a:ext uri="{FF2B5EF4-FFF2-40B4-BE49-F238E27FC236}">
                    <a16:creationId xmlns:a16="http://schemas.microsoft.com/office/drawing/2014/main" id="{9DF2004E-6899-61CB-4475-83064E41C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64236" y="4306995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39" name="图片 438">
                <a:extLst>
                  <a:ext uri="{FF2B5EF4-FFF2-40B4-BE49-F238E27FC236}">
                    <a16:creationId xmlns:a16="http://schemas.microsoft.com/office/drawing/2014/main" id="{C5CB91F9-FB8A-B06C-F2AD-BD6C08EAA7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/>
              <a:srcRect l="36000" t="6790" r="37199" b="55755"/>
              <a:stretch/>
            </p:blipFill>
            <p:spPr>
              <a:xfrm>
                <a:off x="8831745" y="3873111"/>
                <a:ext cx="310890" cy="255571"/>
              </a:xfrm>
              <a:prstGeom prst="rect">
                <a:avLst/>
              </a:prstGeom>
              <a:effectLst/>
            </p:spPr>
          </p:pic>
          <p:grpSp>
            <p:nvGrpSpPr>
              <p:cNvPr id="441" name="组合 440">
                <a:extLst>
                  <a:ext uri="{FF2B5EF4-FFF2-40B4-BE49-F238E27FC236}">
                    <a16:creationId xmlns:a16="http://schemas.microsoft.com/office/drawing/2014/main" id="{D1B543F4-6327-61E3-1BC2-9E33E72AF97D}"/>
                  </a:ext>
                </a:extLst>
              </p:cNvPr>
              <p:cNvGrpSpPr/>
              <p:nvPr/>
            </p:nvGrpSpPr>
            <p:grpSpPr>
              <a:xfrm>
                <a:off x="7269441" y="4963958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69" name="图片 468">
                  <a:extLst>
                    <a:ext uri="{FF2B5EF4-FFF2-40B4-BE49-F238E27FC236}">
                      <a16:creationId xmlns:a16="http://schemas.microsoft.com/office/drawing/2014/main" id="{715E7E07-0536-99B6-1695-5E645D841B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70" name="图片 469">
                  <a:extLst>
                    <a:ext uri="{FF2B5EF4-FFF2-40B4-BE49-F238E27FC236}">
                      <a16:creationId xmlns:a16="http://schemas.microsoft.com/office/drawing/2014/main" id="{A1A73B63-353D-C4FF-4FAC-898BE4422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grpSp>
            <p:nvGrpSpPr>
              <p:cNvPr id="442" name="组合 441">
                <a:extLst>
                  <a:ext uri="{FF2B5EF4-FFF2-40B4-BE49-F238E27FC236}">
                    <a16:creationId xmlns:a16="http://schemas.microsoft.com/office/drawing/2014/main" id="{4DC31DD6-1F07-AE12-8082-DCFB077E8B28}"/>
                  </a:ext>
                </a:extLst>
              </p:cNvPr>
              <p:cNvGrpSpPr/>
              <p:nvPr/>
            </p:nvGrpSpPr>
            <p:grpSpPr>
              <a:xfrm>
                <a:off x="6851839" y="3508978"/>
                <a:ext cx="457165" cy="537702"/>
                <a:chOff x="5203765" y="4338031"/>
                <a:chExt cx="457165" cy="537702"/>
              </a:xfrm>
            </p:grpSpPr>
            <p:pic>
              <p:nvPicPr>
                <p:cNvPr id="467" name="图片 466">
                  <a:extLst>
                    <a:ext uri="{FF2B5EF4-FFF2-40B4-BE49-F238E27FC236}">
                      <a16:creationId xmlns:a16="http://schemas.microsoft.com/office/drawing/2014/main" id="{083C8C97-EA5D-011A-F610-B0F265755C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biLevel thresh="75000"/>
                </a:blip>
                <a:stretch>
                  <a:fillRect/>
                </a:stretch>
              </p:blipFill>
              <p:spPr>
                <a:xfrm>
                  <a:off x="5242265" y="4338031"/>
                  <a:ext cx="418665" cy="523332"/>
                </a:xfrm>
                <a:prstGeom prst="rect">
                  <a:avLst/>
                </a:prstGeom>
              </p:spPr>
            </p:pic>
            <p:pic>
              <p:nvPicPr>
                <p:cNvPr id="468" name="图片 467">
                  <a:extLst>
                    <a:ext uri="{FF2B5EF4-FFF2-40B4-BE49-F238E27FC236}">
                      <a16:creationId xmlns:a16="http://schemas.microsoft.com/office/drawing/2014/main" id="{D9C8C4C5-40C7-EFD6-FDAA-7858F125F7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2">
                  <a:duotone>
                    <a:prstClr val="black"/>
                    <a:schemeClr val="accent3">
                      <a:lumMod val="75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3">
                          <a14:imgEffect>
                            <a14:brightnessContrast bright="20000" contrast="40000"/>
                          </a14:imgEffect>
                        </a14:imgLayer>
                      </a14:imgProps>
                    </a:ext>
                  </a:extLst>
                </a:blip>
                <a:srcRect l="16189" t="12549" r="18197" b="12437"/>
                <a:stretch/>
              </p:blipFill>
              <p:spPr>
                <a:xfrm>
                  <a:off x="5203765" y="4626639"/>
                  <a:ext cx="187784" cy="249094"/>
                </a:xfrm>
                <a:prstGeom prst="rect">
                  <a:avLst/>
                </a:prstGeom>
              </p:spPr>
            </p:pic>
          </p:grpSp>
          <p:sp>
            <p:nvSpPr>
              <p:cNvPr id="443" name="任意多边形: 形状 442">
                <a:extLst>
                  <a:ext uri="{FF2B5EF4-FFF2-40B4-BE49-F238E27FC236}">
                    <a16:creationId xmlns:a16="http://schemas.microsoft.com/office/drawing/2014/main" id="{CDCD33B4-9034-9098-FDB0-BF851C898C63}"/>
                  </a:ext>
                </a:extLst>
              </p:cNvPr>
              <p:cNvSpPr/>
              <p:nvPr/>
            </p:nvSpPr>
            <p:spPr>
              <a:xfrm>
                <a:off x="5795905" y="4492506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任意多边形: 形状 443">
                <a:extLst>
                  <a:ext uri="{FF2B5EF4-FFF2-40B4-BE49-F238E27FC236}">
                    <a16:creationId xmlns:a16="http://schemas.microsoft.com/office/drawing/2014/main" id="{D8CC9C37-EA23-49B0-DDC2-88DD5FE1828B}"/>
                  </a:ext>
                </a:extLst>
              </p:cNvPr>
              <p:cNvSpPr/>
              <p:nvPr/>
            </p:nvSpPr>
            <p:spPr>
              <a:xfrm>
                <a:off x="5349807" y="3957153"/>
                <a:ext cx="72491" cy="58987"/>
              </a:xfrm>
              <a:custGeom>
                <a:avLst/>
                <a:gdLst>
                  <a:gd name="connsiteX0" fmla="*/ 0 w 83174"/>
                  <a:gd name="connsiteY0" fmla="*/ 0 h 44450"/>
                  <a:gd name="connsiteX1" fmla="*/ 0 w 83174"/>
                  <a:gd name="connsiteY1" fmla="*/ 0 h 44450"/>
                  <a:gd name="connsiteX2" fmla="*/ 63500 w 83174"/>
                  <a:gd name="connsiteY2" fmla="*/ 12700 h 44450"/>
                  <a:gd name="connsiteX3" fmla="*/ 57150 w 83174"/>
                  <a:gd name="connsiteY3" fmla="*/ 44450 h 44450"/>
                  <a:gd name="connsiteX4" fmla="*/ 25400 w 83174"/>
                  <a:gd name="connsiteY4" fmla="*/ 25400 h 44450"/>
                  <a:gd name="connsiteX5" fmla="*/ 0 w 83174"/>
                  <a:gd name="connsiteY5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174" h="44450">
                    <a:moveTo>
                      <a:pt x="0" y="0"/>
                    </a:moveTo>
                    <a:lnTo>
                      <a:pt x="0" y="0"/>
                    </a:lnTo>
                    <a:cubicBezTo>
                      <a:pt x="21167" y="4233"/>
                      <a:pt x="44193" y="3047"/>
                      <a:pt x="63500" y="12700"/>
                    </a:cubicBezTo>
                    <a:cubicBezTo>
                      <a:pt x="107442" y="34671"/>
                      <a:pt x="65206" y="41765"/>
                      <a:pt x="57150" y="44450"/>
                    </a:cubicBezTo>
                    <a:cubicBezTo>
                      <a:pt x="46567" y="38100"/>
                      <a:pt x="34127" y="34127"/>
                      <a:pt x="25400" y="254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5" name="任意多边形: 形状 444">
                <a:extLst>
                  <a:ext uri="{FF2B5EF4-FFF2-40B4-BE49-F238E27FC236}">
                    <a16:creationId xmlns:a16="http://schemas.microsoft.com/office/drawing/2014/main" id="{A262BB97-14BA-6CBF-68C4-486D93814899}"/>
                  </a:ext>
                </a:extLst>
              </p:cNvPr>
              <p:cNvSpPr/>
              <p:nvPr/>
            </p:nvSpPr>
            <p:spPr>
              <a:xfrm>
                <a:off x="3971396" y="4479998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6" name="任意多边形: 形状 445">
                <a:extLst>
                  <a:ext uri="{FF2B5EF4-FFF2-40B4-BE49-F238E27FC236}">
                    <a16:creationId xmlns:a16="http://schemas.microsoft.com/office/drawing/2014/main" id="{D7C186A1-A42E-4C4A-A29E-4BB09F9510CF}"/>
                  </a:ext>
                </a:extLst>
              </p:cNvPr>
              <p:cNvSpPr/>
              <p:nvPr/>
            </p:nvSpPr>
            <p:spPr>
              <a:xfrm>
                <a:off x="4533184" y="3753284"/>
                <a:ext cx="80994" cy="58987"/>
              </a:xfrm>
              <a:custGeom>
                <a:avLst/>
                <a:gdLst>
                  <a:gd name="connsiteX0" fmla="*/ 0 w 114220"/>
                  <a:gd name="connsiteY0" fmla="*/ 80776 h 159154"/>
                  <a:gd name="connsiteX1" fmla="*/ 0 w 114220"/>
                  <a:gd name="connsiteY1" fmla="*/ 80776 h 159154"/>
                  <a:gd name="connsiteX2" fmla="*/ 34835 w 114220"/>
                  <a:gd name="connsiteY2" fmla="*/ 11108 h 159154"/>
                  <a:gd name="connsiteX3" fmla="*/ 60960 w 114220"/>
                  <a:gd name="connsiteY3" fmla="*/ 2399 h 159154"/>
                  <a:gd name="connsiteX4" fmla="*/ 69669 w 114220"/>
                  <a:gd name="connsiteY4" fmla="*/ 45942 h 159154"/>
                  <a:gd name="connsiteX5" fmla="*/ 95795 w 114220"/>
                  <a:gd name="connsiteY5" fmla="*/ 80776 h 159154"/>
                  <a:gd name="connsiteX6" fmla="*/ 78377 w 114220"/>
                  <a:gd name="connsiteY6" fmla="*/ 150445 h 159154"/>
                  <a:gd name="connsiteX7" fmla="*/ 52252 w 114220"/>
                  <a:gd name="connsiteY7" fmla="*/ 159154 h 159154"/>
                  <a:gd name="connsiteX8" fmla="*/ 26126 w 114220"/>
                  <a:gd name="connsiteY8" fmla="*/ 150445 h 159154"/>
                  <a:gd name="connsiteX9" fmla="*/ 0 w 114220"/>
                  <a:gd name="connsiteY9" fmla="*/ 80776 h 15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220" h="159154">
                    <a:moveTo>
                      <a:pt x="0" y="80776"/>
                    </a:moveTo>
                    <a:lnTo>
                      <a:pt x="0" y="80776"/>
                    </a:lnTo>
                    <a:cubicBezTo>
                      <a:pt x="11612" y="57553"/>
                      <a:pt x="18895" y="31603"/>
                      <a:pt x="34835" y="11108"/>
                    </a:cubicBezTo>
                    <a:cubicBezTo>
                      <a:pt x="40471" y="3862"/>
                      <a:pt x="54469" y="-4092"/>
                      <a:pt x="60960" y="2399"/>
                    </a:cubicBezTo>
                    <a:cubicBezTo>
                      <a:pt x="71426" y="12865"/>
                      <a:pt x="63657" y="32416"/>
                      <a:pt x="69669" y="45942"/>
                    </a:cubicBezTo>
                    <a:cubicBezTo>
                      <a:pt x="75564" y="59205"/>
                      <a:pt x="87086" y="69165"/>
                      <a:pt x="95795" y="80776"/>
                    </a:cubicBezTo>
                    <a:cubicBezTo>
                      <a:pt x="115808" y="140815"/>
                      <a:pt x="130701" y="128020"/>
                      <a:pt x="78377" y="150445"/>
                    </a:cubicBezTo>
                    <a:cubicBezTo>
                      <a:pt x="69940" y="154061"/>
                      <a:pt x="60960" y="156251"/>
                      <a:pt x="52252" y="159154"/>
                    </a:cubicBezTo>
                    <a:cubicBezTo>
                      <a:pt x="43543" y="156251"/>
                      <a:pt x="31462" y="157915"/>
                      <a:pt x="26126" y="150445"/>
                    </a:cubicBezTo>
                    <a:cubicBezTo>
                      <a:pt x="7791" y="124776"/>
                      <a:pt x="4354" y="92388"/>
                      <a:pt x="0" y="80776"/>
                    </a:cubicBezTo>
                    <a:close/>
                  </a:path>
                </a:pathLst>
              </a:custGeom>
              <a:solidFill>
                <a:srgbClr val="DBB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47" name="图片 446">
                <a:extLst>
                  <a:ext uri="{FF2B5EF4-FFF2-40B4-BE49-F238E27FC236}">
                    <a16:creationId xmlns:a16="http://schemas.microsoft.com/office/drawing/2014/main" id="{5BCF27A6-9F71-58BD-3910-119B3D7775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77822" y="467275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48" name="图片 447">
                <a:extLst>
                  <a:ext uri="{FF2B5EF4-FFF2-40B4-BE49-F238E27FC236}">
                    <a16:creationId xmlns:a16="http://schemas.microsoft.com/office/drawing/2014/main" id="{BC6A97F2-ACB6-4679-6968-08F3BBE8AE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65044" y="430805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2" name="图片 451">
                <a:extLst>
                  <a:ext uri="{FF2B5EF4-FFF2-40B4-BE49-F238E27FC236}">
                    <a16:creationId xmlns:a16="http://schemas.microsoft.com/office/drawing/2014/main" id="{AEB2EC1B-1FB8-EDBB-B038-51063665A8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32326" y="3858348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4" name="图片 453">
                <a:extLst>
                  <a:ext uri="{FF2B5EF4-FFF2-40B4-BE49-F238E27FC236}">
                    <a16:creationId xmlns:a16="http://schemas.microsoft.com/office/drawing/2014/main" id="{86A0F744-559A-B89D-0C08-90B46ECC80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20533" y="3786652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5" name="图片 454">
                <a:extLst>
                  <a:ext uri="{FF2B5EF4-FFF2-40B4-BE49-F238E27FC236}">
                    <a16:creationId xmlns:a16="http://schemas.microsoft.com/office/drawing/2014/main" id="{A971B71E-2F47-FF8E-662A-1065069DE4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69909" y="3511176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6" name="图片 455">
                <a:extLst>
                  <a:ext uri="{FF2B5EF4-FFF2-40B4-BE49-F238E27FC236}">
                    <a16:creationId xmlns:a16="http://schemas.microsoft.com/office/drawing/2014/main" id="{D5741F65-A794-935F-94EF-7C3F82EDD1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63427" y="4680136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7" name="图片 456">
                <a:extLst>
                  <a:ext uri="{FF2B5EF4-FFF2-40B4-BE49-F238E27FC236}">
                    <a16:creationId xmlns:a16="http://schemas.microsoft.com/office/drawing/2014/main" id="{3D86E54E-F7FA-E7A1-62EC-862B94565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71763" y="4271116"/>
                <a:ext cx="429948" cy="537435"/>
              </a:xfrm>
              <a:prstGeom prst="rect">
                <a:avLst/>
              </a:prstGeom>
            </p:spPr>
          </p:pic>
          <p:pic>
            <p:nvPicPr>
              <p:cNvPr id="458" name="图片 457">
                <a:extLst>
                  <a:ext uri="{FF2B5EF4-FFF2-40B4-BE49-F238E27FC236}">
                    <a16:creationId xmlns:a16="http://schemas.microsoft.com/office/drawing/2014/main" id="{48E90E31-AE5A-860E-CE63-8C2AD98D94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01333" y="4347814"/>
                <a:ext cx="429948" cy="537435"/>
              </a:xfrm>
              <a:prstGeom prst="rect">
                <a:avLst/>
              </a:prstGeom>
            </p:spPr>
          </p:pic>
          <p:cxnSp>
            <p:nvCxnSpPr>
              <p:cNvPr id="459" name="直接箭头连接符 458">
                <a:extLst>
                  <a:ext uri="{FF2B5EF4-FFF2-40B4-BE49-F238E27FC236}">
                    <a16:creationId xmlns:a16="http://schemas.microsoft.com/office/drawing/2014/main" id="{19027596-4D05-27F4-38B8-986D3C7565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6142" y="2450806"/>
                <a:ext cx="29882" cy="2270141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prstDash val="solid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1" name="图片 460">
                <a:extLst>
                  <a:ext uri="{FF2B5EF4-FFF2-40B4-BE49-F238E27FC236}">
                    <a16:creationId xmlns:a16="http://schemas.microsoft.com/office/drawing/2014/main" id="{C174959F-57C2-793F-DA37-3A5599657C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75870" y="3875953"/>
                <a:ext cx="429948" cy="537435"/>
              </a:xfrm>
              <a:prstGeom prst="rect">
                <a:avLst/>
              </a:prstGeom>
            </p:spPr>
          </p:pic>
          <p:cxnSp>
            <p:nvCxnSpPr>
              <p:cNvPr id="462" name="曲线连接符 52">
                <a:extLst>
                  <a:ext uri="{FF2B5EF4-FFF2-40B4-BE49-F238E27FC236}">
                    <a16:creationId xmlns:a16="http://schemas.microsoft.com/office/drawing/2014/main" id="{EB5AC44E-940B-B4BA-765C-F47380F3BEA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157756" y="2170335"/>
                <a:ext cx="3903319" cy="1196484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接箭头连接符 463">
                <a:extLst>
                  <a:ext uri="{FF2B5EF4-FFF2-40B4-BE49-F238E27FC236}">
                    <a16:creationId xmlns:a16="http://schemas.microsoft.com/office/drawing/2014/main" id="{87103ABB-083B-E105-C603-2092848FEA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17303" y="2057416"/>
                <a:ext cx="315057" cy="2409390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prstDash val="solid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接箭头连接符 464">
                <a:extLst>
                  <a:ext uri="{FF2B5EF4-FFF2-40B4-BE49-F238E27FC236}">
                    <a16:creationId xmlns:a16="http://schemas.microsoft.com/office/drawing/2014/main" id="{D655290D-11A8-49BE-AC50-968120B7C210}"/>
                  </a:ext>
                </a:extLst>
              </p:cNvPr>
              <p:cNvCxnSpPr>
                <a:cxnSpLocks/>
                <a:endCxn id="393" idx="3"/>
              </p:cNvCxnSpPr>
              <p:nvPr/>
            </p:nvCxnSpPr>
            <p:spPr>
              <a:xfrm flipH="1">
                <a:off x="6052883" y="1917172"/>
                <a:ext cx="1265" cy="2264865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prstDash val="solid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6" name="图片 465">
                <a:extLst>
                  <a:ext uri="{FF2B5EF4-FFF2-40B4-BE49-F238E27FC236}">
                    <a16:creationId xmlns:a16="http://schemas.microsoft.com/office/drawing/2014/main" id="{E1CC60AE-F45B-32E9-40CB-50AE3B2FB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17047" y="4758007"/>
                <a:ext cx="429948" cy="537435"/>
              </a:xfrm>
              <a:prstGeom prst="rect">
                <a:avLst/>
              </a:prstGeom>
            </p:spPr>
          </p:pic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C097C72-090F-EA3C-46B3-4AA7365E638F}"/>
              </a:ext>
            </a:extLst>
          </p:cNvPr>
          <p:cNvGrpSpPr/>
          <p:nvPr/>
        </p:nvGrpSpPr>
        <p:grpSpPr>
          <a:xfrm>
            <a:off x="6157836" y="1197905"/>
            <a:ext cx="1272182" cy="1547629"/>
            <a:chOff x="5554652" y="1642752"/>
            <a:chExt cx="1272182" cy="1547629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BD58AAB-133F-BBCD-B6A2-35642442A0BB}"/>
                </a:ext>
              </a:extLst>
            </p:cNvPr>
            <p:cNvSpPr/>
            <p:nvPr/>
          </p:nvSpPr>
          <p:spPr>
            <a:xfrm>
              <a:off x="5568389" y="1643979"/>
              <a:ext cx="1252912" cy="1546402"/>
            </a:xfrm>
            <a:prstGeom prst="roundRect">
              <a:avLst>
                <a:gd name="adj" fmla="val 6874"/>
              </a:avLst>
            </a:prstGeom>
            <a:solidFill>
              <a:srgbClr val="EFB285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33D65C7-011B-92DE-647F-BE7B2C52FC37}"/>
                </a:ext>
              </a:extLst>
            </p:cNvPr>
            <p:cNvSpPr txBox="1"/>
            <p:nvPr/>
          </p:nvSpPr>
          <p:spPr>
            <a:xfrm>
              <a:off x="5554652" y="1642752"/>
              <a:ext cx="12721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Actor network</a:t>
              </a:r>
            </a:p>
          </p:txBody>
        </p:sp>
        <p:grpSp>
          <p:nvGrpSpPr>
            <p:cNvPr id="560" name="组合 559">
              <a:extLst>
                <a:ext uri="{FF2B5EF4-FFF2-40B4-BE49-F238E27FC236}">
                  <a16:creationId xmlns:a16="http://schemas.microsoft.com/office/drawing/2014/main" id="{2B8EA253-3303-0451-B2C4-150CA8117A62}"/>
                </a:ext>
              </a:extLst>
            </p:cNvPr>
            <p:cNvGrpSpPr/>
            <p:nvPr/>
          </p:nvGrpSpPr>
          <p:grpSpPr>
            <a:xfrm>
              <a:off x="5755378" y="1913586"/>
              <a:ext cx="870731" cy="1230730"/>
              <a:chOff x="3074124" y="1974065"/>
              <a:chExt cx="1992038" cy="2815638"/>
            </a:xfrm>
          </p:grpSpPr>
          <p:sp>
            <p:nvSpPr>
              <p:cNvPr id="561" name="椭圆 560">
                <a:extLst>
                  <a:ext uri="{FF2B5EF4-FFF2-40B4-BE49-F238E27FC236}">
                    <a16:creationId xmlns:a16="http://schemas.microsoft.com/office/drawing/2014/main" id="{46DD5BDB-B8B8-34FD-1F93-D544F3C51832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2" name="椭圆 561">
                <a:extLst>
                  <a:ext uri="{FF2B5EF4-FFF2-40B4-BE49-F238E27FC236}">
                    <a16:creationId xmlns:a16="http://schemas.microsoft.com/office/drawing/2014/main" id="{080532E8-004B-CEEE-9879-A7F2228B378C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3" name="椭圆 562">
                <a:extLst>
                  <a:ext uri="{FF2B5EF4-FFF2-40B4-BE49-F238E27FC236}">
                    <a16:creationId xmlns:a16="http://schemas.microsoft.com/office/drawing/2014/main" id="{4C59E01E-0C07-1539-D46E-95B5F04012B9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椭圆 563">
                <a:extLst>
                  <a:ext uri="{FF2B5EF4-FFF2-40B4-BE49-F238E27FC236}">
                    <a16:creationId xmlns:a16="http://schemas.microsoft.com/office/drawing/2014/main" id="{9434FDC8-8870-98E3-861D-1C3E92F3A403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5" name="椭圆 564">
                <a:extLst>
                  <a:ext uri="{FF2B5EF4-FFF2-40B4-BE49-F238E27FC236}">
                    <a16:creationId xmlns:a16="http://schemas.microsoft.com/office/drawing/2014/main" id="{32616804-F6F3-0660-DC0F-84AC718A7827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椭圆 565">
                <a:extLst>
                  <a:ext uri="{FF2B5EF4-FFF2-40B4-BE49-F238E27FC236}">
                    <a16:creationId xmlns:a16="http://schemas.microsoft.com/office/drawing/2014/main" id="{F3C29E79-DFCA-B9FB-4266-C274CBF93CBE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椭圆 566">
                <a:extLst>
                  <a:ext uri="{FF2B5EF4-FFF2-40B4-BE49-F238E27FC236}">
                    <a16:creationId xmlns:a16="http://schemas.microsoft.com/office/drawing/2014/main" id="{9B222DE1-9138-5291-B2C2-290DC2141CD9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椭圆 567">
                <a:extLst>
                  <a:ext uri="{FF2B5EF4-FFF2-40B4-BE49-F238E27FC236}">
                    <a16:creationId xmlns:a16="http://schemas.microsoft.com/office/drawing/2014/main" id="{779340B3-1B6F-66C7-A4AA-37FA246673B2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9" name="椭圆 568">
                <a:extLst>
                  <a:ext uri="{FF2B5EF4-FFF2-40B4-BE49-F238E27FC236}">
                    <a16:creationId xmlns:a16="http://schemas.microsoft.com/office/drawing/2014/main" id="{505D3ECB-1716-A7B4-87DB-CF137FB55F37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椭圆 569">
                <a:extLst>
                  <a:ext uri="{FF2B5EF4-FFF2-40B4-BE49-F238E27FC236}">
                    <a16:creationId xmlns:a16="http://schemas.microsoft.com/office/drawing/2014/main" id="{FE00D526-AA57-B682-EF45-5F1DD0B42D73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1" name="椭圆 570">
                <a:extLst>
                  <a:ext uri="{FF2B5EF4-FFF2-40B4-BE49-F238E27FC236}">
                    <a16:creationId xmlns:a16="http://schemas.microsoft.com/office/drawing/2014/main" id="{111F98A6-E306-5DD5-F1B9-DC1B1C30EE12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2" name="椭圆 571">
                <a:extLst>
                  <a:ext uri="{FF2B5EF4-FFF2-40B4-BE49-F238E27FC236}">
                    <a16:creationId xmlns:a16="http://schemas.microsoft.com/office/drawing/2014/main" id="{D99C4143-9AEE-0CD9-8A7E-57397861A80D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椭圆 572">
                <a:extLst>
                  <a:ext uri="{FF2B5EF4-FFF2-40B4-BE49-F238E27FC236}">
                    <a16:creationId xmlns:a16="http://schemas.microsoft.com/office/drawing/2014/main" id="{6D73F37E-BD91-5656-932C-82BA6BFD5B84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4" name="椭圆 573">
                <a:extLst>
                  <a:ext uri="{FF2B5EF4-FFF2-40B4-BE49-F238E27FC236}">
                    <a16:creationId xmlns:a16="http://schemas.microsoft.com/office/drawing/2014/main" id="{B88578B8-E546-2E70-AC91-F1496A2F836A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75" name="直接连接符 574">
                <a:extLst>
                  <a:ext uri="{FF2B5EF4-FFF2-40B4-BE49-F238E27FC236}">
                    <a16:creationId xmlns:a16="http://schemas.microsoft.com/office/drawing/2014/main" id="{B235D44B-CF5E-F55D-4971-A65395F7710C}"/>
                  </a:ext>
                </a:extLst>
              </p:cNvPr>
              <p:cNvCxnSpPr>
                <a:cxnSpLocks/>
                <a:stCxn id="561" idx="6"/>
                <a:endCxn id="566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直接连接符 575">
                <a:extLst>
                  <a:ext uri="{FF2B5EF4-FFF2-40B4-BE49-F238E27FC236}">
                    <a16:creationId xmlns:a16="http://schemas.microsoft.com/office/drawing/2014/main" id="{431E3EA5-BF9E-A272-F535-FA8A757B7EF3}"/>
                  </a:ext>
                </a:extLst>
              </p:cNvPr>
              <p:cNvCxnSpPr>
                <a:cxnSpLocks/>
                <a:stCxn id="561" idx="6"/>
                <a:endCxn id="567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7" name="直接连接符 576">
                <a:extLst>
                  <a:ext uri="{FF2B5EF4-FFF2-40B4-BE49-F238E27FC236}">
                    <a16:creationId xmlns:a16="http://schemas.microsoft.com/office/drawing/2014/main" id="{D10BDA0B-3832-A948-9490-272BACB4DD7B}"/>
                  </a:ext>
                </a:extLst>
              </p:cNvPr>
              <p:cNvCxnSpPr>
                <a:cxnSpLocks/>
                <a:stCxn id="561" idx="6"/>
                <a:endCxn id="568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8" name="直接连接符 577">
                <a:extLst>
                  <a:ext uri="{FF2B5EF4-FFF2-40B4-BE49-F238E27FC236}">
                    <a16:creationId xmlns:a16="http://schemas.microsoft.com/office/drawing/2014/main" id="{B3145B28-D652-93B1-CFFE-4439F0DD7C31}"/>
                  </a:ext>
                </a:extLst>
              </p:cNvPr>
              <p:cNvCxnSpPr>
                <a:cxnSpLocks/>
                <a:stCxn id="561" idx="6"/>
                <a:endCxn id="569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9" name="直接连接符 578">
                <a:extLst>
                  <a:ext uri="{FF2B5EF4-FFF2-40B4-BE49-F238E27FC236}">
                    <a16:creationId xmlns:a16="http://schemas.microsoft.com/office/drawing/2014/main" id="{08451FAD-BC4D-72B3-595B-23959533D76C}"/>
                  </a:ext>
                </a:extLst>
              </p:cNvPr>
              <p:cNvCxnSpPr>
                <a:cxnSpLocks/>
                <a:stCxn id="561" idx="6"/>
                <a:endCxn id="570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0" name="直接连接符 579">
                <a:extLst>
                  <a:ext uri="{FF2B5EF4-FFF2-40B4-BE49-F238E27FC236}">
                    <a16:creationId xmlns:a16="http://schemas.microsoft.com/office/drawing/2014/main" id="{7C1B2BEC-D4C0-D0B2-763A-7B6A71F30EF9}"/>
                  </a:ext>
                </a:extLst>
              </p:cNvPr>
              <p:cNvCxnSpPr>
                <a:cxnSpLocks/>
                <a:stCxn id="562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1" name="直接连接符 580">
                <a:extLst>
                  <a:ext uri="{FF2B5EF4-FFF2-40B4-BE49-F238E27FC236}">
                    <a16:creationId xmlns:a16="http://schemas.microsoft.com/office/drawing/2014/main" id="{C600177B-3900-E661-B1FA-3B5F2DF60B17}"/>
                  </a:ext>
                </a:extLst>
              </p:cNvPr>
              <p:cNvCxnSpPr>
                <a:cxnSpLocks/>
                <a:stCxn id="562" idx="6"/>
                <a:endCxn id="567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2" name="直接连接符 581">
                <a:extLst>
                  <a:ext uri="{FF2B5EF4-FFF2-40B4-BE49-F238E27FC236}">
                    <a16:creationId xmlns:a16="http://schemas.microsoft.com/office/drawing/2014/main" id="{88BDFC9D-79FA-4A01-F7C0-D5573D8BA0AE}"/>
                  </a:ext>
                </a:extLst>
              </p:cNvPr>
              <p:cNvCxnSpPr>
                <a:cxnSpLocks/>
                <a:stCxn id="562" idx="6"/>
                <a:endCxn id="568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3" name="直接连接符 582">
                <a:extLst>
                  <a:ext uri="{FF2B5EF4-FFF2-40B4-BE49-F238E27FC236}">
                    <a16:creationId xmlns:a16="http://schemas.microsoft.com/office/drawing/2014/main" id="{C79F9F65-88FA-A559-7E79-3969AAEAC603}"/>
                  </a:ext>
                </a:extLst>
              </p:cNvPr>
              <p:cNvCxnSpPr>
                <a:cxnSpLocks/>
                <a:stCxn id="562" idx="6"/>
                <a:endCxn id="569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4" name="直接连接符 583">
                <a:extLst>
                  <a:ext uri="{FF2B5EF4-FFF2-40B4-BE49-F238E27FC236}">
                    <a16:creationId xmlns:a16="http://schemas.microsoft.com/office/drawing/2014/main" id="{FAF7C760-493B-B0AE-70CB-70EA5310ED98}"/>
                  </a:ext>
                </a:extLst>
              </p:cNvPr>
              <p:cNvCxnSpPr>
                <a:cxnSpLocks/>
                <a:stCxn id="562" idx="6"/>
                <a:endCxn id="570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5" name="直接连接符 584">
                <a:extLst>
                  <a:ext uri="{FF2B5EF4-FFF2-40B4-BE49-F238E27FC236}">
                    <a16:creationId xmlns:a16="http://schemas.microsoft.com/office/drawing/2014/main" id="{E494D87E-5242-6863-78A9-8875B47D131F}"/>
                  </a:ext>
                </a:extLst>
              </p:cNvPr>
              <p:cNvCxnSpPr>
                <a:cxnSpLocks/>
                <a:stCxn id="563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6" name="直接连接符 585">
                <a:extLst>
                  <a:ext uri="{FF2B5EF4-FFF2-40B4-BE49-F238E27FC236}">
                    <a16:creationId xmlns:a16="http://schemas.microsoft.com/office/drawing/2014/main" id="{F886E11A-DCE5-20D8-7656-A2C7C553D797}"/>
                  </a:ext>
                </a:extLst>
              </p:cNvPr>
              <p:cNvCxnSpPr>
                <a:cxnSpLocks/>
                <a:stCxn id="563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7" name="直接连接符 586">
                <a:extLst>
                  <a:ext uri="{FF2B5EF4-FFF2-40B4-BE49-F238E27FC236}">
                    <a16:creationId xmlns:a16="http://schemas.microsoft.com/office/drawing/2014/main" id="{74C224A8-E4CE-B3BC-8320-61F9C06EA386}"/>
                  </a:ext>
                </a:extLst>
              </p:cNvPr>
              <p:cNvCxnSpPr>
                <a:cxnSpLocks/>
                <a:stCxn id="563" idx="6"/>
                <a:endCxn id="568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8" name="直接连接符 587">
                <a:extLst>
                  <a:ext uri="{FF2B5EF4-FFF2-40B4-BE49-F238E27FC236}">
                    <a16:creationId xmlns:a16="http://schemas.microsoft.com/office/drawing/2014/main" id="{8C0DC335-4C42-38A6-CD3B-03C1765D98E4}"/>
                  </a:ext>
                </a:extLst>
              </p:cNvPr>
              <p:cNvCxnSpPr>
                <a:cxnSpLocks/>
                <a:stCxn id="563" idx="6"/>
                <a:endCxn id="569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9" name="直接连接符 588">
                <a:extLst>
                  <a:ext uri="{FF2B5EF4-FFF2-40B4-BE49-F238E27FC236}">
                    <a16:creationId xmlns:a16="http://schemas.microsoft.com/office/drawing/2014/main" id="{D4C1ED34-60D1-9F6A-DEF0-94EE490FA086}"/>
                  </a:ext>
                </a:extLst>
              </p:cNvPr>
              <p:cNvCxnSpPr>
                <a:cxnSpLocks/>
                <a:stCxn id="563" idx="6"/>
                <a:endCxn id="570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0" name="直接连接符 589">
                <a:extLst>
                  <a:ext uri="{FF2B5EF4-FFF2-40B4-BE49-F238E27FC236}">
                    <a16:creationId xmlns:a16="http://schemas.microsoft.com/office/drawing/2014/main" id="{827748BE-FB68-0C40-0498-718436D2B6E4}"/>
                  </a:ext>
                </a:extLst>
              </p:cNvPr>
              <p:cNvCxnSpPr>
                <a:cxnSpLocks/>
                <a:stCxn id="564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连接符 590">
                <a:extLst>
                  <a:ext uri="{FF2B5EF4-FFF2-40B4-BE49-F238E27FC236}">
                    <a16:creationId xmlns:a16="http://schemas.microsoft.com/office/drawing/2014/main" id="{A6C82D8E-9AAF-BC8A-EA11-54A08076D78A}"/>
                  </a:ext>
                </a:extLst>
              </p:cNvPr>
              <p:cNvCxnSpPr>
                <a:cxnSpLocks/>
                <a:stCxn id="564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2" name="直接连接符 591">
                <a:extLst>
                  <a:ext uri="{FF2B5EF4-FFF2-40B4-BE49-F238E27FC236}">
                    <a16:creationId xmlns:a16="http://schemas.microsoft.com/office/drawing/2014/main" id="{A2D796E2-33FE-E2EF-7C34-985237DBA01E}"/>
                  </a:ext>
                </a:extLst>
              </p:cNvPr>
              <p:cNvCxnSpPr>
                <a:cxnSpLocks/>
                <a:stCxn id="564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3" name="直接连接符 592">
                <a:extLst>
                  <a:ext uri="{FF2B5EF4-FFF2-40B4-BE49-F238E27FC236}">
                    <a16:creationId xmlns:a16="http://schemas.microsoft.com/office/drawing/2014/main" id="{24022C3B-CB63-24D0-8232-D1CE3739A70F}"/>
                  </a:ext>
                </a:extLst>
              </p:cNvPr>
              <p:cNvCxnSpPr>
                <a:cxnSpLocks/>
                <a:stCxn id="564" idx="6"/>
                <a:endCxn id="569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4" name="直接连接符 593">
                <a:extLst>
                  <a:ext uri="{FF2B5EF4-FFF2-40B4-BE49-F238E27FC236}">
                    <a16:creationId xmlns:a16="http://schemas.microsoft.com/office/drawing/2014/main" id="{B35645FB-7E0B-DA47-E3FC-B1560DF1FD28}"/>
                  </a:ext>
                </a:extLst>
              </p:cNvPr>
              <p:cNvCxnSpPr>
                <a:cxnSpLocks/>
                <a:stCxn id="564" idx="6"/>
                <a:endCxn id="570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5" name="直接连接符 594">
                <a:extLst>
                  <a:ext uri="{FF2B5EF4-FFF2-40B4-BE49-F238E27FC236}">
                    <a16:creationId xmlns:a16="http://schemas.microsoft.com/office/drawing/2014/main" id="{922F7B62-E411-9D2D-3A80-EF69482E14F3}"/>
                  </a:ext>
                </a:extLst>
              </p:cNvPr>
              <p:cNvCxnSpPr>
                <a:cxnSpLocks/>
                <a:stCxn id="565" idx="6"/>
                <a:endCxn id="566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6" name="直接连接符 595">
                <a:extLst>
                  <a:ext uri="{FF2B5EF4-FFF2-40B4-BE49-F238E27FC236}">
                    <a16:creationId xmlns:a16="http://schemas.microsoft.com/office/drawing/2014/main" id="{215A7A68-5DD8-A794-DA3C-B65B2767992B}"/>
                  </a:ext>
                </a:extLst>
              </p:cNvPr>
              <p:cNvCxnSpPr>
                <a:cxnSpLocks/>
                <a:stCxn id="565" idx="6"/>
                <a:endCxn id="567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7" name="直接连接符 596">
                <a:extLst>
                  <a:ext uri="{FF2B5EF4-FFF2-40B4-BE49-F238E27FC236}">
                    <a16:creationId xmlns:a16="http://schemas.microsoft.com/office/drawing/2014/main" id="{32206A5A-85FD-52AE-C31F-888DB070D4F1}"/>
                  </a:ext>
                </a:extLst>
              </p:cNvPr>
              <p:cNvCxnSpPr>
                <a:cxnSpLocks/>
                <a:stCxn id="565" idx="6"/>
                <a:endCxn id="568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8" name="直接连接符 597">
                <a:extLst>
                  <a:ext uri="{FF2B5EF4-FFF2-40B4-BE49-F238E27FC236}">
                    <a16:creationId xmlns:a16="http://schemas.microsoft.com/office/drawing/2014/main" id="{F5572E8E-0922-1076-3653-BD86D1828A06}"/>
                  </a:ext>
                </a:extLst>
              </p:cNvPr>
              <p:cNvCxnSpPr>
                <a:cxnSpLocks/>
                <a:stCxn id="565" idx="6"/>
                <a:endCxn id="569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9" name="直接连接符 598">
                <a:extLst>
                  <a:ext uri="{FF2B5EF4-FFF2-40B4-BE49-F238E27FC236}">
                    <a16:creationId xmlns:a16="http://schemas.microsoft.com/office/drawing/2014/main" id="{71056835-37CD-07AB-A024-B94AFCCDD119}"/>
                  </a:ext>
                </a:extLst>
              </p:cNvPr>
              <p:cNvCxnSpPr>
                <a:cxnSpLocks/>
                <a:stCxn id="565" idx="6"/>
                <a:endCxn id="570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0" name="直接连接符 599">
                <a:extLst>
                  <a:ext uri="{FF2B5EF4-FFF2-40B4-BE49-F238E27FC236}">
                    <a16:creationId xmlns:a16="http://schemas.microsoft.com/office/drawing/2014/main" id="{1CA6BD4E-51BF-4BC7-B1B1-FADB403DBF90}"/>
                  </a:ext>
                </a:extLst>
              </p:cNvPr>
              <p:cNvCxnSpPr>
                <a:cxnSpLocks/>
                <a:stCxn id="566" idx="6"/>
                <a:endCxn id="571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1" name="直接连接符 600">
                <a:extLst>
                  <a:ext uri="{FF2B5EF4-FFF2-40B4-BE49-F238E27FC236}">
                    <a16:creationId xmlns:a16="http://schemas.microsoft.com/office/drawing/2014/main" id="{AEB26E03-A3E0-EBBE-9E54-32F533C83BC2}"/>
                  </a:ext>
                </a:extLst>
              </p:cNvPr>
              <p:cNvCxnSpPr>
                <a:cxnSpLocks/>
                <a:stCxn id="566" idx="6"/>
                <a:endCxn id="572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2" name="直接连接符 601">
                <a:extLst>
                  <a:ext uri="{FF2B5EF4-FFF2-40B4-BE49-F238E27FC236}">
                    <a16:creationId xmlns:a16="http://schemas.microsoft.com/office/drawing/2014/main" id="{A91CAD80-3625-CB22-194E-AA0A409A5688}"/>
                  </a:ext>
                </a:extLst>
              </p:cNvPr>
              <p:cNvCxnSpPr>
                <a:cxnSpLocks/>
                <a:stCxn id="566" idx="6"/>
                <a:endCxn id="573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3" name="直接连接符 602">
                <a:extLst>
                  <a:ext uri="{FF2B5EF4-FFF2-40B4-BE49-F238E27FC236}">
                    <a16:creationId xmlns:a16="http://schemas.microsoft.com/office/drawing/2014/main" id="{854A2A75-18AE-F7FB-5392-7CA991213E9B}"/>
                  </a:ext>
                </a:extLst>
              </p:cNvPr>
              <p:cNvCxnSpPr>
                <a:cxnSpLocks/>
                <a:stCxn id="566" idx="6"/>
                <a:endCxn id="574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4" name="直接连接符 603">
                <a:extLst>
                  <a:ext uri="{FF2B5EF4-FFF2-40B4-BE49-F238E27FC236}">
                    <a16:creationId xmlns:a16="http://schemas.microsoft.com/office/drawing/2014/main" id="{EE52020E-C851-53BE-036E-CC1ADC8D6664}"/>
                  </a:ext>
                </a:extLst>
              </p:cNvPr>
              <p:cNvCxnSpPr>
                <a:cxnSpLocks/>
                <a:stCxn id="567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5" name="直接连接符 604">
                <a:extLst>
                  <a:ext uri="{FF2B5EF4-FFF2-40B4-BE49-F238E27FC236}">
                    <a16:creationId xmlns:a16="http://schemas.microsoft.com/office/drawing/2014/main" id="{3A7326E0-0E00-EB71-980C-27DABEDAA953}"/>
                  </a:ext>
                </a:extLst>
              </p:cNvPr>
              <p:cNvCxnSpPr>
                <a:cxnSpLocks/>
                <a:stCxn id="567" idx="6"/>
                <a:endCxn id="572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6" name="直接连接符 605">
                <a:extLst>
                  <a:ext uri="{FF2B5EF4-FFF2-40B4-BE49-F238E27FC236}">
                    <a16:creationId xmlns:a16="http://schemas.microsoft.com/office/drawing/2014/main" id="{AEF5FF38-6C96-58F3-4CF4-815561A583AE}"/>
                  </a:ext>
                </a:extLst>
              </p:cNvPr>
              <p:cNvCxnSpPr>
                <a:cxnSpLocks/>
                <a:stCxn id="567" idx="6"/>
                <a:endCxn id="573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7" name="直接连接符 606">
                <a:extLst>
                  <a:ext uri="{FF2B5EF4-FFF2-40B4-BE49-F238E27FC236}">
                    <a16:creationId xmlns:a16="http://schemas.microsoft.com/office/drawing/2014/main" id="{67854EFB-8ED7-70CD-22F8-35B21788345F}"/>
                  </a:ext>
                </a:extLst>
              </p:cNvPr>
              <p:cNvCxnSpPr>
                <a:cxnSpLocks/>
                <a:stCxn id="567" idx="6"/>
                <a:endCxn id="574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8" name="直接连接符 607">
                <a:extLst>
                  <a:ext uri="{FF2B5EF4-FFF2-40B4-BE49-F238E27FC236}">
                    <a16:creationId xmlns:a16="http://schemas.microsoft.com/office/drawing/2014/main" id="{525E1889-9360-9611-269B-0247ADEE7631}"/>
                  </a:ext>
                </a:extLst>
              </p:cNvPr>
              <p:cNvCxnSpPr>
                <a:cxnSpLocks/>
                <a:stCxn id="568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9" name="直接连接符 608">
                <a:extLst>
                  <a:ext uri="{FF2B5EF4-FFF2-40B4-BE49-F238E27FC236}">
                    <a16:creationId xmlns:a16="http://schemas.microsoft.com/office/drawing/2014/main" id="{EDF2ED2B-1965-6421-DCB4-EB7F3420470C}"/>
                  </a:ext>
                </a:extLst>
              </p:cNvPr>
              <p:cNvCxnSpPr>
                <a:cxnSpLocks/>
                <a:stCxn id="569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0" name="直接连接符 609">
                <a:extLst>
                  <a:ext uri="{FF2B5EF4-FFF2-40B4-BE49-F238E27FC236}">
                    <a16:creationId xmlns:a16="http://schemas.microsoft.com/office/drawing/2014/main" id="{FAB9E1AC-BE31-B84D-80F1-FC4F45DDA0D7}"/>
                  </a:ext>
                </a:extLst>
              </p:cNvPr>
              <p:cNvCxnSpPr>
                <a:cxnSpLocks/>
                <a:stCxn id="569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1" name="直接连接符 610">
                <a:extLst>
                  <a:ext uri="{FF2B5EF4-FFF2-40B4-BE49-F238E27FC236}">
                    <a16:creationId xmlns:a16="http://schemas.microsoft.com/office/drawing/2014/main" id="{7C43F69A-9DBD-C083-C653-0380CBDB483A}"/>
                  </a:ext>
                </a:extLst>
              </p:cNvPr>
              <p:cNvCxnSpPr>
                <a:cxnSpLocks/>
                <a:stCxn id="569" idx="6"/>
                <a:endCxn id="574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2" name="直接连接符 611">
                <a:extLst>
                  <a:ext uri="{FF2B5EF4-FFF2-40B4-BE49-F238E27FC236}">
                    <a16:creationId xmlns:a16="http://schemas.microsoft.com/office/drawing/2014/main" id="{C83CE1E2-C367-7CE8-91CB-394C52B722D9}"/>
                  </a:ext>
                </a:extLst>
              </p:cNvPr>
              <p:cNvCxnSpPr>
                <a:cxnSpLocks/>
                <a:stCxn id="570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3" name="直接连接符 612">
                <a:extLst>
                  <a:ext uri="{FF2B5EF4-FFF2-40B4-BE49-F238E27FC236}">
                    <a16:creationId xmlns:a16="http://schemas.microsoft.com/office/drawing/2014/main" id="{D18969D9-8DDE-9696-AE34-26A42DFD6435}"/>
                  </a:ext>
                </a:extLst>
              </p:cNvPr>
              <p:cNvCxnSpPr>
                <a:cxnSpLocks/>
                <a:stCxn id="570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4" name="直接连接符 613">
                <a:extLst>
                  <a:ext uri="{FF2B5EF4-FFF2-40B4-BE49-F238E27FC236}">
                    <a16:creationId xmlns:a16="http://schemas.microsoft.com/office/drawing/2014/main" id="{0938565A-56D9-74D4-A004-E89FAA48B206}"/>
                  </a:ext>
                </a:extLst>
              </p:cNvPr>
              <p:cNvCxnSpPr>
                <a:cxnSpLocks/>
                <a:stCxn id="570" idx="6"/>
                <a:endCxn id="574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5" name="直接连接符 614">
                <a:extLst>
                  <a:ext uri="{FF2B5EF4-FFF2-40B4-BE49-F238E27FC236}">
                    <a16:creationId xmlns:a16="http://schemas.microsoft.com/office/drawing/2014/main" id="{8089F576-F20C-99E3-C004-8F8655BA66A6}"/>
                  </a:ext>
                </a:extLst>
              </p:cNvPr>
              <p:cNvCxnSpPr>
                <a:cxnSpLocks/>
                <a:stCxn id="568" idx="6"/>
                <a:endCxn id="572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6" name="直接连接符 615">
                <a:extLst>
                  <a:ext uri="{FF2B5EF4-FFF2-40B4-BE49-F238E27FC236}">
                    <a16:creationId xmlns:a16="http://schemas.microsoft.com/office/drawing/2014/main" id="{B9F79526-998C-49A5-CD4E-CCF26CE9116B}"/>
                  </a:ext>
                </a:extLst>
              </p:cNvPr>
              <p:cNvCxnSpPr>
                <a:cxnSpLocks/>
                <a:stCxn id="568" idx="6"/>
                <a:endCxn id="573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7" name="直接连接符 616">
                <a:extLst>
                  <a:ext uri="{FF2B5EF4-FFF2-40B4-BE49-F238E27FC236}">
                    <a16:creationId xmlns:a16="http://schemas.microsoft.com/office/drawing/2014/main" id="{3C42F3AC-B760-8838-1AF2-B1A6EAA42FB7}"/>
                  </a:ext>
                </a:extLst>
              </p:cNvPr>
              <p:cNvCxnSpPr>
                <a:cxnSpLocks/>
                <a:stCxn id="568" idx="6"/>
                <a:endCxn id="574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8" name="直接连接符 617">
                <a:extLst>
                  <a:ext uri="{FF2B5EF4-FFF2-40B4-BE49-F238E27FC236}">
                    <a16:creationId xmlns:a16="http://schemas.microsoft.com/office/drawing/2014/main" id="{C0A67E58-5C2F-F55E-2BD4-1D3ABF4E09DC}"/>
                  </a:ext>
                </a:extLst>
              </p:cNvPr>
              <p:cNvCxnSpPr>
                <a:cxnSpLocks/>
                <a:stCxn id="569" idx="6"/>
                <a:endCxn id="571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9" name="直接连接符 618">
                <a:extLst>
                  <a:ext uri="{FF2B5EF4-FFF2-40B4-BE49-F238E27FC236}">
                    <a16:creationId xmlns:a16="http://schemas.microsoft.com/office/drawing/2014/main" id="{FF4051FC-053C-3B8C-C0A4-CB904D9F1F33}"/>
                  </a:ext>
                </a:extLst>
              </p:cNvPr>
              <p:cNvCxnSpPr>
                <a:cxnSpLocks/>
                <a:stCxn id="570" idx="6"/>
                <a:endCxn id="573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7A75316F-5528-D108-EBEF-A26CFE5CC850}"/>
              </a:ext>
            </a:extLst>
          </p:cNvPr>
          <p:cNvCxnSpPr>
            <a:cxnSpLocks/>
            <a:stCxn id="571" idx="6"/>
            <a:endCxn id="232" idx="1"/>
          </p:cNvCxnSpPr>
          <p:nvPr/>
        </p:nvCxnSpPr>
        <p:spPr>
          <a:xfrm>
            <a:off x="7229293" y="1680608"/>
            <a:ext cx="498887" cy="95236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22F6A620-E0E8-3072-41E3-4DCB99806320}"/>
              </a:ext>
            </a:extLst>
          </p:cNvPr>
          <p:cNvCxnSpPr>
            <a:cxnSpLocks/>
            <a:stCxn id="572" idx="6"/>
            <a:endCxn id="232" idx="1"/>
          </p:cNvCxnSpPr>
          <p:nvPr/>
        </p:nvCxnSpPr>
        <p:spPr>
          <a:xfrm flipV="1">
            <a:off x="7229293" y="1775844"/>
            <a:ext cx="498887" cy="175029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BE4A9300-1F51-33DA-1AA4-79521C589FA0}"/>
              </a:ext>
            </a:extLst>
          </p:cNvPr>
          <p:cNvCxnSpPr>
            <a:cxnSpLocks/>
            <a:stCxn id="573" idx="6"/>
            <a:endCxn id="232" idx="1"/>
          </p:cNvCxnSpPr>
          <p:nvPr/>
        </p:nvCxnSpPr>
        <p:spPr>
          <a:xfrm flipV="1">
            <a:off x="7229293" y="1775844"/>
            <a:ext cx="498887" cy="445295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91DB1FEF-3F51-99BD-ED05-DF107BA881C0}"/>
              </a:ext>
            </a:extLst>
          </p:cNvPr>
          <p:cNvCxnSpPr>
            <a:cxnSpLocks/>
            <a:stCxn id="574" idx="6"/>
            <a:endCxn id="232" idx="1"/>
          </p:cNvCxnSpPr>
          <p:nvPr/>
        </p:nvCxnSpPr>
        <p:spPr>
          <a:xfrm flipV="1">
            <a:off x="7229293" y="1775844"/>
            <a:ext cx="498887" cy="715560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F2BFAE11-C95C-FDE4-1158-CD7419214B9B}"/>
              </a:ext>
            </a:extLst>
          </p:cNvPr>
          <p:cNvCxnSpPr>
            <a:cxnSpLocks/>
            <a:stCxn id="571" idx="6"/>
            <a:endCxn id="233" idx="1"/>
          </p:cNvCxnSpPr>
          <p:nvPr/>
        </p:nvCxnSpPr>
        <p:spPr>
          <a:xfrm>
            <a:off x="7229293" y="1680608"/>
            <a:ext cx="496416" cy="381424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1" name="直接箭头连接符 640">
            <a:extLst>
              <a:ext uri="{FF2B5EF4-FFF2-40B4-BE49-F238E27FC236}">
                <a16:creationId xmlns:a16="http://schemas.microsoft.com/office/drawing/2014/main" id="{CF7F405B-3790-0634-8DE9-B7A9E576A646}"/>
              </a:ext>
            </a:extLst>
          </p:cNvPr>
          <p:cNvCxnSpPr>
            <a:cxnSpLocks/>
            <a:stCxn id="571" idx="6"/>
            <a:endCxn id="235" idx="1"/>
          </p:cNvCxnSpPr>
          <p:nvPr/>
        </p:nvCxnSpPr>
        <p:spPr>
          <a:xfrm>
            <a:off x="7229293" y="1680608"/>
            <a:ext cx="498889" cy="689405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直接箭头连接符 642">
            <a:extLst>
              <a:ext uri="{FF2B5EF4-FFF2-40B4-BE49-F238E27FC236}">
                <a16:creationId xmlns:a16="http://schemas.microsoft.com/office/drawing/2014/main" id="{7F0DA653-A8A3-946D-E131-B400586416E9}"/>
              </a:ext>
            </a:extLst>
          </p:cNvPr>
          <p:cNvCxnSpPr>
            <a:cxnSpLocks/>
            <a:stCxn id="572" idx="6"/>
            <a:endCxn id="233" idx="1"/>
          </p:cNvCxnSpPr>
          <p:nvPr/>
        </p:nvCxnSpPr>
        <p:spPr>
          <a:xfrm>
            <a:off x="7229293" y="1950873"/>
            <a:ext cx="496416" cy="111159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5" name="直接箭头连接符 644">
            <a:extLst>
              <a:ext uri="{FF2B5EF4-FFF2-40B4-BE49-F238E27FC236}">
                <a16:creationId xmlns:a16="http://schemas.microsoft.com/office/drawing/2014/main" id="{081B14E2-4482-1C68-E8E4-C58774A20D6E}"/>
              </a:ext>
            </a:extLst>
          </p:cNvPr>
          <p:cNvCxnSpPr>
            <a:cxnSpLocks/>
            <a:endCxn id="235" idx="1"/>
          </p:cNvCxnSpPr>
          <p:nvPr/>
        </p:nvCxnSpPr>
        <p:spPr>
          <a:xfrm>
            <a:off x="7114643" y="1939633"/>
            <a:ext cx="613539" cy="430380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7" name="直接箭头连接符 646">
            <a:extLst>
              <a:ext uri="{FF2B5EF4-FFF2-40B4-BE49-F238E27FC236}">
                <a16:creationId xmlns:a16="http://schemas.microsoft.com/office/drawing/2014/main" id="{76EB2918-8621-ADA8-7F18-F10DA54148AF}"/>
              </a:ext>
            </a:extLst>
          </p:cNvPr>
          <p:cNvCxnSpPr>
            <a:cxnSpLocks/>
            <a:stCxn id="573" idx="6"/>
            <a:endCxn id="233" idx="1"/>
          </p:cNvCxnSpPr>
          <p:nvPr/>
        </p:nvCxnSpPr>
        <p:spPr>
          <a:xfrm flipV="1">
            <a:off x="7229293" y="2062032"/>
            <a:ext cx="496416" cy="159107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9" name="直接箭头连接符 648">
            <a:extLst>
              <a:ext uri="{FF2B5EF4-FFF2-40B4-BE49-F238E27FC236}">
                <a16:creationId xmlns:a16="http://schemas.microsoft.com/office/drawing/2014/main" id="{DEB509A5-9E71-52F2-73B3-4BF3BD67BB4C}"/>
              </a:ext>
            </a:extLst>
          </p:cNvPr>
          <p:cNvCxnSpPr>
            <a:cxnSpLocks/>
            <a:endCxn id="235" idx="1"/>
          </p:cNvCxnSpPr>
          <p:nvPr/>
        </p:nvCxnSpPr>
        <p:spPr>
          <a:xfrm>
            <a:off x="7114643" y="2209899"/>
            <a:ext cx="613539" cy="160114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1" name="直接箭头连接符 650">
            <a:extLst>
              <a:ext uri="{FF2B5EF4-FFF2-40B4-BE49-F238E27FC236}">
                <a16:creationId xmlns:a16="http://schemas.microsoft.com/office/drawing/2014/main" id="{03B9939C-84D9-AB7F-8A49-48D7B47E8CB7}"/>
              </a:ext>
            </a:extLst>
          </p:cNvPr>
          <p:cNvCxnSpPr>
            <a:cxnSpLocks/>
            <a:endCxn id="233" idx="1"/>
          </p:cNvCxnSpPr>
          <p:nvPr/>
        </p:nvCxnSpPr>
        <p:spPr>
          <a:xfrm flipV="1">
            <a:off x="7114643" y="2062032"/>
            <a:ext cx="611066" cy="423858"/>
          </a:xfrm>
          <a:prstGeom prst="straightConnector1">
            <a:avLst/>
          </a:prstGeom>
          <a:ln>
            <a:solidFill>
              <a:srgbClr val="5B9BD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3" name="直接箭头连接符 652">
            <a:extLst>
              <a:ext uri="{FF2B5EF4-FFF2-40B4-BE49-F238E27FC236}">
                <a16:creationId xmlns:a16="http://schemas.microsoft.com/office/drawing/2014/main" id="{5FD7C82A-115F-5981-8531-A0DD54820769}"/>
              </a:ext>
            </a:extLst>
          </p:cNvPr>
          <p:cNvCxnSpPr>
            <a:cxnSpLocks/>
            <a:stCxn id="574" idx="6"/>
            <a:endCxn id="235" idx="1"/>
          </p:cNvCxnSpPr>
          <p:nvPr/>
        </p:nvCxnSpPr>
        <p:spPr>
          <a:xfrm flipV="1">
            <a:off x="7229293" y="2370013"/>
            <a:ext cx="498889" cy="121391"/>
          </a:xfrm>
          <a:prstGeom prst="straightConnector1">
            <a:avLst/>
          </a:prstGeom>
          <a:ln>
            <a:solidFill>
              <a:srgbClr val="FFCC2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直接箭头连接符 658">
            <a:extLst>
              <a:ext uri="{FF2B5EF4-FFF2-40B4-BE49-F238E27FC236}">
                <a16:creationId xmlns:a16="http://schemas.microsoft.com/office/drawing/2014/main" id="{1C426265-183B-443C-9ED4-0609E8308D1D}"/>
              </a:ext>
            </a:extLst>
          </p:cNvPr>
          <p:cNvCxnSpPr>
            <a:cxnSpLocks/>
            <a:stCxn id="50" idx="3"/>
            <a:endCxn id="561" idx="3"/>
          </p:cNvCxnSpPr>
          <p:nvPr/>
        </p:nvCxnSpPr>
        <p:spPr>
          <a:xfrm flipV="1">
            <a:off x="5623996" y="1596490"/>
            <a:ext cx="757185" cy="188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1" name="直接箭头连接符 660">
            <a:extLst>
              <a:ext uri="{FF2B5EF4-FFF2-40B4-BE49-F238E27FC236}">
                <a16:creationId xmlns:a16="http://schemas.microsoft.com/office/drawing/2014/main" id="{2D78EB8F-CE84-1978-7544-D5757310AAFB}"/>
              </a:ext>
            </a:extLst>
          </p:cNvPr>
          <p:cNvCxnSpPr>
            <a:cxnSpLocks/>
            <a:stCxn id="50" idx="3"/>
            <a:endCxn id="562" idx="2"/>
          </p:cNvCxnSpPr>
          <p:nvPr/>
        </p:nvCxnSpPr>
        <p:spPr>
          <a:xfrm>
            <a:off x="5623996" y="1785431"/>
            <a:ext cx="734566" cy="28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3" name="直接箭头连接符 662">
            <a:extLst>
              <a:ext uri="{FF2B5EF4-FFF2-40B4-BE49-F238E27FC236}">
                <a16:creationId xmlns:a16="http://schemas.microsoft.com/office/drawing/2014/main" id="{8453CCF1-7385-B3DC-732E-CD30EFD155B9}"/>
              </a:ext>
            </a:extLst>
          </p:cNvPr>
          <p:cNvCxnSpPr>
            <a:cxnSpLocks/>
            <a:stCxn id="50" idx="3"/>
            <a:endCxn id="563" idx="2"/>
          </p:cNvCxnSpPr>
          <p:nvPr/>
        </p:nvCxnSpPr>
        <p:spPr>
          <a:xfrm>
            <a:off x="5623996" y="1785431"/>
            <a:ext cx="734566" cy="298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5" name="直接箭头连接符 664">
            <a:extLst>
              <a:ext uri="{FF2B5EF4-FFF2-40B4-BE49-F238E27FC236}">
                <a16:creationId xmlns:a16="http://schemas.microsoft.com/office/drawing/2014/main" id="{1AC14452-A37A-3BBA-68A1-219D6C6A77FA}"/>
              </a:ext>
            </a:extLst>
          </p:cNvPr>
          <p:cNvCxnSpPr>
            <a:cxnSpLocks/>
            <a:stCxn id="50" idx="3"/>
            <a:endCxn id="564" idx="3"/>
          </p:cNvCxnSpPr>
          <p:nvPr/>
        </p:nvCxnSpPr>
        <p:spPr>
          <a:xfrm>
            <a:off x="5623996" y="1785431"/>
            <a:ext cx="757185" cy="621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7" name="直接箭头连接符 666">
            <a:extLst>
              <a:ext uri="{FF2B5EF4-FFF2-40B4-BE49-F238E27FC236}">
                <a16:creationId xmlns:a16="http://schemas.microsoft.com/office/drawing/2014/main" id="{1BBCE139-DECA-7237-AB57-D9C0E76D93F2}"/>
              </a:ext>
            </a:extLst>
          </p:cNvPr>
          <p:cNvCxnSpPr>
            <a:cxnSpLocks/>
            <a:stCxn id="50" idx="3"/>
            <a:endCxn id="565" idx="2"/>
          </p:cNvCxnSpPr>
          <p:nvPr/>
        </p:nvCxnSpPr>
        <p:spPr>
          <a:xfrm>
            <a:off x="5623996" y="1785431"/>
            <a:ext cx="734566" cy="83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0" name="直接箭头连接符 669">
            <a:extLst>
              <a:ext uri="{FF2B5EF4-FFF2-40B4-BE49-F238E27FC236}">
                <a16:creationId xmlns:a16="http://schemas.microsoft.com/office/drawing/2014/main" id="{B00FD01E-4982-70CE-A2C6-352994BE6B30}"/>
              </a:ext>
            </a:extLst>
          </p:cNvPr>
          <p:cNvCxnSpPr>
            <a:cxnSpLocks/>
            <a:stCxn id="51" idx="3"/>
            <a:endCxn id="561" idx="2"/>
          </p:cNvCxnSpPr>
          <p:nvPr/>
        </p:nvCxnSpPr>
        <p:spPr>
          <a:xfrm flipV="1">
            <a:off x="5635662" y="1543574"/>
            <a:ext cx="722900" cy="81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2" name="直接箭头连接符 671">
            <a:extLst>
              <a:ext uri="{FF2B5EF4-FFF2-40B4-BE49-F238E27FC236}">
                <a16:creationId xmlns:a16="http://schemas.microsoft.com/office/drawing/2014/main" id="{D2A48033-9C5D-75D4-EED5-825E244DA93B}"/>
              </a:ext>
            </a:extLst>
          </p:cNvPr>
          <p:cNvCxnSpPr>
            <a:cxnSpLocks/>
            <a:stCxn id="51" idx="3"/>
            <a:endCxn id="562" idx="2"/>
          </p:cNvCxnSpPr>
          <p:nvPr/>
        </p:nvCxnSpPr>
        <p:spPr>
          <a:xfrm flipV="1">
            <a:off x="5635662" y="1813839"/>
            <a:ext cx="722900" cy="549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4" name="直接箭头连接符 673">
            <a:extLst>
              <a:ext uri="{FF2B5EF4-FFF2-40B4-BE49-F238E27FC236}">
                <a16:creationId xmlns:a16="http://schemas.microsoft.com/office/drawing/2014/main" id="{1AF71B1E-27CB-F888-0895-E36221C754AD}"/>
              </a:ext>
            </a:extLst>
          </p:cNvPr>
          <p:cNvCxnSpPr>
            <a:cxnSpLocks/>
            <a:stCxn id="51" idx="3"/>
            <a:endCxn id="563" idx="2"/>
          </p:cNvCxnSpPr>
          <p:nvPr/>
        </p:nvCxnSpPr>
        <p:spPr>
          <a:xfrm flipV="1">
            <a:off x="5635662" y="2084104"/>
            <a:ext cx="722900" cy="279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6" name="直接箭头连接符 675">
            <a:extLst>
              <a:ext uri="{FF2B5EF4-FFF2-40B4-BE49-F238E27FC236}">
                <a16:creationId xmlns:a16="http://schemas.microsoft.com/office/drawing/2014/main" id="{06BA1AD2-96FC-7578-ACC9-EC21ED4197E5}"/>
              </a:ext>
            </a:extLst>
          </p:cNvPr>
          <p:cNvCxnSpPr>
            <a:cxnSpLocks/>
            <a:stCxn id="51" idx="3"/>
            <a:endCxn id="564" idx="2"/>
          </p:cNvCxnSpPr>
          <p:nvPr/>
        </p:nvCxnSpPr>
        <p:spPr>
          <a:xfrm flipV="1">
            <a:off x="5635662" y="2354369"/>
            <a:ext cx="722900" cy="9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8" name="直接箭头连接符 677">
            <a:extLst>
              <a:ext uri="{FF2B5EF4-FFF2-40B4-BE49-F238E27FC236}">
                <a16:creationId xmlns:a16="http://schemas.microsoft.com/office/drawing/2014/main" id="{E340ED92-BB95-D287-A532-DB612FE37C0F}"/>
              </a:ext>
            </a:extLst>
          </p:cNvPr>
          <p:cNvCxnSpPr>
            <a:cxnSpLocks/>
            <a:stCxn id="51" idx="3"/>
            <a:endCxn id="565" idx="2"/>
          </p:cNvCxnSpPr>
          <p:nvPr/>
        </p:nvCxnSpPr>
        <p:spPr>
          <a:xfrm>
            <a:off x="5635662" y="2363492"/>
            <a:ext cx="722900" cy="261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14" name="任意多边形: 形状 713">
            <a:extLst>
              <a:ext uri="{FF2B5EF4-FFF2-40B4-BE49-F238E27FC236}">
                <a16:creationId xmlns:a16="http://schemas.microsoft.com/office/drawing/2014/main" id="{0D791EBF-CCBC-6B88-CC7D-EAF893467E31}"/>
              </a:ext>
            </a:extLst>
          </p:cNvPr>
          <p:cNvSpPr/>
          <p:nvPr/>
        </p:nvSpPr>
        <p:spPr>
          <a:xfrm>
            <a:off x="4247775" y="1148249"/>
            <a:ext cx="630373" cy="1820975"/>
          </a:xfrm>
          <a:custGeom>
            <a:avLst/>
            <a:gdLst>
              <a:gd name="connsiteX0" fmla="*/ 0 w 686102"/>
              <a:gd name="connsiteY0" fmla="*/ 0 h 1958100"/>
              <a:gd name="connsiteX1" fmla="*/ 29823 w 686102"/>
              <a:gd name="connsiteY1" fmla="*/ 80805 h 1958100"/>
              <a:gd name="connsiteX2" fmla="*/ 146454 w 686102"/>
              <a:gd name="connsiteY2" fmla="*/ 289596 h 1958100"/>
              <a:gd name="connsiteX3" fmla="*/ 676753 w 686102"/>
              <a:gd name="connsiteY3" fmla="*/ 651568 h 1958100"/>
              <a:gd name="connsiteX4" fmla="*/ 686102 w 686102"/>
              <a:gd name="connsiteY4" fmla="*/ 647680 h 1958100"/>
              <a:gd name="connsiteX5" fmla="*/ 686102 w 686102"/>
              <a:gd name="connsiteY5" fmla="*/ 686598 h 1958100"/>
              <a:gd name="connsiteX6" fmla="*/ 606353 w 686102"/>
              <a:gd name="connsiteY6" fmla="*/ 755151 h 1958100"/>
              <a:gd name="connsiteX7" fmla="*/ 244387 w 686102"/>
              <a:gd name="connsiteY7" fmla="*/ 1265845 h 1958100"/>
              <a:gd name="connsiteX8" fmla="*/ 32409 w 686102"/>
              <a:gd name="connsiteY8" fmla="*/ 1854820 h 1958100"/>
              <a:gd name="connsiteX9" fmla="*/ 21910 w 686102"/>
              <a:gd name="connsiteY9" fmla="*/ 1958100 h 1958100"/>
              <a:gd name="connsiteX10" fmla="*/ 0 w 686102"/>
              <a:gd name="connsiteY10" fmla="*/ 1958100 h 1958100"/>
              <a:gd name="connsiteX11" fmla="*/ 0 w 686102"/>
              <a:gd name="connsiteY11" fmla="*/ 0 h 195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6102" h="1958100">
                <a:moveTo>
                  <a:pt x="0" y="0"/>
                </a:moveTo>
                <a:lnTo>
                  <a:pt x="29823" y="80805"/>
                </a:lnTo>
                <a:cubicBezTo>
                  <a:pt x="59386" y="149321"/>
                  <a:pt x="98459" y="220110"/>
                  <a:pt x="146454" y="289596"/>
                </a:cubicBezTo>
                <a:cubicBezTo>
                  <a:pt x="314437" y="532796"/>
                  <a:pt x="536050" y="679439"/>
                  <a:pt x="676753" y="651568"/>
                </a:cubicBezTo>
                <a:lnTo>
                  <a:pt x="686102" y="647680"/>
                </a:lnTo>
                <a:lnTo>
                  <a:pt x="686102" y="686598"/>
                </a:lnTo>
                <a:lnTo>
                  <a:pt x="606353" y="755151"/>
                </a:lnTo>
                <a:cubicBezTo>
                  <a:pt x="486575" y="871683"/>
                  <a:pt x="356457" y="1051121"/>
                  <a:pt x="244387" y="1265845"/>
                </a:cubicBezTo>
                <a:cubicBezTo>
                  <a:pt x="132318" y="1480569"/>
                  <a:pt x="59516" y="1689922"/>
                  <a:pt x="32409" y="1854820"/>
                </a:cubicBezTo>
                <a:lnTo>
                  <a:pt x="21910" y="1958100"/>
                </a:lnTo>
                <a:lnTo>
                  <a:pt x="0" y="195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1000">
                <a:srgbClr val="DADBDD">
                  <a:alpha val="61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19" name="任意多边形: 形状 718">
            <a:extLst>
              <a:ext uri="{FF2B5EF4-FFF2-40B4-BE49-F238E27FC236}">
                <a16:creationId xmlns:a16="http://schemas.microsoft.com/office/drawing/2014/main" id="{A0BC7CCC-1E46-E61F-7063-945E20C1476C}"/>
              </a:ext>
            </a:extLst>
          </p:cNvPr>
          <p:cNvSpPr/>
          <p:nvPr/>
        </p:nvSpPr>
        <p:spPr>
          <a:xfrm flipV="1">
            <a:off x="4238362" y="1188516"/>
            <a:ext cx="635091" cy="1820975"/>
          </a:xfrm>
          <a:custGeom>
            <a:avLst/>
            <a:gdLst>
              <a:gd name="connsiteX0" fmla="*/ 0 w 686102"/>
              <a:gd name="connsiteY0" fmla="*/ 0 h 1958100"/>
              <a:gd name="connsiteX1" fmla="*/ 29823 w 686102"/>
              <a:gd name="connsiteY1" fmla="*/ 80805 h 1958100"/>
              <a:gd name="connsiteX2" fmla="*/ 146454 w 686102"/>
              <a:gd name="connsiteY2" fmla="*/ 289596 h 1958100"/>
              <a:gd name="connsiteX3" fmla="*/ 676753 w 686102"/>
              <a:gd name="connsiteY3" fmla="*/ 651568 h 1958100"/>
              <a:gd name="connsiteX4" fmla="*/ 686102 w 686102"/>
              <a:gd name="connsiteY4" fmla="*/ 647680 h 1958100"/>
              <a:gd name="connsiteX5" fmla="*/ 686102 w 686102"/>
              <a:gd name="connsiteY5" fmla="*/ 686598 h 1958100"/>
              <a:gd name="connsiteX6" fmla="*/ 606353 w 686102"/>
              <a:gd name="connsiteY6" fmla="*/ 755151 h 1958100"/>
              <a:gd name="connsiteX7" fmla="*/ 244387 w 686102"/>
              <a:gd name="connsiteY7" fmla="*/ 1265845 h 1958100"/>
              <a:gd name="connsiteX8" fmla="*/ 32409 w 686102"/>
              <a:gd name="connsiteY8" fmla="*/ 1854820 h 1958100"/>
              <a:gd name="connsiteX9" fmla="*/ 21910 w 686102"/>
              <a:gd name="connsiteY9" fmla="*/ 1958100 h 1958100"/>
              <a:gd name="connsiteX10" fmla="*/ 0 w 686102"/>
              <a:gd name="connsiteY10" fmla="*/ 1958100 h 1958100"/>
              <a:gd name="connsiteX11" fmla="*/ 0 w 686102"/>
              <a:gd name="connsiteY11" fmla="*/ 0 h 195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6102" h="1958100">
                <a:moveTo>
                  <a:pt x="0" y="0"/>
                </a:moveTo>
                <a:lnTo>
                  <a:pt x="29823" y="80805"/>
                </a:lnTo>
                <a:cubicBezTo>
                  <a:pt x="59386" y="149321"/>
                  <a:pt x="98459" y="220110"/>
                  <a:pt x="146454" y="289596"/>
                </a:cubicBezTo>
                <a:cubicBezTo>
                  <a:pt x="314437" y="532796"/>
                  <a:pt x="536050" y="679439"/>
                  <a:pt x="676753" y="651568"/>
                </a:cubicBezTo>
                <a:lnTo>
                  <a:pt x="686102" y="647680"/>
                </a:lnTo>
                <a:lnTo>
                  <a:pt x="686102" y="686598"/>
                </a:lnTo>
                <a:lnTo>
                  <a:pt x="606353" y="755151"/>
                </a:lnTo>
                <a:cubicBezTo>
                  <a:pt x="486575" y="871683"/>
                  <a:pt x="356457" y="1051121"/>
                  <a:pt x="244387" y="1265845"/>
                </a:cubicBezTo>
                <a:cubicBezTo>
                  <a:pt x="132318" y="1480569"/>
                  <a:pt x="59516" y="1689922"/>
                  <a:pt x="32409" y="1854820"/>
                </a:cubicBezTo>
                <a:lnTo>
                  <a:pt x="21910" y="1958100"/>
                </a:lnTo>
                <a:lnTo>
                  <a:pt x="0" y="195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1000">
                <a:srgbClr val="DADBDD">
                  <a:alpha val="42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30" name="等腰三角形 729">
            <a:extLst>
              <a:ext uri="{FF2B5EF4-FFF2-40B4-BE49-F238E27FC236}">
                <a16:creationId xmlns:a16="http://schemas.microsoft.com/office/drawing/2014/main" id="{EA507989-B227-DDF3-D85D-4395442DC96B}"/>
              </a:ext>
            </a:extLst>
          </p:cNvPr>
          <p:cNvSpPr/>
          <p:nvPr/>
        </p:nvSpPr>
        <p:spPr>
          <a:xfrm rot="5400000">
            <a:off x="4698037" y="1737884"/>
            <a:ext cx="333968" cy="111381"/>
          </a:xfrm>
          <a:prstGeom prst="triangle">
            <a:avLst/>
          </a:prstGeom>
          <a:solidFill>
            <a:srgbClr val="959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1" name="等腰三角形 730">
            <a:extLst>
              <a:ext uri="{FF2B5EF4-FFF2-40B4-BE49-F238E27FC236}">
                <a16:creationId xmlns:a16="http://schemas.microsoft.com/office/drawing/2014/main" id="{720677FA-5648-6824-AD4E-410F6A6D5C7F}"/>
              </a:ext>
            </a:extLst>
          </p:cNvPr>
          <p:cNvSpPr/>
          <p:nvPr/>
        </p:nvSpPr>
        <p:spPr>
          <a:xfrm rot="5400000">
            <a:off x="4702848" y="2323722"/>
            <a:ext cx="333968" cy="111381"/>
          </a:xfrm>
          <a:prstGeom prst="triangle">
            <a:avLst/>
          </a:prstGeom>
          <a:solidFill>
            <a:srgbClr val="9596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2" name="箭头: 虚尾 731">
            <a:extLst>
              <a:ext uri="{FF2B5EF4-FFF2-40B4-BE49-F238E27FC236}">
                <a16:creationId xmlns:a16="http://schemas.microsoft.com/office/drawing/2014/main" id="{3A0ECCA1-39ED-A3AF-D21B-CCCD1709DA47}"/>
              </a:ext>
            </a:extLst>
          </p:cNvPr>
          <p:cNvSpPr/>
          <p:nvPr/>
        </p:nvSpPr>
        <p:spPr>
          <a:xfrm>
            <a:off x="8535675" y="1705764"/>
            <a:ext cx="247602" cy="229003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3" name="箭头: 虚尾 732">
            <a:extLst>
              <a:ext uri="{FF2B5EF4-FFF2-40B4-BE49-F238E27FC236}">
                <a16:creationId xmlns:a16="http://schemas.microsoft.com/office/drawing/2014/main" id="{B56DF5C7-7A68-E7D7-9585-09B249D21629}"/>
              </a:ext>
            </a:extLst>
          </p:cNvPr>
          <p:cNvSpPr/>
          <p:nvPr/>
        </p:nvSpPr>
        <p:spPr>
          <a:xfrm>
            <a:off x="8542542" y="1931222"/>
            <a:ext cx="243100" cy="217519"/>
          </a:xfrm>
          <a:prstGeom prst="stripedRightArrow">
            <a:avLst/>
          </a:prstGeom>
          <a:gradFill>
            <a:gsLst>
              <a:gs pos="0">
                <a:srgbClr val="5B9BD5">
                  <a:alpha val="61000"/>
                </a:srgbClr>
              </a:gs>
              <a:gs pos="100000">
                <a:srgbClr val="5B9BD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8" name="箭头: 虚尾 737">
            <a:extLst>
              <a:ext uri="{FF2B5EF4-FFF2-40B4-BE49-F238E27FC236}">
                <a16:creationId xmlns:a16="http://schemas.microsoft.com/office/drawing/2014/main" id="{3565FA64-D144-41F9-5B1A-85384949B89E}"/>
              </a:ext>
            </a:extLst>
          </p:cNvPr>
          <p:cNvSpPr/>
          <p:nvPr/>
        </p:nvSpPr>
        <p:spPr>
          <a:xfrm>
            <a:off x="8527754" y="2262744"/>
            <a:ext cx="243100" cy="240653"/>
          </a:xfrm>
          <a:prstGeom prst="stripedRightArrow">
            <a:avLst/>
          </a:prstGeom>
          <a:gradFill>
            <a:gsLst>
              <a:gs pos="0">
                <a:srgbClr val="FFD44B">
                  <a:alpha val="24706"/>
                </a:srgbClr>
              </a:gs>
              <a:gs pos="100000">
                <a:srgbClr val="FFD03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91" name="组合 990">
            <a:extLst>
              <a:ext uri="{FF2B5EF4-FFF2-40B4-BE49-F238E27FC236}">
                <a16:creationId xmlns:a16="http://schemas.microsoft.com/office/drawing/2014/main" id="{0433AE38-7426-0555-EB2C-2CB6E6837782}"/>
              </a:ext>
            </a:extLst>
          </p:cNvPr>
          <p:cNvGrpSpPr/>
          <p:nvPr/>
        </p:nvGrpSpPr>
        <p:grpSpPr>
          <a:xfrm>
            <a:off x="7265204" y="4022148"/>
            <a:ext cx="1075742" cy="1209150"/>
            <a:chOff x="6179924" y="2803735"/>
            <a:chExt cx="1075742" cy="1209150"/>
          </a:xfrm>
        </p:grpSpPr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D6A15E44-E779-3CE0-81D3-D30CF694DB1C}"/>
                </a:ext>
              </a:extLst>
            </p:cNvPr>
            <p:cNvSpPr/>
            <p:nvPr/>
          </p:nvSpPr>
          <p:spPr>
            <a:xfrm>
              <a:off x="6179924" y="2803735"/>
              <a:ext cx="1075742" cy="1209150"/>
            </a:xfrm>
            <a:prstGeom prst="roundRect">
              <a:avLst>
                <a:gd name="adj" fmla="val 8993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1" name="组合 920">
              <a:extLst>
                <a:ext uri="{FF2B5EF4-FFF2-40B4-BE49-F238E27FC236}">
                  <a16:creationId xmlns:a16="http://schemas.microsoft.com/office/drawing/2014/main" id="{2EA6ED77-E4A1-C082-68C7-5B96D90F5143}"/>
                </a:ext>
              </a:extLst>
            </p:cNvPr>
            <p:cNvGrpSpPr/>
            <p:nvPr/>
          </p:nvGrpSpPr>
          <p:grpSpPr>
            <a:xfrm>
              <a:off x="6370682" y="2916899"/>
              <a:ext cx="735974" cy="1040258"/>
              <a:chOff x="3074127" y="1974066"/>
              <a:chExt cx="1992039" cy="2815637"/>
            </a:xfrm>
          </p:grpSpPr>
          <p:sp>
            <p:nvSpPr>
              <p:cNvPr id="922" name="椭圆 921">
                <a:extLst>
                  <a:ext uri="{FF2B5EF4-FFF2-40B4-BE49-F238E27FC236}">
                    <a16:creationId xmlns:a16="http://schemas.microsoft.com/office/drawing/2014/main" id="{9482FF98-A7B0-C067-8436-744F09BC579C}"/>
                  </a:ext>
                </a:extLst>
              </p:cNvPr>
              <p:cNvSpPr/>
              <p:nvPr/>
            </p:nvSpPr>
            <p:spPr>
              <a:xfrm>
                <a:off x="3074127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3" name="椭圆 922">
                <a:extLst>
                  <a:ext uri="{FF2B5EF4-FFF2-40B4-BE49-F238E27FC236}">
                    <a16:creationId xmlns:a16="http://schemas.microsoft.com/office/drawing/2014/main" id="{E37231DD-EE37-AA60-375C-08A597DF7E24}"/>
                  </a:ext>
                </a:extLst>
              </p:cNvPr>
              <p:cNvSpPr/>
              <p:nvPr/>
            </p:nvSpPr>
            <p:spPr>
              <a:xfrm>
                <a:off x="3074127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4" name="椭圆 923">
                <a:extLst>
                  <a:ext uri="{FF2B5EF4-FFF2-40B4-BE49-F238E27FC236}">
                    <a16:creationId xmlns:a16="http://schemas.microsoft.com/office/drawing/2014/main" id="{FE5C908E-AC03-B1B1-F559-927555984407}"/>
                  </a:ext>
                </a:extLst>
              </p:cNvPr>
              <p:cNvSpPr/>
              <p:nvPr/>
            </p:nvSpPr>
            <p:spPr>
              <a:xfrm>
                <a:off x="3074127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5" name="椭圆 924">
                <a:extLst>
                  <a:ext uri="{FF2B5EF4-FFF2-40B4-BE49-F238E27FC236}">
                    <a16:creationId xmlns:a16="http://schemas.microsoft.com/office/drawing/2014/main" id="{467B1ED3-FB21-3746-15BA-29C700A2E8B7}"/>
                  </a:ext>
                </a:extLst>
              </p:cNvPr>
              <p:cNvSpPr/>
              <p:nvPr/>
            </p:nvSpPr>
            <p:spPr>
              <a:xfrm>
                <a:off x="3074127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6" name="椭圆 925">
                <a:extLst>
                  <a:ext uri="{FF2B5EF4-FFF2-40B4-BE49-F238E27FC236}">
                    <a16:creationId xmlns:a16="http://schemas.microsoft.com/office/drawing/2014/main" id="{EAE86F99-7E7F-091C-FF8F-411D2473E2AB}"/>
                  </a:ext>
                </a:extLst>
              </p:cNvPr>
              <p:cNvSpPr/>
              <p:nvPr/>
            </p:nvSpPr>
            <p:spPr>
              <a:xfrm>
                <a:off x="3074127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7" name="椭圆 926">
                <a:extLst>
                  <a:ext uri="{FF2B5EF4-FFF2-40B4-BE49-F238E27FC236}">
                    <a16:creationId xmlns:a16="http://schemas.microsoft.com/office/drawing/2014/main" id="{5A04A650-3A3B-64F7-6B0D-EED906D13C32}"/>
                  </a:ext>
                </a:extLst>
              </p:cNvPr>
              <p:cNvSpPr/>
              <p:nvPr/>
            </p:nvSpPr>
            <p:spPr>
              <a:xfrm>
                <a:off x="3893469" y="197406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8" name="椭圆 927">
                <a:extLst>
                  <a:ext uri="{FF2B5EF4-FFF2-40B4-BE49-F238E27FC236}">
                    <a16:creationId xmlns:a16="http://schemas.microsoft.com/office/drawing/2014/main" id="{6BDF86C0-94F3-0BA9-54AA-9F613ACD9DAD}"/>
                  </a:ext>
                </a:extLst>
              </p:cNvPr>
              <p:cNvSpPr/>
              <p:nvPr/>
            </p:nvSpPr>
            <p:spPr>
              <a:xfrm>
                <a:off x="3893469" y="2592373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9" name="椭圆 928">
                <a:extLst>
                  <a:ext uri="{FF2B5EF4-FFF2-40B4-BE49-F238E27FC236}">
                    <a16:creationId xmlns:a16="http://schemas.microsoft.com/office/drawing/2014/main" id="{5DD21557-4727-043E-8CE7-873B4762E8BA}"/>
                  </a:ext>
                </a:extLst>
              </p:cNvPr>
              <p:cNvSpPr/>
              <p:nvPr/>
            </p:nvSpPr>
            <p:spPr>
              <a:xfrm>
                <a:off x="3893469" y="321067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0" name="椭圆 929">
                <a:extLst>
                  <a:ext uri="{FF2B5EF4-FFF2-40B4-BE49-F238E27FC236}">
                    <a16:creationId xmlns:a16="http://schemas.microsoft.com/office/drawing/2014/main" id="{345E1690-F9B1-E2FE-39C5-1AE7990B4665}"/>
                  </a:ext>
                </a:extLst>
              </p:cNvPr>
              <p:cNvSpPr/>
              <p:nvPr/>
            </p:nvSpPr>
            <p:spPr>
              <a:xfrm>
                <a:off x="3893469" y="382898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1" name="椭圆 930">
                <a:extLst>
                  <a:ext uri="{FF2B5EF4-FFF2-40B4-BE49-F238E27FC236}">
                    <a16:creationId xmlns:a16="http://schemas.microsoft.com/office/drawing/2014/main" id="{6AC10673-ED70-A448-5915-37A5CBE53148}"/>
                  </a:ext>
                </a:extLst>
              </p:cNvPr>
              <p:cNvSpPr/>
              <p:nvPr/>
            </p:nvSpPr>
            <p:spPr>
              <a:xfrm>
                <a:off x="3893469" y="4447290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2" name="椭圆 931">
                <a:extLst>
                  <a:ext uri="{FF2B5EF4-FFF2-40B4-BE49-F238E27FC236}">
                    <a16:creationId xmlns:a16="http://schemas.microsoft.com/office/drawing/2014/main" id="{2356AFED-1D35-D378-3313-7F3ED03B20AD}"/>
                  </a:ext>
                </a:extLst>
              </p:cNvPr>
              <p:cNvSpPr/>
              <p:nvPr/>
            </p:nvSpPr>
            <p:spPr>
              <a:xfrm>
                <a:off x="4712810" y="228756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3" name="椭圆 932">
                <a:extLst>
                  <a:ext uri="{FF2B5EF4-FFF2-40B4-BE49-F238E27FC236}">
                    <a16:creationId xmlns:a16="http://schemas.microsoft.com/office/drawing/2014/main" id="{001D159E-C15F-B462-CCB8-AA4D828E7AF5}"/>
                  </a:ext>
                </a:extLst>
              </p:cNvPr>
              <p:cNvSpPr/>
              <p:nvPr/>
            </p:nvSpPr>
            <p:spPr>
              <a:xfrm>
                <a:off x="4712810" y="2905876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4" name="椭圆 933">
                <a:extLst>
                  <a:ext uri="{FF2B5EF4-FFF2-40B4-BE49-F238E27FC236}">
                    <a16:creationId xmlns:a16="http://schemas.microsoft.com/office/drawing/2014/main" id="{3332DDFA-1C56-57B7-05D8-496D44E05F75}"/>
                  </a:ext>
                </a:extLst>
              </p:cNvPr>
              <p:cNvSpPr/>
              <p:nvPr/>
            </p:nvSpPr>
            <p:spPr>
              <a:xfrm>
                <a:off x="4712810" y="3524185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5" name="椭圆 934">
                <a:extLst>
                  <a:ext uri="{FF2B5EF4-FFF2-40B4-BE49-F238E27FC236}">
                    <a16:creationId xmlns:a16="http://schemas.microsoft.com/office/drawing/2014/main" id="{FF9893F6-6855-8D9C-9A23-82666CF1FA8C}"/>
                  </a:ext>
                </a:extLst>
              </p:cNvPr>
              <p:cNvSpPr/>
              <p:nvPr/>
            </p:nvSpPr>
            <p:spPr>
              <a:xfrm>
                <a:off x="4712807" y="4142489"/>
                <a:ext cx="353356" cy="3424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36" name="直接连接符 935">
                <a:extLst>
                  <a:ext uri="{FF2B5EF4-FFF2-40B4-BE49-F238E27FC236}">
                    <a16:creationId xmlns:a16="http://schemas.microsoft.com/office/drawing/2014/main" id="{16294FEB-D9CD-F934-FAC6-F601CDF49D22}"/>
                  </a:ext>
                </a:extLst>
              </p:cNvPr>
              <p:cNvCxnSpPr>
                <a:cxnSpLocks/>
                <a:stCxn id="922" idx="6"/>
                <a:endCxn id="927" idx="2"/>
              </p:cNvCxnSpPr>
              <p:nvPr/>
            </p:nvCxnSpPr>
            <p:spPr>
              <a:xfrm>
                <a:off x="3427480" y="2145271"/>
                <a:ext cx="4659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7" name="直接连接符 936">
                <a:extLst>
                  <a:ext uri="{FF2B5EF4-FFF2-40B4-BE49-F238E27FC236}">
                    <a16:creationId xmlns:a16="http://schemas.microsoft.com/office/drawing/2014/main" id="{F5537DCC-526C-19EA-80E5-49A1C4FBC7BC}"/>
                  </a:ext>
                </a:extLst>
              </p:cNvPr>
              <p:cNvCxnSpPr>
                <a:cxnSpLocks/>
                <a:stCxn id="922" idx="6"/>
                <a:endCxn id="928" idx="2"/>
              </p:cNvCxnSpPr>
              <p:nvPr/>
            </p:nvCxnSpPr>
            <p:spPr>
              <a:xfrm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8" name="直接连接符 937">
                <a:extLst>
                  <a:ext uri="{FF2B5EF4-FFF2-40B4-BE49-F238E27FC236}">
                    <a16:creationId xmlns:a16="http://schemas.microsoft.com/office/drawing/2014/main" id="{2D464FAE-2D46-F83E-820D-0DCFA0F2185D}"/>
                  </a:ext>
                </a:extLst>
              </p:cNvPr>
              <p:cNvCxnSpPr>
                <a:cxnSpLocks/>
                <a:stCxn id="922" idx="6"/>
                <a:endCxn id="92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9" name="直接连接符 938">
                <a:extLst>
                  <a:ext uri="{FF2B5EF4-FFF2-40B4-BE49-F238E27FC236}">
                    <a16:creationId xmlns:a16="http://schemas.microsoft.com/office/drawing/2014/main" id="{63F4E894-497A-CC61-03E6-176417120065}"/>
                  </a:ext>
                </a:extLst>
              </p:cNvPr>
              <p:cNvCxnSpPr>
                <a:cxnSpLocks/>
                <a:stCxn id="922" idx="6"/>
                <a:endCxn id="930" idx="2"/>
              </p:cNvCxnSpPr>
              <p:nvPr/>
            </p:nvCxnSpPr>
            <p:spPr>
              <a:xfrm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0" name="直接连接符 939">
                <a:extLst>
                  <a:ext uri="{FF2B5EF4-FFF2-40B4-BE49-F238E27FC236}">
                    <a16:creationId xmlns:a16="http://schemas.microsoft.com/office/drawing/2014/main" id="{8E638FC1-58B1-C96A-7FED-06C810E6AD34}"/>
                  </a:ext>
                </a:extLst>
              </p:cNvPr>
              <p:cNvCxnSpPr>
                <a:cxnSpLocks/>
                <a:stCxn id="922" idx="6"/>
                <a:endCxn id="931" idx="2"/>
              </p:cNvCxnSpPr>
              <p:nvPr/>
            </p:nvCxnSpPr>
            <p:spPr>
              <a:xfrm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1" name="直接连接符 940">
                <a:extLst>
                  <a:ext uri="{FF2B5EF4-FFF2-40B4-BE49-F238E27FC236}">
                    <a16:creationId xmlns:a16="http://schemas.microsoft.com/office/drawing/2014/main" id="{832E9134-05D2-C8DB-A956-12C0B1750438}"/>
                  </a:ext>
                </a:extLst>
              </p:cNvPr>
              <p:cNvCxnSpPr>
                <a:cxnSpLocks/>
                <a:stCxn id="923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2" name="直接连接符 941">
                <a:extLst>
                  <a:ext uri="{FF2B5EF4-FFF2-40B4-BE49-F238E27FC236}">
                    <a16:creationId xmlns:a16="http://schemas.microsoft.com/office/drawing/2014/main" id="{4480929C-2DFA-2946-7C96-EA65150FC3A3}"/>
                  </a:ext>
                </a:extLst>
              </p:cNvPr>
              <p:cNvCxnSpPr>
                <a:cxnSpLocks/>
                <a:stCxn id="923" idx="6"/>
                <a:endCxn id="928" idx="2"/>
              </p:cNvCxnSpPr>
              <p:nvPr/>
            </p:nvCxnSpPr>
            <p:spPr>
              <a:xfrm>
                <a:off x="3427480" y="276357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3" name="直接连接符 942">
                <a:extLst>
                  <a:ext uri="{FF2B5EF4-FFF2-40B4-BE49-F238E27FC236}">
                    <a16:creationId xmlns:a16="http://schemas.microsoft.com/office/drawing/2014/main" id="{8CE9C548-28F2-3915-8DE4-8F87B0007E26}"/>
                  </a:ext>
                </a:extLst>
              </p:cNvPr>
              <p:cNvCxnSpPr>
                <a:cxnSpLocks/>
                <a:stCxn id="923" idx="6"/>
                <a:endCxn id="929" idx="2"/>
              </p:cNvCxnSpPr>
              <p:nvPr/>
            </p:nvCxnSpPr>
            <p:spPr>
              <a:xfrm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4" name="直接连接符 943">
                <a:extLst>
                  <a:ext uri="{FF2B5EF4-FFF2-40B4-BE49-F238E27FC236}">
                    <a16:creationId xmlns:a16="http://schemas.microsoft.com/office/drawing/2014/main" id="{FB418C69-7A82-85E8-FAC4-87EBF128F801}"/>
                  </a:ext>
                </a:extLst>
              </p:cNvPr>
              <p:cNvCxnSpPr>
                <a:cxnSpLocks/>
                <a:stCxn id="923" idx="6"/>
                <a:endCxn id="930" idx="2"/>
              </p:cNvCxnSpPr>
              <p:nvPr/>
            </p:nvCxnSpPr>
            <p:spPr>
              <a:xfrm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5" name="直接连接符 944">
                <a:extLst>
                  <a:ext uri="{FF2B5EF4-FFF2-40B4-BE49-F238E27FC236}">
                    <a16:creationId xmlns:a16="http://schemas.microsoft.com/office/drawing/2014/main" id="{A76C64F4-AB6C-07CC-ACC0-003D05005BFA}"/>
                  </a:ext>
                </a:extLst>
              </p:cNvPr>
              <p:cNvCxnSpPr>
                <a:cxnSpLocks/>
                <a:stCxn id="923" idx="6"/>
                <a:endCxn id="931" idx="2"/>
              </p:cNvCxnSpPr>
              <p:nvPr/>
            </p:nvCxnSpPr>
            <p:spPr>
              <a:xfrm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6" name="直接连接符 945">
                <a:extLst>
                  <a:ext uri="{FF2B5EF4-FFF2-40B4-BE49-F238E27FC236}">
                    <a16:creationId xmlns:a16="http://schemas.microsoft.com/office/drawing/2014/main" id="{B86B85C3-D6B9-291A-B16F-E39C79598A66}"/>
                  </a:ext>
                </a:extLst>
              </p:cNvPr>
              <p:cNvCxnSpPr>
                <a:cxnSpLocks/>
                <a:stCxn id="924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7" name="直接连接符 946">
                <a:extLst>
                  <a:ext uri="{FF2B5EF4-FFF2-40B4-BE49-F238E27FC236}">
                    <a16:creationId xmlns:a16="http://schemas.microsoft.com/office/drawing/2014/main" id="{A2B5ECC3-4CEE-58B2-BB4B-1467EEE2D0C6}"/>
                  </a:ext>
                </a:extLst>
              </p:cNvPr>
              <p:cNvCxnSpPr>
                <a:cxnSpLocks/>
                <a:stCxn id="924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8" name="直接连接符 947">
                <a:extLst>
                  <a:ext uri="{FF2B5EF4-FFF2-40B4-BE49-F238E27FC236}">
                    <a16:creationId xmlns:a16="http://schemas.microsoft.com/office/drawing/2014/main" id="{7B376D01-A44F-DCFF-0081-94FBC753F819}"/>
                  </a:ext>
                </a:extLst>
              </p:cNvPr>
              <p:cNvCxnSpPr>
                <a:cxnSpLocks/>
                <a:stCxn id="924" idx="6"/>
                <a:endCxn id="929" idx="2"/>
              </p:cNvCxnSpPr>
              <p:nvPr/>
            </p:nvCxnSpPr>
            <p:spPr>
              <a:xfrm>
                <a:off x="3427480" y="3381885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9" name="直接连接符 948">
                <a:extLst>
                  <a:ext uri="{FF2B5EF4-FFF2-40B4-BE49-F238E27FC236}">
                    <a16:creationId xmlns:a16="http://schemas.microsoft.com/office/drawing/2014/main" id="{BB082846-0BE3-0ED6-559A-4410833EE88C}"/>
                  </a:ext>
                </a:extLst>
              </p:cNvPr>
              <p:cNvCxnSpPr>
                <a:cxnSpLocks/>
                <a:stCxn id="924" idx="6"/>
                <a:endCxn id="930" idx="2"/>
              </p:cNvCxnSpPr>
              <p:nvPr/>
            </p:nvCxnSpPr>
            <p:spPr>
              <a:xfrm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0" name="直接连接符 949">
                <a:extLst>
                  <a:ext uri="{FF2B5EF4-FFF2-40B4-BE49-F238E27FC236}">
                    <a16:creationId xmlns:a16="http://schemas.microsoft.com/office/drawing/2014/main" id="{BB58D97E-AA90-DFF8-9D9A-3AE08C4356BD}"/>
                  </a:ext>
                </a:extLst>
              </p:cNvPr>
              <p:cNvCxnSpPr>
                <a:cxnSpLocks/>
                <a:stCxn id="924" idx="6"/>
                <a:endCxn id="931" idx="2"/>
              </p:cNvCxnSpPr>
              <p:nvPr/>
            </p:nvCxnSpPr>
            <p:spPr>
              <a:xfrm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1" name="直接连接符 950">
                <a:extLst>
                  <a:ext uri="{FF2B5EF4-FFF2-40B4-BE49-F238E27FC236}">
                    <a16:creationId xmlns:a16="http://schemas.microsoft.com/office/drawing/2014/main" id="{D9EEED21-69EE-B122-BED2-0F5D6317DD00}"/>
                  </a:ext>
                </a:extLst>
              </p:cNvPr>
              <p:cNvCxnSpPr>
                <a:cxnSpLocks/>
                <a:stCxn id="925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2" name="直接连接符 951">
                <a:extLst>
                  <a:ext uri="{FF2B5EF4-FFF2-40B4-BE49-F238E27FC236}">
                    <a16:creationId xmlns:a16="http://schemas.microsoft.com/office/drawing/2014/main" id="{FEC1FA54-A563-D299-675C-53B7A813D7F9}"/>
                  </a:ext>
                </a:extLst>
              </p:cNvPr>
              <p:cNvCxnSpPr>
                <a:cxnSpLocks/>
                <a:stCxn id="925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3" name="直接连接符 952">
                <a:extLst>
                  <a:ext uri="{FF2B5EF4-FFF2-40B4-BE49-F238E27FC236}">
                    <a16:creationId xmlns:a16="http://schemas.microsoft.com/office/drawing/2014/main" id="{890F6B8A-3B7D-1973-0EA2-F75DDADDECA5}"/>
                  </a:ext>
                </a:extLst>
              </p:cNvPr>
              <p:cNvCxnSpPr>
                <a:cxnSpLocks/>
                <a:stCxn id="925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4" name="直接连接符 953">
                <a:extLst>
                  <a:ext uri="{FF2B5EF4-FFF2-40B4-BE49-F238E27FC236}">
                    <a16:creationId xmlns:a16="http://schemas.microsoft.com/office/drawing/2014/main" id="{77E6BB39-38AC-48B7-09DC-1D96AE27F673}"/>
                  </a:ext>
                </a:extLst>
              </p:cNvPr>
              <p:cNvCxnSpPr>
                <a:cxnSpLocks/>
                <a:stCxn id="925" idx="6"/>
                <a:endCxn id="930" idx="2"/>
              </p:cNvCxnSpPr>
              <p:nvPr/>
            </p:nvCxnSpPr>
            <p:spPr>
              <a:xfrm>
                <a:off x="3427480" y="4000191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5" name="直接连接符 954">
                <a:extLst>
                  <a:ext uri="{FF2B5EF4-FFF2-40B4-BE49-F238E27FC236}">
                    <a16:creationId xmlns:a16="http://schemas.microsoft.com/office/drawing/2014/main" id="{4C224BE2-D16A-E4B6-16BE-3AC1866BB414}"/>
                  </a:ext>
                </a:extLst>
              </p:cNvPr>
              <p:cNvCxnSpPr>
                <a:cxnSpLocks/>
                <a:stCxn id="925" idx="6"/>
                <a:endCxn id="931" idx="2"/>
              </p:cNvCxnSpPr>
              <p:nvPr/>
            </p:nvCxnSpPr>
            <p:spPr>
              <a:xfrm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6" name="直接连接符 955">
                <a:extLst>
                  <a:ext uri="{FF2B5EF4-FFF2-40B4-BE49-F238E27FC236}">
                    <a16:creationId xmlns:a16="http://schemas.microsoft.com/office/drawing/2014/main" id="{A2908907-C7C4-6BCE-B9ED-09E76D3D5F99}"/>
                  </a:ext>
                </a:extLst>
              </p:cNvPr>
              <p:cNvCxnSpPr>
                <a:cxnSpLocks/>
                <a:stCxn id="926" idx="6"/>
                <a:endCxn id="927" idx="2"/>
              </p:cNvCxnSpPr>
              <p:nvPr/>
            </p:nvCxnSpPr>
            <p:spPr>
              <a:xfrm flipV="1">
                <a:off x="3427480" y="2145271"/>
                <a:ext cx="465983" cy="24732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7" name="直接连接符 956">
                <a:extLst>
                  <a:ext uri="{FF2B5EF4-FFF2-40B4-BE49-F238E27FC236}">
                    <a16:creationId xmlns:a16="http://schemas.microsoft.com/office/drawing/2014/main" id="{602D0605-A54B-4A43-B48A-D968B6D55291}"/>
                  </a:ext>
                </a:extLst>
              </p:cNvPr>
              <p:cNvCxnSpPr>
                <a:cxnSpLocks/>
                <a:stCxn id="926" idx="6"/>
                <a:endCxn id="928" idx="2"/>
              </p:cNvCxnSpPr>
              <p:nvPr/>
            </p:nvCxnSpPr>
            <p:spPr>
              <a:xfrm flipV="1">
                <a:off x="3427480" y="2763578"/>
                <a:ext cx="465983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8" name="直接连接符 957">
                <a:extLst>
                  <a:ext uri="{FF2B5EF4-FFF2-40B4-BE49-F238E27FC236}">
                    <a16:creationId xmlns:a16="http://schemas.microsoft.com/office/drawing/2014/main" id="{D4DCFB20-AFAD-555B-535F-B85B4040A7A1}"/>
                  </a:ext>
                </a:extLst>
              </p:cNvPr>
              <p:cNvCxnSpPr>
                <a:cxnSpLocks/>
                <a:stCxn id="926" idx="6"/>
                <a:endCxn id="929" idx="2"/>
              </p:cNvCxnSpPr>
              <p:nvPr/>
            </p:nvCxnSpPr>
            <p:spPr>
              <a:xfrm flipV="1">
                <a:off x="3427480" y="3381885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连接符 958">
                <a:extLst>
                  <a:ext uri="{FF2B5EF4-FFF2-40B4-BE49-F238E27FC236}">
                    <a16:creationId xmlns:a16="http://schemas.microsoft.com/office/drawing/2014/main" id="{1D345571-7414-8A79-E3E8-623D263B7CC5}"/>
                  </a:ext>
                </a:extLst>
              </p:cNvPr>
              <p:cNvCxnSpPr>
                <a:cxnSpLocks/>
                <a:stCxn id="926" idx="6"/>
                <a:endCxn id="930" idx="2"/>
              </p:cNvCxnSpPr>
              <p:nvPr/>
            </p:nvCxnSpPr>
            <p:spPr>
              <a:xfrm flipV="1">
                <a:off x="3427480" y="4000191"/>
                <a:ext cx="465983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0" name="直接连接符 959">
                <a:extLst>
                  <a:ext uri="{FF2B5EF4-FFF2-40B4-BE49-F238E27FC236}">
                    <a16:creationId xmlns:a16="http://schemas.microsoft.com/office/drawing/2014/main" id="{0EC4A59B-C165-7179-7A01-FE06B2BB3ACB}"/>
                  </a:ext>
                </a:extLst>
              </p:cNvPr>
              <p:cNvCxnSpPr>
                <a:cxnSpLocks/>
                <a:stCxn id="926" idx="6"/>
                <a:endCxn id="931" idx="2"/>
              </p:cNvCxnSpPr>
              <p:nvPr/>
            </p:nvCxnSpPr>
            <p:spPr>
              <a:xfrm>
                <a:off x="3427480" y="4618498"/>
                <a:ext cx="46598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1" name="直接连接符 960">
                <a:extLst>
                  <a:ext uri="{FF2B5EF4-FFF2-40B4-BE49-F238E27FC236}">
                    <a16:creationId xmlns:a16="http://schemas.microsoft.com/office/drawing/2014/main" id="{9B1C4359-A454-90CD-8DE4-0D7A4A582E50}"/>
                  </a:ext>
                </a:extLst>
              </p:cNvPr>
              <p:cNvCxnSpPr>
                <a:cxnSpLocks/>
                <a:stCxn id="927" idx="6"/>
                <a:endCxn id="932" idx="2"/>
              </p:cNvCxnSpPr>
              <p:nvPr/>
            </p:nvCxnSpPr>
            <p:spPr>
              <a:xfrm>
                <a:off x="4246821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2" name="直接连接符 961">
                <a:extLst>
                  <a:ext uri="{FF2B5EF4-FFF2-40B4-BE49-F238E27FC236}">
                    <a16:creationId xmlns:a16="http://schemas.microsoft.com/office/drawing/2014/main" id="{9B058FCF-D03B-641C-401E-95B40EF7B76F}"/>
                  </a:ext>
                </a:extLst>
              </p:cNvPr>
              <p:cNvCxnSpPr>
                <a:cxnSpLocks/>
                <a:stCxn id="927" idx="6"/>
                <a:endCxn id="933" idx="2"/>
              </p:cNvCxnSpPr>
              <p:nvPr/>
            </p:nvCxnSpPr>
            <p:spPr>
              <a:xfrm>
                <a:off x="4246821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3" name="直接连接符 962">
                <a:extLst>
                  <a:ext uri="{FF2B5EF4-FFF2-40B4-BE49-F238E27FC236}">
                    <a16:creationId xmlns:a16="http://schemas.microsoft.com/office/drawing/2014/main" id="{331B6A21-D8AC-4C48-551E-A6BDD745A3BF}"/>
                  </a:ext>
                </a:extLst>
              </p:cNvPr>
              <p:cNvCxnSpPr>
                <a:cxnSpLocks/>
                <a:stCxn id="927" idx="6"/>
                <a:endCxn id="934" idx="2"/>
              </p:cNvCxnSpPr>
              <p:nvPr/>
            </p:nvCxnSpPr>
            <p:spPr>
              <a:xfrm>
                <a:off x="4246821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4" name="直接连接符 963">
                <a:extLst>
                  <a:ext uri="{FF2B5EF4-FFF2-40B4-BE49-F238E27FC236}">
                    <a16:creationId xmlns:a16="http://schemas.microsoft.com/office/drawing/2014/main" id="{27DB1C46-1996-9EA1-BE27-6D9F2365CBEF}"/>
                  </a:ext>
                </a:extLst>
              </p:cNvPr>
              <p:cNvCxnSpPr>
                <a:cxnSpLocks/>
                <a:stCxn id="927" idx="6"/>
                <a:endCxn id="935" idx="2"/>
              </p:cNvCxnSpPr>
              <p:nvPr/>
            </p:nvCxnSpPr>
            <p:spPr>
              <a:xfrm>
                <a:off x="4246821" y="2145271"/>
                <a:ext cx="465986" cy="21684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5" name="直接连接符 964">
                <a:extLst>
                  <a:ext uri="{FF2B5EF4-FFF2-40B4-BE49-F238E27FC236}">
                    <a16:creationId xmlns:a16="http://schemas.microsoft.com/office/drawing/2014/main" id="{474900DD-0723-FF41-B8AD-68EB7A2922A3}"/>
                  </a:ext>
                </a:extLst>
              </p:cNvPr>
              <p:cNvCxnSpPr>
                <a:cxnSpLocks/>
                <a:stCxn id="928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6" name="直接连接符 965">
                <a:extLst>
                  <a:ext uri="{FF2B5EF4-FFF2-40B4-BE49-F238E27FC236}">
                    <a16:creationId xmlns:a16="http://schemas.microsoft.com/office/drawing/2014/main" id="{C2110881-210F-2275-9905-6B002E87459C}"/>
                  </a:ext>
                </a:extLst>
              </p:cNvPr>
              <p:cNvCxnSpPr>
                <a:cxnSpLocks/>
                <a:stCxn id="928" idx="6"/>
                <a:endCxn id="933" idx="2"/>
              </p:cNvCxnSpPr>
              <p:nvPr/>
            </p:nvCxnSpPr>
            <p:spPr>
              <a:xfrm>
                <a:off x="4246821" y="2763578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7" name="直接连接符 966">
                <a:extLst>
                  <a:ext uri="{FF2B5EF4-FFF2-40B4-BE49-F238E27FC236}">
                    <a16:creationId xmlns:a16="http://schemas.microsoft.com/office/drawing/2014/main" id="{C130F073-D210-AF5F-C76B-E0C1A9FC3685}"/>
                  </a:ext>
                </a:extLst>
              </p:cNvPr>
              <p:cNvCxnSpPr>
                <a:cxnSpLocks/>
                <a:stCxn id="928" idx="6"/>
                <a:endCxn id="934" idx="2"/>
              </p:cNvCxnSpPr>
              <p:nvPr/>
            </p:nvCxnSpPr>
            <p:spPr>
              <a:xfrm>
                <a:off x="4246821" y="2763578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8" name="直接连接符 967">
                <a:extLst>
                  <a:ext uri="{FF2B5EF4-FFF2-40B4-BE49-F238E27FC236}">
                    <a16:creationId xmlns:a16="http://schemas.microsoft.com/office/drawing/2014/main" id="{896A7E6B-E0F4-DEC5-0449-0FFDE9B3D1C4}"/>
                  </a:ext>
                </a:extLst>
              </p:cNvPr>
              <p:cNvCxnSpPr>
                <a:cxnSpLocks/>
                <a:stCxn id="928" idx="6"/>
                <a:endCxn id="935" idx="2"/>
              </p:cNvCxnSpPr>
              <p:nvPr/>
            </p:nvCxnSpPr>
            <p:spPr>
              <a:xfrm>
                <a:off x="4246821" y="2763578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9" name="直接连接符 968">
                <a:extLst>
                  <a:ext uri="{FF2B5EF4-FFF2-40B4-BE49-F238E27FC236}">
                    <a16:creationId xmlns:a16="http://schemas.microsoft.com/office/drawing/2014/main" id="{F078AFB0-C891-495E-2697-F63DE1E21F00}"/>
                  </a:ext>
                </a:extLst>
              </p:cNvPr>
              <p:cNvCxnSpPr>
                <a:cxnSpLocks/>
                <a:stCxn id="929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0" name="直接连接符 969">
                <a:extLst>
                  <a:ext uri="{FF2B5EF4-FFF2-40B4-BE49-F238E27FC236}">
                    <a16:creationId xmlns:a16="http://schemas.microsoft.com/office/drawing/2014/main" id="{0C43A329-B855-791F-8B6F-DE0ECA395A70}"/>
                  </a:ext>
                </a:extLst>
              </p:cNvPr>
              <p:cNvCxnSpPr>
                <a:cxnSpLocks/>
                <a:stCxn id="930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9231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1" name="直接连接符 970">
                <a:extLst>
                  <a:ext uri="{FF2B5EF4-FFF2-40B4-BE49-F238E27FC236}">
                    <a16:creationId xmlns:a16="http://schemas.microsoft.com/office/drawing/2014/main" id="{18802A45-A6BE-C5D5-36D0-CA91EEECBABE}"/>
                  </a:ext>
                </a:extLst>
              </p:cNvPr>
              <p:cNvCxnSpPr>
                <a:cxnSpLocks/>
                <a:stCxn id="930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2" name="直接连接符 971">
                <a:extLst>
                  <a:ext uri="{FF2B5EF4-FFF2-40B4-BE49-F238E27FC236}">
                    <a16:creationId xmlns:a16="http://schemas.microsoft.com/office/drawing/2014/main" id="{668E5999-3927-0CE5-82DE-032037A4871D}"/>
                  </a:ext>
                </a:extLst>
              </p:cNvPr>
              <p:cNvCxnSpPr>
                <a:cxnSpLocks/>
                <a:stCxn id="930" idx="6"/>
                <a:endCxn id="935" idx="2"/>
              </p:cNvCxnSpPr>
              <p:nvPr/>
            </p:nvCxnSpPr>
            <p:spPr>
              <a:xfrm>
                <a:off x="4246821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3" name="直接连接符 972">
                <a:extLst>
                  <a:ext uri="{FF2B5EF4-FFF2-40B4-BE49-F238E27FC236}">
                    <a16:creationId xmlns:a16="http://schemas.microsoft.com/office/drawing/2014/main" id="{86C41913-BE90-673D-6A3A-0E85DEE485A0}"/>
                  </a:ext>
                </a:extLst>
              </p:cNvPr>
              <p:cNvCxnSpPr>
                <a:cxnSpLocks/>
                <a:stCxn id="931" idx="6"/>
                <a:endCxn id="932" idx="2"/>
              </p:cNvCxnSpPr>
              <p:nvPr/>
            </p:nvCxnSpPr>
            <p:spPr>
              <a:xfrm flipV="1">
                <a:off x="4246821" y="2458774"/>
                <a:ext cx="465986" cy="215972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4" name="直接连接符 973">
                <a:extLst>
                  <a:ext uri="{FF2B5EF4-FFF2-40B4-BE49-F238E27FC236}">
                    <a16:creationId xmlns:a16="http://schemas.microsoft.com/office/drawing/2014/main" id="{2B7CC3EA-C4DE-C5C4-72AB-7A033292D383}"/>
                  </a:ext>
                </a:extLst>
              </p:cNvPr>
              <p:cNvCxnSpPr>
                <a:cxnSpLocks/>
                <a:stCxn id="931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5" name="直接连接符 974">
                <a:extLst>
                  <a:ext uri="{FF2B5EF4-FFF2-40B4-BE49-F238E27FC236}">
                    <a16:creationId xmlns:a16="http://schemas.microsoft.com/office/drawing/2014/main" id="{B586D910-F247-CCD1-202C-B75D12B1525C}"/>
                  </a:ext>
                </a:extLst>
              </p:cNvPr>
              <p:cNvCxnSpPr>
                <a:cxnSpLocks/>
                <a:stCxn id="931" idx="6"/>
                <a:endCxn id="935" idx="2"/>
              </p:cNvCxnSpPr>
              <p:nvPr/>
            </p:nvCxnSpPr>
            <p:spPr>
              <a:xfrm flipV="1">
                <a:off x="4246821" y="4313697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6" name="直接连接符 975">
                <a:extLst>
                  <a:ext uri="{FF2B5EF4-FFF2-40B4-BE49-F238E27FC236}">
                    <a16:creationId xmlns:a16="http://schemas.microsoft.com/office/drawing/2014/main" id="{667FA107-EC5C-F219-3156-A45F81716D3D}"/>
                  </a:ext>
                </a:extLst>
              </p:cNvPr>
              <p:cNvCxnSpPr>
                <a:cxnSpLocks/>
                <a:stCxn id="929" idx="6"/>
                <a:endCxn id="933" idx="2"/>
              </p:cNvCxnSpPr>
              <p:nvPr/>
            </p:nvCxnSpPr>
            <p:spPr>
              <a:xfrm flipV="1">
                <a:off x="4246821" y="3077081"/>
                <a:ext cx="465986" cy="30480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7" name="直接连接符 976">
                <a:extLst>
                  <a:ext uri="{FF2B5EF4-FFF2-40B4-BE49-F238E27FC236}">
                    <a16:creationId xmlns:a16="http://schemas.microsoft.com/office/drawing/2014/main" id="{FE064426-8548-2E54-4477-2D6C1AE9F51F}"/>
                  </a:ext>
                </a:extLst>
              </p:cNvPr>
              <p:cNvCxnSpPr>
                <a:cxnSpLocks/>
                <a:stCxn id="929" idx="6"/>
                <a:endCxn id="934" idx="2"/>
              </p:cNvCxnSpPr>
              <p:nvPr/>
            </p:nvCxnSpPr>
            <p:spPr>
              <a:xfrm>
                <a:off x="4246821" y="3381885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8" name="直接连接符 977">
                <a:extLst>
                  <a:ext uri="{FF2B5EF4-FFF2-40B4-BE49-F238E27FC236}">
                    <a16:creationId xmlns:a16="http://schemas.microsoft.com/office/drawing/2014/main" id="{72A2A62E-BDC5-CD73-8C81-9F1590FD4EF6}"/>
                  </a:ext>
                </a:extLst>
              </p:cNvPr>
              <p:cNvCxnSpPr>
                <a:cxnSpLocks/>
                <a:stCxn id="929" idx="6"/>
                <a:endCxn id="935" idx="2"/>
              </p:cNvCxnSpPr>
              <p:nvPr/>
            </p:nvCxnSpPr>
            <p:spPr>
              <a:xfrm>
                <a:off x="4246826" y="3381885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9" name="直接连接符 978">
                <a:extLst>
                  <a:ext uri="{FF2B5EF4-FFF2-40B4-BE49-F238E27FC236}">
                    <a16:creationId xmlns:a16="http://schemas.microsoft.com/office/drawing/2014/main" id="{4FF58F3A-34D0-004C-4F17-590CA4D0BD05}"/>
                  </a:ext>
                </a:extLst>
              </p:cNvPr>
              <p:cNvCxnSpPr>
                <a:cxnSpLocks/>
                <a:stCxn id="930" idx="6"/>
                <a:endCxn id="932" idx="2"/>
              </p:cNvCxnSpPr>
              <p:nvPr/>
            </p:nvCxnSpPr>
            <p:spPr>
              <a:xfrm flipV="1">
                <a:off x="4246824" y="2458774"/>
                <a:ext cx="465986" cy="154141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0" name="直接连接符 979">
                <a:extLst>
                  <a:ext uri="{FF2B5EF4-FFF2-40B4-BE49-F238E27FC236}">
                    <a16:creationId xmlns:a16="http://schemas.microsoft.com/office/drawing/2014/main" id="{93184309-69BA-52D8-5769-12F1DD8C9FD3}"/>
                  </a:ext>
                </a:extLst>
              </p:cNvPr>
              <p:cNvCxnSpPr>
                <a:cxnSpLocks/>
                <a:stCxn id="931" idx="6"/>
                <a:endCxn id="934" idx="2"/>
              </p:cNvCxnSpPr>
              <p:nvPr/>
            </p:nvCxnSpPr>
            <p:spPr>
              <a:xfrm flipV="1">
                <a:off x="4246821" y="3695390"/>
                <a:ext cx="465986" cy="923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3" name="组合 992">
            <a:extLst>
              <a:ext uri="{FF2B5EF4-FFF2-40B4-BE49-F238E27FC236}">
                <a16:creationId xmlns:a16="http://schemas.microsoft.com/office/drawing/2014/main" id="{F74DC4E6-6348-B6D8-E003-65D950713793}"/>
              </a:ext>
            </a:extLst>
          </p:cNvPr>
          <p:cNvGrpSpPr/>
          <p:nvPr/>
        </p:nvGrpSpPr>
        <p:grpSpPr>
          <a:xfrm>
            <a:off x="5382229" y="4012738"/>
            <a:ext cx="1077964" cy="1218559"/>
            <a:chOff x="4296949" y="2794325"/>
            <a:chExt cx="1077964" cy="1218559"/>
          </a:xfrm>
        </p:grpSpPr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573AA2E2-5D22-53F6-FA08-92AB6F0318B1}"/>
                </a:ext>
              </a:extLst>
            </p:cNvPr>
            <p:cNvSpPr/>
            <p:nvPr/>
          </p:nvSpPr>
          <p:spPr>
            <a:xfrm>
              <a:off x="4296949" y="2794325"/>
              <a:ext cx="1077964" cy="1218559"/>
            </a:xfrm>
            <a:prstGeom prst="roundRect">
              <a:avLst>
                <a:gd name="adj" fmla="val 842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1" name="组合 800">
              <a:extLst>
                <a:ext uri="{FF2B5EF4-FFF2-40B4-BE49-F238E27FC236}">
                  <a16:creationId xmlns:a16="http://schemas.microsoft.com/office/drawing/2014/main" id="{DC883347-6597-BED8-9510-AE6D2C5C74F5}"/>
                </a:ext>
              </a:extLst>
            </p:cNvPr>
            <p:cNvGrpSpPr/>
            <p:nvPr/>
          </p:nvGrpSpPr>
          <p:grpSpPr>
            <a:xfrm>
              <a:off x="4462805" y="2909713"/>
              <a:ext cx="735974" cy="1040258"/>
              <a:chOff x="3074124" y="1974065"/>
              <a:chExt cx="1992038" cy="2815638"/>
            </a:xfrm>
          </p:grpSpPr>
          <p:sp>
            <p:nvSpPr>
              <p:cNvPr id="802" name="椭圆 801">
                <a:extLst>
                  <a:ext uri="{FF2B5EF4-FFF2-40B4-BE49-F238E27FC236}">
                    <a16:creationId xmlns:a16="http://schemas.microsoft.com/office/drawing/2014/main" id="{C17D423F-D54D-5AEE-D867-66944899AE31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3" name="椭圆 802">
                <a:extLst>
                  <a:ext uri="{FF2B5EF4-FFF2-40B4-BE49-F238E27FC236}">
                    <a16:creationId xmlns:a16="http://schemas.microsoft.com/office/drawing/2014/main" id="{E57D36CB-0F9C-CA5F-A9C3-EB53F2A4803F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4" name="椭圆 803">
                <a:extLst>
                  <a:ext uri="{FF2B5EF4-FFF2-40B4-BE49-F238E27FC236}">
                    <a16:creationId xmlns:a16="http://schemas.microsoft.com/office/drawing/2014/main" id="{54139F5E-BFC9-6820-8872-56104CE5B95A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5" name="椭圆 804">
                <a:extLst>
                  <a:ext uri="{FF2B5EF4-FFF2-40B4-BE49-F238E27FC236}">
                    <a16:creationId xmlns:a16="http://schemas.microsoft.com/office/drawing/2014/main" id="{241EC6FE-BD1D-CD41-DBD2-9539AE59E10A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6" name="椭圆 805">
                <a:extLst>
                  <a:ext uri="{FF2B5EF4-FFF2-40B4-BE49-F238E27FC236}">
                    <a16:creationId xmlns:a16="http://schemas.microsoft.com/office/drawing/2014/main" id="{D83027F1-EB30-5729-FA0A-A010159029A5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7" name="椭圆 806">
                <a:extLst>
                  <a:ext uri="{FF2B5EF4-FFF2-40B4-BE49-F238E27FC236}">
                    <a16:creationId xmlns:a16="http://schemas.microsoft.com/office/drawing/2014/main" id="{B0832664-4EC7-F497-6467-C9BD1BB1A28B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8" name="椭圆 807">
                <a:extLst>
                  <a:ext uri="{FF2B5EF4-FFF2-40B4-BE49-F238E27FC236}">
                    <a16:creationId xmlns:a16="http://schemas.microsoft.com/office/drawing/2014/main" id="{B147C669-462A-2693-72FB-9920DC71D4B4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9" name="椭圆 808">
                <a:extLst>
                  <a:ext uri="{FF2B5EF4-FFF2-40B4-BE49-F238E27FC236}">
                    <a16:creationId xmlns:a16="http://schemas.microsoft.com/office/drawing/2014/main" id="{FD6EFF29-E027-AD0E-6DC9-C25FCA983592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0" name="椭圆 809">
                <a:extLst>
                  <a:ext uri="{FF2B5EF4-FFF2-40B4-BE49-F238E27FC236}">
                    <a16:creationId xmlns:a16="http://schemas.microsoft.com/office/drawing/2014/main" id="{086837B6-6031-7775-7D5E-EDC8D7F7D2AB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1" name="椭圆 810">
                <a:extLst>
                  <a:ext uri="{FF2B5EF4-FFF2-40B4-BE49-F238E27FC236}">
                    <a16:creationId xmlns:a16="http://schemas.microsoft.com/office/drawing/2014/main" id="{EDD8D737-DEF6-C740-E110-0FA052A2E681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2" name="椭圆 811">
                <a:extLst>
                  <a:ext uri="{FF2B5EF4-FFF2-40B4-BE49-F238E27FC236}">
                    <a16:creationId xmlns:a16="http://schemas.microsoft.com/office/drawing/2014/main" id="{F125C0A8-E1D8-308C-4AB4-747EF0C05CE1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3" name="椭圆 812">
                <a:extLst>
                  <a:ext uri="{FF2B5EF4-FFF2-40B4-BE49-F238E27FC236}">
                    <a16:creationId xmlns:a16="http://schemas.microsoft.com/office/drawing/2014/main" id="{5176E90C-D793-3B26-CAF9-E98BD45C3F1A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4" name="椭圆 813">
                <a:extLst>
                  <a:ext uri="{FF2B5EF4-FFF2-40B4-BE49-F238E27FC236}">
                    <a16:creationId xmlns:a16="http://schemas.microsoft.com/office/drawing/2014/main" id="{45E1E9F9-8B73-9AC3-658C-D9DA3567DC70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5" name="椭圆 814">
                <a:extLst>
                  <a:ext uri="{FF2B5EF4-FFF2-40B4-BE49-F238E27FC236}">
                    <a16:creationId xmlns:a16="http://schemas.microsoft.com/office/drawing/2014/main" id="{BF3208F0-0288-26F9-A1B5-816E448638D6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16" name="直接连接符 815">
                <a:extLst>
                  <a:ext uri="{FF2B5EF4-FFF2-40B4-BE49-F238E27FC236}">
                    <a16:creationId xmlns:a16="http://schemas.microsoft.com/office/drawing/2014/main" id="{0B7E0878-D33D-7269-272C-DAB724410D81}"/>
                  </a:ext>
                </a:extLst>
              </p:cNvPr>
              <p:cNvCxnSpPr>
                <a:cxnSpLocks/>
                <a:stCxn id="802" idx="6"/>
                <a:endCxn id="80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直接连接符 816">
                <a:extLst>
                  <a:ext uri="{FF2B5EF4-FFF2-40B4-BE49-F238E27FC236}">
                    <a16:creationId xmlns:a16="http://schemas.microsoft.com/office/drawing/2014/main" id="{5262A2AA-AD46-1A4F-FB24-420ED4A26929}"/>
                  </a:ext>
                </a:extLst>
              </p:cNvPr>
              <p:cNvCxnSpPr>
                <a:cxnSpLocks/>
                <a:stCxn id="802" idx="6"/>
                <a:endCxn id="80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8" name="直接连接符 817">
                <a:extLst>
                  <a:ext uri="{FF2B5EF4-FFF2-40B4-BE49-F238E27FC236}">
                    <a16:creationId xmlns:a16="http://schemas.microsoft.com/office/drawing/2014/main" id="{0884382B-7825-9F28-F32E-79A272A80A95}"/>
                  </a:ext>
                </a:extLst>
              </p:cNvPr>
              <p:cNvCxnSpPr>
                <a:cxnSpLocks/>
                <a:stCxn id="802" idx="6"/>
                <a:endCxn id="80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9" name="直接连接符 818">
                <a:extLst>
                  <a:ext uri="{FF2B5EF4-FFF2-40B4-BE49-F238E27FC236}">
                    <a16:creationId xmlns:a16="http://schemas.microsoft.com/office/drawing/2014/main" id="{203E0623-F3BE-7827-60BE-0D4A1E89739C}"/>
                  </a:ext>
                </a:extLst>
              </p:cNvPr>
              <p:cNvCxnSpPr>
                <a:cxnSpLocks/>
                <a:stCxn id="802" idx="6"/>
                <a:endCxn id="81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0" name="直接连接符 819">
                <a:extLst>
                  <a:ext uri="{FF2B5EF4-FFF2-40B4-BE49-F238E27FC236}">
                    <a16:creationId xmlns:a16="http://schemas.microsoft.com/office/drawing/2014/main" id="{D0617A93-1AD0-83AE-E013-904B7C2C352C}"/>
                  </a:ext>
                </a:extLst>
              </p:cNvPr>
              <p:cNvCxnSpPr>
                <a:cxnSpLocks/>
                <a:stCxn id="802" idx="6"/>
                <a:endCxn id="81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1" name="直接连接符 820">
                <a:extLst>
                  <a:ext uri="{FF2B5EF4-FFF2-40B4-BE49-F238E27FC236}">
                    <a16:creationId xmlns:a16="http://schemas.microsoft.com/office/drawing/2014/main" id="{A6DAD343-5DD2-3959-15CA-0912A552A6CA}"/>
                  </a:ext>
                </a:extLst>
              </p:cNvPr>
              <p:cNvCxnSpPr>
                <a:cxnSpLocks/>
                <a:stCxn id="803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2" name="直接连接符 821">
                <a:extLst>
                  <a:ext uri="{FF2B5EF4-FFF2-40B4-BE49-F238E27FC236}">
                    <a16:creationId xmlns:a16="http://schemas.microsoft.com/office/drawing/2014/main" id="{FE7EB0B6-5F72-C19A-C0FC-DDBBF5BCE3D0}"/>
                  </a:ext>
                </a:extLst>
              </p:cNvPr>
              <p:cNvCxnSpPr>
                <a:cxnSpLocks/>
                <a:stCxn id="803" idx="6"/>
                <a:endCxn id="80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3" name="直接连接符 822">
                <a:extLst>
                  <a:ext uri="{FF2B5EF4-FFF2-40B4-BE49-F238E27FC236}">
                    <a16:creationId xmlns:a16="http://schemas.microsoft.com/office/drawing/2014/main" id="{5E1992B6-65C8-7F18-5765-F01202369D08}"/>
                  </a:ext>
                </a:extLst>
              </p:cNvPr>
              <p:cNvCxnSpPr>
                <a:cxnSpLocks/>
                <a:stCxn id="803" idx="6"/>
                <a:endCxn id="80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4" name="直接连接符 823">
                <a:extLst>
                  <a:ext uri="{FF2B5EF4-FFF2-40B4-BE49-F238E27FC236}">
                    <a16:creationId xmlns:a16="http://schemas.microsoft.com/office/drawing/2014/main" id="{8E6F10CD-B6DF-1822-758D-29CA85909D2E}"/>
                  </a:ext>
                </a:extLst>
              </p:cNvPr>
              <p:cNvCxnSpPr>
                <a:cxnSpLocks/>
                <a:stCxn id="803" idx="6"/>
                <a:endCxn id="81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5" name="直接连接符 824">
                <a:extLst>
                  <a:ext uri="{FF2B5EF4-FFF2-40B4-BE49-F238E27FC236}">
                    <a16:creationId xmlns:a16="http://schemas.microsoft.com/office/drawing/2014/main" id="{49BB46B5-8236-311A-6B7C-D9735D1F5AFF}"/>
                  </a:ext>
                </a:extLst>
              </p:cNvPr>
              <p:cNvCxnSpPr>
                <a:cxnSpLocks/>
                <a:stCxn id="803" idx="6"/>
                <a:endCxn id="81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6" name="直接连接符 825">
                <a:extLst>
                  <a:ext uri="{FF2B5EF4-FFF2-40B4-BE49-F238E27FC236}">
                    <a16:creationId xmlns:a16="http://schemas.microsoft.com/office/drawing/2014/main" id="{A9879835-E6F7-FC65-B9DA-2F12859CC65A}"/>
                  </a:ext>
                </a:extLst>
              </p:cNvPr>
              <p:cNvCxnSpPr>
                <a:cxnSpLocks/>
                <a:stCxn id="804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7" name="直接连接符 826">
                <a:extLst>
                  <a:ext uri="{FF2B5EF4-FFF2-40B4-BE49-F238E27FC236}">
                    <a16:creationId xmlns:a16="http://schemas.microsoft.com/office/drawing/2014/main" id="{15599CE2-B391-81DB-9E2F-8D02F5F6D839}"/>
                  </a:ext>
                </a:extLst>
              </p:cNvPr>
              <p:cNvCxnSpPr>
                <a:cxnSpLocks/>
                <a:stCxn id="804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8" name="直接连接符 827">
                <a:extLst>
                  <a:ext uri="{FF2B5EF4-FFF2-40B4-BE49-F238E27FC236}">
                    <a16:creationId xmlns:a16="http://schemas.microsoft.com/office/drawing/2014/main" id="{CF3A5944-1DC4-2F39-50EB-0A13BC54DCEA}"/>
                  </a:ext>
                </a:extLst>
              </p:cNvPr>
              <p:cNvCxnSpPr>
                <a:cxnSpLocks/>
                <a:stCxn id="804" idx="6"/>
                <a:endCxn id="80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9" name="直接连接符 828">
                <a:extLst>
                  <a:ext uri="{FF2B5EF4-FFF2-40B4-BE49-F238E27FC236}">
                    <a16:creationId xmlns:a16="http://schemas.microsoft.com/office/drawing/2014/main" id="{E3CD8634-EB89-1686-0A30-9B2B7A393508}"/>
                  </a:ext>
                </a:extLst>
              </p:cNvPr>
              <p:cNvCxnSpPr>
                <a:cxnSpLocks/>
                <a:stCxn id="804" idx="6"/>
                <a:endCxn id="81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0" name="直接连接符 829">
                <a:extLst>
                  <a:ext uri="{FF2B5EF4-FFF2-40B4-BE49-F238E27FC236}">
                    <a16:creationId xmlns:a16="http://schemas.microsoft.com/office/drawing/2014/main" id="{7F9E7851-576D-C1A9-1FAB-538F49C40369}"/>
                  </a:ext>
                </a:extLst>
              </p:cNvPr>
              <p:cNvCxnSpPr>
                <a:cxnSpLocks/>
                <a:stCxn id="804" idx="6"/>
                <a:endCxn id="81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1" name="直接连接符 830">
                <a:extLst>
                  <a:ext uri="{FF2B5EF4-FFF2-40B4-BE49-F238E27FC236}">
                    <a16:creationId xmlns:a16="http://schemas.microsoft.com/office/drawing/2014/main" id="{F30D70C5-8867-E203-8107-A6CE1A958F31}"/>
                  </a:ext>
                </a:extLst>
              </p:cNvPr>
              <p:cNvCxnSpPr>
                <a:cxnSpLocks/>
                <a:stCxn id="805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2" name="直接连接符 831">
                <a:extLst>
                  <a:ext uri="{FF2B5EF4-FFF2-40B4-BE49-F238E27FC236}">
                    <a16:creationId xmlns:a16="http://schemas.microsoft.com/office/drawing/2014/main" id="{B729B682-AF16-FC88-883D-014107E68BF8}"/>
                  </a:ext>
                </a:extLst>
              </p:cNvPr>
              <p:cNvCxnSpPr>
                <a:cxnSpLocks/>
                <a:stCxn id="805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3" name="直接连接符 832">
                <a:extLst>
                  <a:ext uri="{FF2B5EF4-FFF2-40B4-BE49-F238E27FC236}">
                    <a16:creationId xmlns:a16="http://schemas.microsoft.com/office/drawing/2014/main" id="{2248267B-DEFE-59D0-1164-1EFF3FD1DCD1}"/>
                  </a:ext>
                </a:extLst>
              </p:cNvPr>
              <p:cNvCxnSpPr>
                <a:cxnSpLocks/>
                <a:stCxn id="805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4" name="直接连接符 833">
                <a:extLst>
                  <a:ext uri="{FF2B5EF4-FFF2-40B4-BE49-F238E27FC236}">
                    <a16:creationId xmlns:a16="http://schemas.microsoft.com/office/drawing/2014/main" id="{18363A1F-FEA4-F003-EFB5-ABA8A63B4129}"/>
                  </a:ext>
                </a:extLst>
              </p:cNvPr>
              <p:cNvCxnSpPr>
                <a:cxnSpLocks/>
                <a:stCxn id="805" idx="6"/>
                <a:endCxn id="81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5" name="直接连接符 834">
                <a:extLst>
                  <a:ext uri="{FF2B5EF4-FFF2-40B4-BE49-F238E27FC236}">
                    <a16:creationId xmlns:a16="http://schemas.microsoft.com/office/drawing/2014/main" id="{170F2A82-9419-4329-F9F8-A4EA88082556}"/>
                  </a:ext>
                </a:extLst>
              </p:cNvPr>
              <p:cNvCxnSpPr>
                <a:cxnSpLocks/>
                <a:stCxn id="805" idx="6"/>
                <a:endCxn id="81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6" name="直接连接符 835">
                <a:extLst>
                  <a:ext uri="{FF2B5EF4-FFF2-40B4-BE49-F238E27FC236}">
                    <a16:creationId xmlns:a16="http://schemas.microsoft.com/office/drawing/2014/main" id="{43511836-3F26-E89E-E214-0C2AC785DA2E}"/>
                  </a:ext>
                </a:extLst>
              </p:cNvPr>
              <p:cNvCxnSpPr>
                <a:cxnSpLocks/>
                <a:stCxn id="806" idx="6"/>
                <a:endCxn id="80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7" name="直接连接符 836">
                <a:extLst>
                  <a:ext uri="{FF2B5EF4-FFF2-40B4-BE49-F238E27FC236}">
                    <a16:creationId xmlns:a16="http://schemas.microsoft.com/office/drawing/2014/main" id="{7E908665-F248-CAFD-BFA3-ACC219E73C2F}"/>
                  </a:ext>
                </a:extLst>
              </p:cNvPr>
              <p:cNvCxnSpPr>
                <a:cxnSpLocks/>
                <a:stCxn id="806" idx="6"/>
                <a:endCxn id="80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8" name="直接连接符 837">
                <a:extLst>
                  <a:ext uri="{FF2B5EF4-FFF2-40B4-BE49-F238E27FC236}">
                    <a16:creationId xmlns:a16="http://schemas.microsoft.com/office/drawing/2014/main" id="{960D19A1-D129-EE2C-8AE3-AC3470569F9B}"/>
                  </a:ext>
                </a:extLst>
              </p:cNvPr>
              <p:cNvCxnSpPr>
                <a:cxnSpLocks/>
                <a:stCxn id="806" idx="6"/>
                <a:endCxn id="80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9" name="直接连接符 838">
                <a:extLst>
                  <a:ext uri="{FF2B5EF4-FFF2-40B4-BE49-F238E27FC236}">
                    <a16:creationId xmlns:a16="http://schemas.microsoft.com/office/drawing/2014/main" id="{5BF87911-051A-60B5-36E6-692BF1899321}"/>
                  </a:ext>
                </a:extLst>
              </p:cNvPr>
              <p:cNvCxnSpPr>
                <a:cxnSpLocks/>
                <a:stCxn id="806" idx="6"/>
                <a:endCxn id="81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0" name="直接连接符 839">
                <a:extLst>
                  <a:ext uri="{FF2B5EF4-FFF2-40B4-BE49-F238E27FC236}">
                    <a16:creationId xmlns:a16="http://schemas.microsoft.com/office/drawing/2014/main" id="{F5DC3394-1FF9-AEA9-A801-92AD816689C3}"/>
                  </a:ext>
                </a:extLst>
              </p:cNvPr>
              <p:cNvCxnSpPr>
                <a:cxnSpLocks/>
                <a:stCxn id="806" idx="6"/>
                <a:endCxn id="81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1" name="直接连接符 840">
                <a:extLst>
                  <a:ext uri="{FF2B5EF4-FFF2-40B4-BE49-F238E27FC236}">
                    <a16:creationId xmlns:a16="http://schemas.microsoft.com/office/drawing/2014/main" id="{A967AEE5-7BB5-6D09-E65F-45225EDA1C37}"/>
                  </a:ext>
                </a:extLst>
              </p:cNvPr>
              <p:cNvCxnSpPr>
                <a:cxnSpLocks/>
                <a:stCxn id="807" idx="6"/>
                <a:endCxn id="81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2" name="直接连接符 841">
                <a:extLst>
                  <a:ext uri="{FF2B5EF4-FFF2-40B4-BE49-F238E27FC236}">
                    <a16:creationId xmlns:a16="http://schemas.microsoft.com/office/drawing/2014/main" id="{0D11DD40-0010-1DAC-408B-27D5BF650670}"/>
                  </a:ext>
                </a:extLst>
              </p:cNvPr>
              <p:cNvCxnSpPr>
                <a:cxnSpLocks/>
                <a:stCxn id="807" idx="6"/>
                <a:endCxn id="81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3" name="直接连接符 842">
                <a:extLst>
                  <a:ext uri="{FF2B5EF4-FFF2-40B4-BE49-F238E27FC236}">
                    <a16:creationId xmlns:a16="http://schemas.microsoft.com/office/drawing/2014/main" id="{9DCA2AE2-DED0-C794-C209-14FE7B7FF7D4}"/>
                  </a:ext>
                </a:extLst>
              </p:cNvPr>
              <p:cNvCxnSpPr>
                <a:cxnSpLocks/>
                <a:stCxn id="807" idx="6"/>
                <a:endCxn id="81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4" name="直接连接符 843">
                <a:extLst>
                  <a:ext uri="{FF2B5EF4-FFF2-40B4-BE49-F238E27FC236}">
                    <a16:creationId xmlns:a16="http://schemas.microsoft.com/office/drawing/2014/main" id="{63D88CF4-56D8-DD59-1E7E-06002E40E5EF}"/>
                  </a:ext>
                </a:extLst>
              </p:cNvPr>
              <p:cNvCxnSpPr>
                <a:cxnSpLocks/>
                <a:stCxn id="807" idx="6"/>
                <a:endCxn id="81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5" name="直接连接符 844">
                <a:extLst>
                  <a:ext uri="{FF2B5EF4-FFF2-40B4-BE49-F238E27FC236}">
                    <a16:creationId xmlns:a16="http://schemas.microsoft.com/office/drawing/2014/main" id="{F54280DA-62C3-14B7-AA22-BCBAFB1BD9AF}"/>
                  </a:ext>
                </a:extLst>
              </p:cNvPr>
              <p:cNvCxnSpPr>
                <a:cxnSpLocks/>
                <a:stCxn id="808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6" name="直接连接符 845">
                <a:extLst>
                  <a:ext uri="{FF2B5EF4-FFF2-40B4-BE49-F238E27FC236}">
                    <a16:creationId xmlns:a16="http://schemas.microsoft.com/office/drawing/2014/main" id="{7C0ABC08-DAA8-AC2D-9C6E-EBE13167A1F1}"/>
                  </a:ext>
                </a:extLst>
              </p:cNvPr>
              <p:cNvCxnSpPr>
                <a:cxnSpLocks/>
                <a:stCxn id="808" idx="6"/>
                <a:endCxn id="81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7" name="直接连接符 846">
                <a:extLst>
                  <a:ext uri="{FF2B5EF4-FFF2-40B4-BE49-F238E27FC236}">
                    <a16:creationId xmlns:a16="http://schemas.microsoft.com/office/drawing/2014/main" id="{B09B5A5F-E46E-0640-0C7A-9298C1EA2FDD}"/>
                  </a:ext>
                </a:extLst>
              </p:cNvPr>
              <p:cNvCxnSpPr>
                <a:cxnSpLocks/>
                <a:stCxn id="808" idx="6"/>
                <a:endCxn id="81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8" name="直接连接符 847">
                <a:extLst>
                  <a:ext uri="{FF2B5EF4-FFF2-40B4-BE49-F238E27FC236}">
                    <a16:creationId xmlns:a16="http://schemas.microsoft.com/office/drawing/2014/main" id="{C94B4E59-0F8B-1ABB-EC0B-75EE00284AE7}"/>
                  </a:ext>
                </a:extLst>
              </p:cNvPr>
              <p:cNvCxnSpPr>
                <a:cxnSpLocks/>
                <a:stCxn id="808" idx="6"/>
                <a:endCxn id="81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9" name="直接连接符 848">
                <a:extLst>
                  <a:ext uri="{FF2B5EF4-FFF2-40B4-BE49-F238E27FC236}">
                    <a16:creationId xmlns:a16="http://schemas.microsoft.com/office/drawing/2014/main" id="{E218E7CB-DF85-0935-037B-B4EE744DAF91}"/>
                  </a:ext>
                </a:extLst>
              </p:cNvPr>
              <p:cNvCxnSpPr>
                <a:cxnSpLocks/>
                <a:stCxn id="809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0" name="直接连接符 849">
                <a:extLst>
                  <a:ext uri="{FF2B5EF4-FFF2-40B4-BE49-F238E27FC236}">
                    <a16:creationId xmlns:a16="http://schemas.microsoft.com/office/drawing/2014/main" id="{01307FCB-4FD5-8419-F88C-CF8F90339689}"/>
                  </a:ext>
                </a:extLst>
              </p:cNvPr>
              <p:cNvCxnSpPr>
                <a:cxnSpLocks/>
                <a:stCxn id="810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1" name="直接连接符 850">
                <a:extLst>
                  <a:ext uri="{FF2B5EF4-FFF2-40B4-BE49-F238E27FC236}">
                    <a16:creationId xmlns:a16="http://schemas.microsoft.com/office/drawing/2014/main" id="{BDA5A3D2-83E1-0333-9DD3-4A2741BAFAD4}"/>
                  </a:ext>
                </a:extLst>
              </p:cNvPr>
              <p:cNvCxnSpPr>
                <a:cxnSpLocks/>
                <a:stCxn id="810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2" name="直接连接符 851">
                <a:extLst>
                  <a:ext uri="{FF2B5EF4-FFF2-40B4-BE49-F238E27FC236}">
                    <a16:creationId xmlns:a16="http://schemas.microsoft.com/office/drawing/2014/main" id="{FE18D82C-A7DD-4267-C6DB-68E7FA6FC09A}"/>
                  </a:ext>
                </a:extLst>
              </p:cNvPr>
              <p:cNvCxnSpPr>
                <a:cxnSpLocks/>
                <a:stCxn id="810" idx="6"/>
                <a:endCxn id="81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3" name="直接连接符 852">
                <a:extLst>
                  <a:ext uri="{FF2B5EF4-FFF2-40B4-BE49-F238E27FC236}">
                    <a16:creationId xmlns:a16="http://schemas.microsoft.com/office/drawing/2014/main" id="{A0F43912-08E3-5C10-F07F-CD2D9C10521D}"/>
                  </a:ext>
                </a:extLst>
              </p:cNvPr>
              <p:cNvCxnSpPr>
                <a:cxnSpLocks/>
                <a:stCxn id="811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4" name="直接连接符 853">
                <a:extLst>
                  <a:ext uri="{FF2B5EF4-FFF2-40B4-BE49-F238E27FC236}">
                    <a16:creationId xmlns:a16="http://schemas.microsoft.com/office/drawing/2014/main" id="{0E780367-8203-07C9-1F6E-FA1FD3F981EA}"/>
                  </a:ext>
                </a:extLst>
              </p:cNvPr>
              <p:cNvCxnSpPr>
                <a:cxnSpLocks/>
                <a:stCxn id="811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5" name="直接连接符 854">
                <a:extLst>
                  <a:ext uri="{FF2B5EF4-FFF2-40B4-BE49-F238E27FC236}">
                    <a16:creationId xmlns:a16="http://schemas.microsoft.com/office/drawing/2014/main" id="{5247BA7A-FC44-91C5-E544-2E60610A802F}"/>
                  </a:ext>
                </a:extLst>
              </p:cNvPr>
              <p:cNvCxnSpPr>
                <a:cxnSpLocks/>
                <a:stCxn id="811" idx="6"/>
                <a:endCxn id="81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6" name="直接连接符 855">
                <a:extLst>
                  <a:ext uri="{FF2B5EF4-FFF2-40B4-BE49-F238E27FC236}">
                    <a16:creationId xmlns:a16="http://schemas.microsoft.com/office/drawing/2014/main" id="{0E4829B8-B1B8-5710-FA32-96532F713A8C}"/>
                  </a:ext>
                </a:extLst>
              </p:cNvPr>
              <p:cNvCxnSpPr>
                <a:cxnSpLocks/>
                <a:stCxn id="809" idx="6"/>
                <a:endCxn id="81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7" name="直接连接符 856">
                <a:extLst>
                  <a:ext uri="{FF2B5EF4-FFF2-40B4-BE49-F238E27FC236}">
                    <a16:creationId xmlns:a16="http://schemas.microsoft.com/office/drawing/2014/main" id="{6FE3F5A7-8D48-C2E2-4963-AB435297FD4C}"/>
                  </a:ext>
                </a:extLst>
              </p:cNvPr>
              <p:cNvCxnSpPr>
                <a:cxnSpLocks/>
                <a:stCxn id="809" idx="6"/>
                <a:endCxn id="81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8" name="直接连接符 857">
                <a:extLst>
                  <a:ext uri="{FF2B5EF4-FFF2-40B4-BE49-F238E27FC236}">
                    <a16:creationId xmlns:a16="http://schemas.microsoft.com/office/drawing/2014/main" id="{97BDECDA-3889-EE98-3618-441A6B34A437}"/>
                  </a:ext>
                </a:extLst>
              </p:cNvPr>
              <p:cNvCxnSpPr>
                <a:cxnSpLocks/>
                <a:stCxn id="809" idx="6"/>
                <a:endCxn id="81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9" name="直接连接符 858">
                <a:extLst>
                  <a:ext uri="{FF2B5EF4-FFF2-40B4-BE49-F238E27FC236}">
                    <a16:creationId xmlns:a16="http://schemas.microsoft.com/office/drawing/2014/main" id="{5C17F856-F5B6-5482-D2D4-CAFA54A43B7B}"/>
                  </a:ext>
                </a:extLst>
              </p:cNvPr>
              <p:cNvCxnSpPr>
                <a:cxnSpLocks/>
                <a:stCxn id="810" idx="6"/>
                <a:endCxn id="81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0" name="直接连接符 859">
                <a:extLst>
                  <a:ext uri="{FF2B5EF4-FFF2-40B4-BE49-F238E27FC236}">
                    <a16:creationId xmlns:a16="http://schemas.microsoft.com/office/drawing/2014/main" id="{E95CCD38-0869-D376-ABD5-E8B29AD1B648}"/>
                  </a:ext>
                </a:extLst>
              </p:cNvPr>
              <p:cNvCxnSpPr>
                <a:cxnSpLocks/>
                <a:stCxn id="811" idx="6"/>
                <a:endCxn id="81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4" name="组合 993">
            <a:extLst>
              <a:ext uri="{FF2B5EF4-FFF2-40B4-BE49-F238E27FC236}">
                <a16:creationId xmlns:a16="http://schemas.microsoft.com/office/drawing/2014/main" id="{F8B1C5AC-396D-4B8F-F6B2-71DE5826AB44}"/>
              </a:ext>
            </a:extLst>
          </p:cNvPr>
          <p:cNvGrpSpPr/>
          <p:nvPr/>
        </p:nvGrpSpPr>
        <p:grpSpPr>
          <a:xfrm>
            <a:off x="4654733" y="4290238"/>
            <a:ext cx="1018642" cy="1233993"/>
            <a:chOff x="3538973" y="3071825"/>
            <a:chExt cx="1018642" cy="1233993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0B338B2-DB61-B144-2C9A-0547FFB86995}"/>
                </a:ext>
              </a:extLst>
            </p:cNvPr>
            <p:cNvSpPr/>
            <p:nvPr/>
          </p:nvSpPr>
          <p:spPr>
            <a:xfrm>
              <a:off x="3538973" y="3071825"/>
              <a:ext cx="1018642" cy="1233993"/>
            </a:xfrm>
            <a:prstGeom prst="roundRect">
              <a:avLst>
                <a:gd name="adj" fmla="val 9810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41" name="组合 740">
              <a:extLst>
                <a:ext uri="{FF2B5EF4-FFF2-40B4-BE49-F238E27FC236}">
                  <a16:creationId xmlns:a16="http://schemas.microsoft.com/office/drawing/2014/main" id="{0D1540FA-58DF-3C58-E761-154369B841E1}"/>
                </a:ext>
              </a:extLst>
            </p:cNvPr>
            <p:cNvGrpSpPr/>
            <p:nvPr/>
          </p:nvGrpSpPr>
          <p:grpSpPr>
            <a:xfrm>
              <a:off x="3673919" y="3197201"/>
              <a:ext cx="735974" cy="1040258"/>
              <a:chOff x="3074124" y="1974065"/>
              <a:chExt cx="1992038" cy="2815638"/>
            </a:xfrm>
          </p:grpSpPr>
          <p:sp>
            <p:nvSpPr>
              <p:cNvPr id="742" name="椭圆 741">
                <a:extLst>
                  <a:ext uri="{FF2B5EF4-FFF2-40B4-BE49-F238E27FC236}">
                    <a16:creationId xmlns:a16="http://schemas.microsoft.com/office/drawing/2014/main" id="{D6AF94CE-93CB-672F-0BFB-8AFC6EEEED95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3" name="椭圆 742">
                <a:extLst>
                  <a:ext uri="{FF2B5EF4-FFF2-40B4-BE49-F238E27FC236}">
                    <a16:creationId xmlns:a16="http://schemas.microsoft.com/office/drawing/2014/main" id="{90136DD1-5973-8426-9FDD-FC7E195E461C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4" name="椭圆 743">
                <a:extLst>
                  <a:ext uri="{FF2B5EF4-FFF2-40B4-BE49-F238E27FC236}">
                    <a16:creationId xmlns:a16="http://schemas.microsoft.com/office/drawing/2014/main" id="{26BC6C47-285C-3B0E-BE5F-71CE669B9C97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5" name="椭圆 744">
                <a:extLst>
                  <a:ext uri="{FF2B5EF4-FFF2-40B4-BE49-F238E27FC236}">
                    <a16:creationId xmlns:a16="http://schemas.microsoft.com/office/drawing/2014/main" id="{2B8B7EB4-5400-5E4B-4551-C8415A97177C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6" name="椭圆 745">
                <a:extLst>
                  <a:ext uri="{FF2B5EF4-FFF2-40B4-BE49-F238E27FC236}">
                    <a16:creationId xmlns:a16="http://schemas.microsoft.com/office/drawing/2014/main" id="{98F44EEE-326E-B066-22CE-255DB8C8539E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7" name="椭圆 746">
                <a:extLst>
                  <a:ext uri="{FF2B5EF4-FFF2-40B4-BE49-F238E27FC236}">
                    <a16:creationId xmlns:a16="http://schemas.microsoft.com/office/drawing/2014/main" id="{4031CBF5-E98C-FC5F-76B4-CA36C2EAFEE5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8" name="椭圆 747">
                <a:extLst>
                  <a:ext uri="{FF2B5EF4-FFF2-40B4-BE49-F238E27FC236}">
                    <a16:creationId xmlns:a16="http://schemas.microsoft.com/office/drawing/2014/main" id="{3B28C2FD-44CF-989B-0BAD-8DF2C68C75B8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9" name="椭圆 748">
                <a:extLst>
                  <a:ext uri="{FF2B5EF4-FFF2-40B4-BE49-F238E27FC236}">
                    <a16:creationId xmlns:a16="http://schemas.microsoft.com/office/drawing/2014/main" id="{F82ED9D1-EA70-8B27-08ED-E9166A5F06A9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0" name="椭圆 749">
                <a:extLst>
                  <a:ext uri="{FF2B5EF4-FFF2-40B4-BE49-F238E27FC236}">
                    <a16:creationId xmlns:a16="http://schemas.microsoft.com/office/drawing/2014/main" id="{B741FF82-F721-391F-164B-4D568D9A9036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1" name="椭圆 750">
                <a:extLst>
                  <a:ext uri="{FF2B5EF4-FFF2-40B4-BE49-F238E27FC236}">
                    <a16:creationId xmlns:a16="http://schemas.microsoft.com/office/drawing/2014/main" id="{8A963381-FCFF-EDFD-8C97-BB63882AA158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2" name="椭圆 751">
                <a:extLst>
                  <a:ext uri="{FF2B5EF4-FFF2-40B4-BE49-F238E27FC236}">
                    <a16:creationId xmlns:a16="http://schemas.microsoft.com/office/drawing/2014/main" id="{CFF91685-D65E-2ACA-9824-9E6158EA5067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3" name="椭圆 752">
                <a:extLst>
                  <a:ext uri="{FF2B5EF4-FFF2-40B4-BE49-F238E27FC236}">
                    <a16:creationId xmlns:a16="http://schemas.microsoft.com/office/drawing/2014/main" id="{4DA7E0FB-5542-6128-E923-88F9AACE7C5D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4" name="椭圆 753">
                <a:extLst>
                  <a:ext uri="{FF2B5EF4-FFF2-40B4-BE49-F238E27FC236}">
                    <a16:creationId xmlns:a16="http://schemas.microsoft.com/office/drawing/2014/main" id="{CFEBAEDD-B006-411B-55ED-1A0D347DA9EB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5" name="椭圆 754">
                <a:extLst>
                  <a:ext uri="{FF2B5EF4-FFF2-40B4-BE49-F238E27FC236}">
                    <a16:creationId xmlns:a16="http://schemas.microsoft.com/office/drawing/2014/main" id="{DBCF7F88-C532-411C-6536-BBB36EB2BC8A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56" name="直接连接符 755">
                <a:extLst>
                  <a:ext uri="{FF2B5EF4-FFF2-40B4-BE49-F238E27FC236}">
                    <a16:creationId xmlns:a16="http://schemas.microsoft.com/office/drawing/2014/main" id="{17F5FBB3-3FBA-9EC8-8ABD-7ACAA091069E}"/>
                  </a:ext>
                </a:extLst>
              </p:cNvPr>
              <p:cNvCxnSpPr>
                <a:cxnSpLocks/>
                <a:stCxn id="742" idx="6"/>
                <a:endCxn id="74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直接连接符 756">
                <a:extLst>
                  <a:ext uri="{FF2B5EF4-FFF2-40B4-BE49-F238E27FC236}">
                    <a16:creationId xmlns:a16="http://schemas.microsoft.com/office/drawing/2014/main" id="{AB25025C-38A1-ECD1-0252-A20B56B51B31}"/>
                  </a:ext>
                </a:extLst>
              </p:cNvPr>
              <p:cNvCxnSpPr>
                <a:cxnSpLocks/>
                <a:stCxn id="742" idx="6"/>
                <a:endCxn id="74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8" name="直接连接符 757">
                <a:extLst>
                  <a:ext uri="{FF2B5EF4-FFF2-40B4-BE49-F238E27FC236}">
                    <a16:creationId xmlns:a16="http://schemas.microsoft.com/office/drawing/2014/main" id="{D4EDDE5F-34D3-0527-F77D-8B89FBBCB904}"/>
                  </a:ext>
                </a:extLst>
              </p:cNvPr>
              <p:cNvCxnSpPr>
                <a:cxnSpLocks/>
                <a:stCxn id="742" idx="6"/>
                <a:endCxn id="74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9" name="直接连接符 758">
                <a:extLst>
                  <a:ext uri="{FF2B5EF4-FFF2-40B4-BE49-F238E27FC236}">
                    <a16:creationId xmlns:a16="http://schemas.microsoft.com/office/drawing/2014/main" id="{6958ED21-3AC0-13DF-1D85-E60B20EDCBAF}"/>
                  </a:ext>
                </a:extLst>
              </p:cNvPr>
              <p:cNvCxnSpPr>
                <a:cxnSpLocks/>
                <a:stCxn id="742" idx="6"/>
                <a:endCxn id="75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0" name="直接连接符 759">
                <a:extLst>
                  <a:ext uri="{FF2B5EF4-FFF2-40B4-BE49-F238E27FC236}">
                    <a16:creationId xmlns:a16="http://schemas.microsoft.com/office/drawing/2014/main" id="{74127AE2-567E-495A-AFAC-EB2B837EFB9E}"/>
                  </a:ext>
                </a:extLst>
              </p:cNvPr>
              <p:cNvCxnSpPr>
                <a:cxnSpLocks/>
                <a:stCxn id="742" idx="6"/>
                <a:endCxn id="75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1" name="直接连接符 760">
                <a:extLst>
                  <a:ext uri="{FF2B5EF4-FFF2-40B4-BE49-F238E27FC236}">
                    <a16:creationId xmlns:a16="http://schemas.microsoft.com/office/drawing/2014/main" id="{A3A220F3-E2EE-49C4-0084-F6D35CDD6FFB}"/>
                  </a:ext>
                </a:extLst>
              </p:cNvPr>
              <p:cNvCxnSpPr>
                <a:cxnSpLocks/>
                <a:stCxn id="743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2" name="直接连接符 761">
                <a:extLst>
                  <a:ext uri="{FF2B5EF4-FFF2-40B4-BE49-F238E27FC236}">
                    <a16:creationId xmlns:a16="http://schemas.microsoft.com/office/drawing/2014/main" id="{7651232F-2221-6B11-9B0D-44E9013011F1}"/>
                  </a:ext>
                </a:extLst>
              </p:cNvPr>
              <p:cNvCxnSpPr>
                <a:cxnSpLocks/>
                <a:stCxn id="743" idx="6"/>
                <a:endCxn id="74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3" name="直接连接符 762">
                <a:extLst>
                  <a:ext uri="{FF2B5EF4-FFF2-40B4-BE49-F238E27FC236}">
                    <a16:creationId xmlns:a16="http://schemas.microsoft.com/office/drawing/2014/main" id="{AA1638AE-4B1A-92EA-7C11-6DC462FC8A21}"/>
                  </a:ext>
                </a:extLst>
              </p:cNvPr>
              <p:cNvCxnSpPr>
                <a:cxnSpLocks/>
                <a:stCxn id="743" idx="6"/>
                <a:endCxn id="74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4" name="直接连接符 763">
                <a:extLst>
                  <a:ext uri="{FF2B5EF4-FFF2-40B4-BE49-F238E27FC236}">
                    <a16:creationId xmlns:a16="http://schemas.microsoft.com/office/drawing/2014/main" id="{E18E8BFE-8234-70F1-6B05-27C5B5F8AED6}"/>
                  </a:ext>
                </a:extLst>
              </p:cNvPr>
              <p:cNvCxnSpPr>
                <a:cxnSpLocks/>
                <a:stCxn id="743" idx="6"/>
                <a:endCxn id="75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5" name="直接连接符 764">
                <a:extLst>
                  <a:ext uri="{FF2B5EF4-FFF2-40B4-BE49-F238E27FC236}">
                    <a16:creationId xmlns:a16="http://schemas.microsoft.com/office/drawing/2014/main" id="{FF1A2C20-95DF-C1C8-14EB-02F779FB2763}"/>
                  </a:ext>
                </a:extLst>
              </p:cNvPr>
              <p:cNvCxnSpPr>
                <a:cxnSpLocks/>
                <a:stCxn id="743" idx="6"/>
                <a:endCxn id="75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6" name="直接连接符 765">
                <a:extLst>
                  <a:ext uri="{FF2B5EF4-FFF2-40B4-BE49-F238E27FC236}">
                    <a16:creationId xmlns:a16="http://schemas.microsoft.com/office/drawing/2014/main" id="{3914EE3A-CF94-66A7-40EF-3EA825834548}"/>
                  </a:ext>
                </a:extLst>
              </p:cNvPr>
              <p:cNvCxnSpPr>
                <a:cxnSpLocks/>
                <a:stCxn id="744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7" name="直接连接符 766">
                <a:extLst>
                  <a:ext uri="{FF2B5EF4-FFF2-40B4-BE49-F238E27FC236}">
                    <a16:creationId xmlns:a16="http://schemas.microsoft.com/office/drawing/2014/main" id="{4B826A1C-2D72-E92C-FA50-EACED9118027}"/>
                  </a:ext>
                </a:extLst>
              </p:cNvPr>
              <p:cNvCxnSpPr>
                <a:cxnSpLocks/>
                <a:stCxn id="744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8" name="直接连接符 767">
                <a:extLst>
                  <a:ext uri="{FF2B5EF4-FFF2-40B4-BE49-F238E27FC236}">
                    <a16:creationId xmlns:a16="http://schemas.microsoft.com/office/drawing/2014/main" id="{B38032D1-F5AF-9AD3-5C2E-C4A2387E316A}"/>
                  </a:ext>
                </a:extLst>
              </p:cNvPr>
              <p:cNvCxnSpPr>
                <a:cxnSpLocks/>
                <a:stCxn id="744" idx="6"/>
                <a:endCxn id="74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9" name="直接连接符 768">
                <a:extLst>
                  <a:ext uri="{FF2B5EF4-FFF2-40B4-BE49-F238E27FC236}">
                    <a16:creationId xmlns:a16="http://schemas.microsoft.com/office/drawing/2014/main" id="{FBA3CEDA-0730-0682-2F55-0E5AD8B06CC0}"/>
                  </a:ext>
                </a:extLst>
              </p:cNvPr>
              <p:cNvCxnSpPr>
                <a:cxnSpLocks/>
                <a:stCxn id="744" idx="6"/>
                <a:endCxn id="75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0" name="直接连接符 769">
                <a:extLst>
                  <a:ext uri="{FF2B5EF4-FFF2-40B4-BE49-F238E27FC236}">
                    <a16:creationId xmlns:a16="http://schemas.microsoft.com/office/drawing/2014/main" id="{10C61BD0-F27A-0E9B-5634-0692EB175459}"/>
                  </a:ext>
                </a:extLst>
              </p:cNvPr>
              <p:cNvCxnSpPr>
                <a:cxnSpLocks/>
                <a:stCxn id="744" idx="6"/>
                <a:endCxn id="75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1" name="直接连接符 770">
                <a:extLst>
                  <a:ext uri="{FF2B5EF4-FFF2-40B4-BE49-F238E27FC236}">
                    <a16:creationId xmlns:a16="http://schemas.microsoft.com/office/drawing/2014/main" id="{525530B7-5834-D67D-C9C4-F1EF2C6D6EC3}"/>
                  </a:ext>
                </a:extLst>
              </p:cNvPr>
              <p:cNvCxnSpPr>
                <a:cxnSpLocks/>
                <a:stCxn id="745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2" name="直接连接符 771">
                <a:extLst>
                  <a:ext uri="{FF2B5EF4-FFF2-40B4-BE49-F238E27FC236}">
                    <a16:creationId xmlns:a16="http://schemas.microsoft.com/office/drawing/2014/main" id="{58C968AB-D68F-CF2E-B37F-1A6B78454170}"/>
                  </a:ext>
                </a:extLst>
              </p:cNvPr>
              <p:cNvCxnSpPr>
                <a:cxnSpLocks/>
                <a:stCxn id="745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3" name="直接连接符 772">
                <a:extLst>
                  <a:ext uri="{FF2B5EF4-FFF2-40B4-BE49-F238E27FC236}">
                    <a16:creationId xmlns:a16="http://schemas.microsoft.com/office/drawing/2014/main" id="{5D07DAF3-B6E5-937C-F99B-F3CE88AEA96F}"/>
                  </a:ext>
                </a:extLst>
              </p:cNvPr>
              <p:cNvCxnSpPr>
                <a:cxnSpLocks/>
                <a:stCxn id="745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4" name="直接连接符 773">
                <a:extLst>
                  <a:ext uri="{FF2B5EF4-FFF2-40B4-BE49-F238E27FC236}">
                    <a16:creationId xmlns:a16="http://schemas.microsoft.com/office/drawing/2014/main" id="{3E7EE584-970E-A090-34B8-A58ABB95023B}"/>
                  </a:ext>
                </a:extLst>
              </p:cNvPr>
              <p:cNvCxnSpPr>
                <a:cxnSpLocks/>
                <a:stCxn id="745" idx="6"/>
                <a:endCxn id="75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5" name="直接连接符 774">
                <a:extLst>
                  <a:ext uri="{FF2B5EF4-FFF2-40B4-BE49-F238E27FC236}">
                    <a16:creationId xmlns:a16="http://schemas.microsoft.com/office/drawing/2014/main" id="{C89DF002-9C55-8CC0-2F4B-EE823C55DACB}"/>
                  </a:ext>
                </a:extLst>
              </p:cNvPr>
              <p:cNvCxnSpPr>
                <a:cxnSpLocks/>
                <a:stCxn id="745" idx="6"/>
                <a:endCxn id="75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6" name="直接连接符 775">
                <a:extLst>
                  <a:ext uri="{FF2B5EF4-FFF2-40B4-BE49-F238E27FC236}">
                    <a16:creationId xmlns:a16="http://schemas.microsoft.com/office/drawing/2014/main" id="{BDD31C2B-E8B8-6116-3255-473043D30710}"/>
                  </a:ext>
                </a:extLst>
              </p:cNvPr>
              <p:cNvCxnSpPr>
                <a:cxnSpLocks/>
                <a:stCxn id="746" idx="6"/>
                <a:endCxn id="74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7" name="直接连接符 776">
                <a:extLst>
                  <a:ext uri="{FF2B5EF4-FFF2-40B4-BE49-F238E27FC236}">
                    <a16:creationId xmlns:a16="http://schemas.microsoft.com/office/drawing/2014/main" id="{70398AC5-7A9C-D403-CE32-F1860563CCE1}"/>
                  </a:ext>
                </a:extLst>
              </p:cNvPr>
              <p:cNvCxnSpPr>
                <a:cxnSpLocks/>
                <a:stCxn id="746" idx="6"/>
                <a:endCxn id="74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8" name="直接连接符 777">
                <a:extLst>
                  <a:ext uri="{FF2B5EF4-FFF2-40B4-BE49-F238E27FC236}">
                    <a16:creationId xmlns:a16="http://schemas.microsoft.com/office/drawing/2014/main" id="{1F9D494F-5B41-C0FA-279F-9DCD010E7927}"/>
                  </a:ext>
                </a:extLst>
              </p:cNvPr>
              <p:cNvCxnSpPr>
                <a:cxnSpLocks/>
                <a:stCxn id="746" idx="6"/>
                <a:endCxn id="74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9" name="直接连接符 778">
                <a:extLst>
                  <a:ext uri="{FF2B5EF4-FFF2-40B4-BE49-F238E27FC236}">
                    <a16:creationId xmlns:a16="http://schemas.microsoft.com/office/drawing/2014/main" id="{19E12CB4-1B22-F862-23F6-B3A85D4F6C37}"/>
                  </a:ext>
                </a:extLst>
              </p:cNvPr>
              <p:cNvCxnSpPr>
                <a:cxnSpLocks/>
                <a:stCxn id="746" idx="6"/>
                <a:endCxn id="75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0" name="直接连接符 779">
                <a:extLst>
                  <a:ext uri="{FF2B5EF4-FFF2-40B4-BE49-F238E27FC236}">
                    <a16:creationId xmlns:a16="http://schemas.microsoft.com/office/drawing/2014/main" id="{4777CD21-43B8-B376-C380-F6F111F5232F}"/>
                  </a:ext>
                </a:extLst>
              </p:cNvPr>
              <p:cNvCxnSpPr>
                <a:cxnSpLocks/>
                <a:stCxn id="746" idx="6"/>
                <a:endCxn id="75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1" name="直接连接符 780">
                <a:extLst>
                  <a:ext uri="{FF2B5EF4-FFF2-40B4-BE49-F238E27FC236}">
                    <a16:creationId xmlns:a16="http://schemas.microsoft.com/office/drawing/2014/main" id="{50C7F85D-4BC9-4A5F-9DB0-649AA4EB6F4F}"/>
                  </a:ext>
                </a:extLst>
              </p:cNvPr>
              <p:cNvCxnSpPr>
                <a:cxnSpLocks/>
                <a:stCxn id="747" idx="6"/>
                <a:endCxn id="75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2" name="直接连接符 781">
                <a:extLst>
                  <a:ext uri="{FF2B5EF4-FFF2-40B4-BE49-F238E27FC236}">
                    <a16:creationId xmlns:a16="http://schemas.microsoft.com/office/drawing/2014/main" id="{F73875AA-D790-6317-9EED-8601CA7685E1}"/>
                  </a:ext>
                </a:extLst>
              </p:cNvPr>
              <p:cNvCxnSpPr>
                <a:cxnSpLocks/>
                <a:stCxn id="747" idx="6"/>
                <a:endCxn id="75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3" name="直接连接符 782">
                <a:extLst>
                  <a:ext uri="{FF2B5EF4-FFF2-40B4-BE49-F238E27FC236}">
                    <a16:creationId xmlns:a16="http://schemas.microsoft.com/office/drawing/2014/main" id="{A6A2EDC9-AA56-3001-BD9B-5AB198C13637}"/>
                  </a:ext>
                </a:extLst>
              </p:cNvPr>
              <p:cNvCxnSpPr>
                <a:cxnSpLocks/>
                <a:stCxn id="747" idx="6"/>
                <a:endCxn id="75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4" name="直接连接符 783">
                <a:extLst>
                  <a:ext uri="{FF2B5EF4-FFF2-40B4-BE49-F238E27FC236}">
                    <a16:creationId xmlns:a16="http://schemas.microsoft.com/office/drawing/2014/main" id="{276A68DA-7308-B198-0FAB-9EB2E72141E4}"/>
                  </a:ext>
                </a:extLst>
              </p:cNvPr>
              <p:cNvCxnSpPr>
                <a:cxnSpLocks/>
                <a:stCxn id="747" idx="6"/>
                <a:endCxn id="75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5" name="直接连接符 784">
                <a:extLst>
                  <a:ext uri="{FF2B5EF4-FFF2-40B4-BE49-F238E27FC236}">
                    <a16:creationId xmlns:a16="http://schemas.microsoft.com/office/drawing/2014/main" id="{0D949F16-6B1A-71F7-BC1E-E46CFBA49B4E}"/>
                  </a:ext>
                </a:extLst>
              </p:cNvPr>
              <p:cNvCxnSpPr>
                <a:cxnSpLocks/>
                <a:stCxn id="748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6" name="直接连接符 785">
                <a:extLst>
                  <a:ext uri="{FF2B5EF4-FFF2-40B4-BE49-F238E27FC236}">
                    <a16:creationId xmlns:a16="http://schemas.microsoft.com/office/drawing/2014/main" id="{37AE99AD-5C1B-DE9E-DEEC-F8EB4A75DE25}"/>
                  </a:ext>
                </a:extLst>
              </p:cNvPr>
              <p:cNvCxnSpPr>
                <a:cxnSpLocks/>
                <a:stCxn id="748" idx="6"/>
                <a:endCxn id="75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7" name="直接连接符 786">
                <a:extLst>
                  <a:ext uri="{FF2B5EF4-FFF2-40B4-BE49-F238E27FC236}">
                    <a16:creationId xmlns:a16="http://schemas.microsoft.com/office/drawing/2014/main" id="{E95B5B23-BED7-324B-6FF9-4F89509FE571}"/>
                  </a:ext>
                </a:extLst>
              </p:cNvPr>
              <p:cNvCxnSpPr>
                <a:cxnSpLocks/>
                <a:stCxn id="748" idx="6"/>
                <a:endCxn id="75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8" name="直接连接符 787">
                <a:extLst>
                  <a:ext uri="{FF2B5EF4-FFF2-40B4-BE49-F238E27FC236}">
                    <a16:creationId xmlns:a16="http://schemas.microsoft.com/office/drawing/2014/main" id="{EBFDB09D-116E-670D-8243-2B4539E6FA29}"/>
                  </a:ext>
                </a:extLst>
              </p:cNvPr>
              <p:cNvCxnSpPr>
                <a:cxnSpLocks/>
                <a:stCxn id="748" idx="6"/>
                <a:endCxn id="75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9" name="直接连接符 788">
                <a:extLst>
                  <a:ext uri="{FF2B5EF4-FFF2-40B4-BE49-F238E27FC236}">
                    <a16:creationId xmlns:a16="http://schemas.microsoft.com/office/drawing/2014/main" id="{876C94C4-70A6-ED97-BDB5-496E7CDC1CEE}"/>
                  </a:ext>
                </a:extLst>
              </p:cNvPr>
              <p:cNvCxnSpPr>
                <a:cxnSpLocks/>
                <a:stCxn id="749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0" name="直接连接符 789">
                <a:extLst>
                  <a:ext uri="{FF2B5EF4-FFF2-40B4-BE49-F238E27FC236}">
                    <a16:creationId xmlns:a16="http://schemas.microsoft.com/office/drawing/2014/main" id="{1D70F264-4BBA-5BC9-D715-02BB666BB9E7}"/>
                  </a:ext>
                </a:extLst>
              </p:cNvPr>
              <p:cNvCxnSpPr>
                <a:cxnSpLocks/>
                <a:stCxn id="750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1" name="直接连接符 790">
                <a:extLst>
                  <a:ext uri="{FF2B5EF4-FFF2-40B4-BE49-F238E27FC236}">
                    <a16:creationId xmlns:a16="http://schemas.microsoft.com/office/drawing/2014/main" id="{3FB6ED60-DCA2-44B2-CE07-DC98D8DF9370}"/>
                  </a:ext>
                </a:extLst>
              </p:cNvPr>
              <p:cNvCxnSpPr>
                <a:cxnSpLocks/>
                <a:stCxn id="750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2" name="直接连接符 791">
                <a:extLst>
                  <a:ext uri="{FF2B5EF4-FFF2-40B4-BE49-F238E27FC236}">
                    <a16:creationId xmlns:a16="http://schemas.microsoft.com/office/drawing/2014/main" id="{1CC2F3FC-CE34-BFA9-B252-2F5C9645B188}"/>
                  </a:ext>
                </a:extLst>
              </p:cNvPr>
              <p:cNvCxnSpPr>
                <a:cxnSpLocks/>
                <a:stCxn id="750" idx="6"/>
                <a:endCxn id="75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3" name="直接连接符 792">
                <a:extLst>
                  <a:ext uri="{FF2B5EF4-FFF2-40B4-BE49-F238E27FC236}">
                    <a16:creationId xmlns:a16="http://schemas.microsoft.com/office/drawing/2014/main" id="{7187D9A6-8B6D-19FD-6530-1DBFDA48CED6}"/>
                  </a:ext>
                </a:extLst>
              </p:cNvPr>
              <p:cNvCxnSpPr>
                <a:cxnSpLocks/>
                <a:stCxn id="751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4" name="直接连接符 793">
                <a:extLst>
                  <a:ext uri="{FF2B5EF4-FFF2-40B4-BE49-F238E27FC236}">
                    <a16:creationId xmlns:a16="http://schemas.microsoft.com/office/drawing/2014/main" id="{DB7C5E50-0DE2-B3F8-097D-7013471D9CCC}"/>
                  </a:ext>
                </a:extLst>
              </p:cNvPr>
              <p:cNvCxnSpPr>
                <a:cxnSpLocks/>
                <a:stCxn id="751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5" name="直接连接符 794">
                <a:extLst>
                  <a:ext uri="{FF2B5EF4-FFF2-40B4-BE49-F238E27FC236}">
                    <a16:creationId xmlns:a16="http://schemas.microsoft.com/office/drawing/2014/main" id="{79789B97-4BD2-80DB-7065-1FF10FFF9B39}"/>
                  </a:ext>
                </a:extLst>
              </p:cNvPr>
              <p:cNvCxnSpPr>
                <a:cxnSpLocks/>
                <a:stCxn id="751" idx="6"/>
                <a:endCxn id="75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6" name="直接连接符 795">
                <a:extLst>
                  <a:ext uri="{FF2B5EF4-FFF2-40B4-BE49-F238E27FC236}">
                    <a16:creationId xmlns:a16="http://schemas.microsoft.com/office/drawing/2014/main" id="{C62FC820-3C59-6653-4750-45546E5D8004}"/>
                  </a:ext>
                </a:extLst>
              </p:cNvPr>
              <p:cNvCxnSpPr>
                <a:cxnSpLocks/>
                <a:stCxn id="749" idx="6"/>
                <a:endCxn id="75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7" name="直接连接符 796">
                <a:extLst>
                  <a:ext uri="{FF2B5EF4-FFF2-40B4-BE49-F238E27FC236}">
                    <a16:creationId xmlns:a16="http://schemas.microsoft.com/office/drawing/2014/main" id="{29B653DA-3801-BAA0-89CE-75936801D052}"/>
                  </a:ext>
                </a:extLst>
              </p:cNvPr>
              <p:cNvCxnSpPr>
                <a:cxnSpLocks/>
                <a:stCxn id="749" idx="6"/>
                <a:endCxn id="75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8" name="直接连接符 797">
                <a:extLst>
                  <a:ext uri="{FF2B5EF4-FFF2-40B4-BE49-F238E27FC236}">
                    <a16:creationId xmlns:a16="http://schemas.microsoft.com/office/drawing/2014/main" id="{B6898BDE-A30F-21A6-B5F1-EDB95E8C4F24}"/>
                  </a:ext>
                </a:extLst>
              </p:cNvPr>
              <p:cNvCxnSpPr>
                <a:cxnSpLocks/>
                <a:stCxn id="749" idx="6"/>
                <a:endCxn id="75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9" name="直接连接符 798">
                <a:extLst>
                  <a:ext uri="{FF2B5EF4-FFF2-40B4-BE49-F238E27FC236}">
                    <a16:creationId xmlns:a16="http://schemas.microsoft.com/office/drawing/2014/main" id="{7D374A23-5779-67DC-50AE-4ABBAD58BDD6}"/>
                  </a:ext>
                </a:extLst>
              </p:cNvPr>
              <p:cNvCxnSpPr>
                <a:cxnSpLocks/>
                <a:stCxn id="750" idx="6"/>
                <a:endCxn id="75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0" name="直接连接符 799">
                <a:extLst>
                  <a:ext uri="{FF2B5EF4-FFF2-40B4-BE49-F238E27FC236}">
                    <a16:creationId xmlns:a16="http://schemas.microsoft.com/office/drawing/2014/main" id="{A5CAAE0D-7F18-7E27-1467-F92617FF063B}"/>
                  </a:ext>
                </a:extLst>
              </p:cNvPr>
              <p:cNvCxnSpPr>
                <a:cxnSpLocks/>
                <a:stCxn id="751" idx="6"/>
                <a:endCxn id="75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2" name="组合 991">
            <a:extLst>
              <a:ext uri="{FF2B5EF4-FFF2-40B4-BE49-F238E27FC236}">
                <a16:creationId xmlns:a16="http://schemas.microsoft.com/office/drawing/2014/main" id="{351E6DF8-D08F-6A8E-4870-89C7A7BF4A90}"/>
              </a:ext>
            </a:extLst>
          </p:cNvPr>
          <p:cNvGrpSpPr/>
          <p:nvPr/>
        </p:nvGrpSpPr>
        <p:grpSpPr>
          <a:xfrm>
            <a:off x="6509964" y="4288714"/>
            <a:ext cx="1012319" cy="1232930"/>
            <a:chOff x="5424684" y="3070301"/>
            <a:chExt cx="1012319" cy="1232930"/>
          </a:xfrm>
        </p:grpSpPr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9AA41BF0-BF19-5BFF-04BE-FC0654D42120}"/>
                </a:ext>
              </a:extLst>
            </p:cNvPr>
            <p:cNvSpPr/>
            <p:nvPr/>
          </p:nvSpPr>
          <p:spPr>
            <a:xfrm>
              <a:off x="5424684" y="3070301"/>
              <a:ext cx="1012319" cy="1232930"/>
            </a:xfrm>
            <a:prstGeom prst="roundRect">
              <a:avLst>
                <a:gd name="adj" fmla="val 8512"/>
              </a:avLst>
            </a:prstGeom>
            <a:solidFill>
              <a:srgbClr val="93BEE5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61" name="组合 860">
              <a:extLst>
                <a:ext uri="{FF2B5EF4-FFF2-40B4-BE49-F238E27FC236}">
                  <a16:creationId xmlns:a16="http://schemas.microsoft.com/office/drawing/2014/main" id="{9E6EED54-D46A-B386-2276-FCB0EE196CB5}"/>
                </a:ext>
              </a:extLst>
            </p:cNvPr>
            <p:cNvGrpSpPr/>
            <p:nvPr/>
          </p:nvGrpSpPr>
          <p:grpSpPr>
            <a:xfrm>
              <a:off x="5555609" y="3189243"/>
              <a:ext cx="735974" cy="1040258"/>
              <a:chOff x="3074124" y="1974065"/>
              <a:chExt cx="1992038" cy="2815638"/>
            </a:xfrm>
          </p:grpSpPr>
          <p:sp>
            <p:nvSpPr>
              <p:cNvPr id="862" name="椭圆 861">
                <a:extLst>
                  <a:ext uri="{FF2B5EF4-FFF2-40B4-BE49-F238E27FC236}">
                    <a16:creationId xmlns:a16="http://schemas.microsoft.com/office/drawing/2014/main" id="{79AAE3B7-038F-3E21-A266-8BFF640C2C09}"/>
                  </a:ext>
                </a:extLst>
              </p:cNvPr>
              <p:cNvSpPr/>
              <p:nvPr/>
            </p:nvSpPr>
            <p:spPr>
              <a:xfrm>
                <a:off x="307412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3" name="椭圆 862">
                <a:extLst>
                  <a:ext uri="{FF2B5EF4-FFF2-40B4-BE49-F238E27FC236}">
                    <a16:creationId xmlns:a16="http://schemas.microsoft.com/office/drawing/2014/main" id="{4E883915-9817-6B12-658D-3CFDA95A6FFB}"/>
                  </a:ext>
                </a:extLst>
              </p:cNvPr>
              <p:cNvSpPr/>
              <p:nvPr/>
            </p:nvSpPr>
            <p:spPr>
              <a:xfrm>
                <a:off x="307412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4" name="椭圆 863">
                <a:extLst>
                  <a:ext uri="{FF2B5EF4-FFF2-40B4-BE49-F238E27FC236}">
                    <a16:creationId xmlns:a16="http://schemas.microsoft.com/office/drawing/2014/main" id="{B579972D-8C75-54A4-0980-E416D6CEF1C3}"/>
                  </a:ext>
                </a:extLst>
              </p:cNvPr>
              <p:cNvSpPr/>
              <p:nvPr/>
            </p:nvSpPr>
            <p:spPr>
              <a:xfrm>
                <a:off x="307412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5" name="椭圆 864">
                <a:extLst>
                  <a:ext uri="{FF2B5EF4-FFF2-40B4-BE49-F238E27FC236}">
                    <a16:creationId xmlns:a16="http://schemas.microsoft.com/office/drawing/2014/main" id="{7DA00989-AB08-449F-501A-182A00CC2E83}"/>
                  </a:ext>
                </a:extLst>
              </p:cNvPr>
              <p:cNvSpPr/>
              <p:nvPr/>
            </p:nvSpPr>
            <p:spPr>
              <a:xfrm>
                <a:off x="307412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6" name="椭圆 865">
                <a:extLst>
                  <a:ext uri="{FF2B5EF4-FFF2-40B4-BE49-F238E27FC236}">
                    <a16:creationId xmlns:a16="http://schemas.microsoft.com/office/drawing/2014/main" id="{0946D6C0-F62E-7287-294B-0C46B4D2506A}"/>
                  </a:ext>
                </a:extLst>
              </p:cNvPr>
              <p:cNvSpPr/>
              <p:nvPr/>
            </p:nvSpPr>
            <p:spPr>
              <a:xfrm>
                <a:off x="307412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7" name="椭圆 866">
                <a:extLst>
                  <a:ext uri="{FF2B5EF4-FFF2-40B4-BE49-F238E27FC236}">
                    <a16:creationId xmlns:a16="http://schemas.microsoft.com/office/drawing/2014/main" id="{30A8433E-9374-6FA4-F3B2-C9356E13ED00}"/>
                  </a:ext>
                </a:extLst>
              </p:cNvPr>
              <p:cNvSpPr/>
              <p:nvPr/>
            </p:nvSpPr>
            <p:spPr>
              <a:xfrm>
                <a:off x="3893464" y="197406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8" name="椭圆 867">
                <a:extLst>
                  <a:ext uri="{FF2B5EF4-FFF2-40B4-BE49-F238E27FC236}">
                    <a16:creationId xmlns:a16="http://schemas.microsoft.com/office/drawing/2014/main" id="{3E269215-DAFF-231B-E1E7-1EB579ACA947}"/>
                  </a:ext>
                </a:extLst>
              </p:cNvPr>
              <p:cNvSpPr/>
              <p:nvPr/>
            </p:nvSpPr>
            <p:spPr>
              <a:xfrm>
                <a:off x="3893464" y="2592372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9" name="椭圆 868">
                <a:extLst>
                  <a:ext uri="{FF2B5EF4-FFF2-40B4-BE49-F238E27FC236}">
                    <a16:creationId xmlns:a16="http://schemas.microsoft.com/office/drawing/2014/main" id="{5928C9F8-E920-2D7F-4E5F-77EB2FFF20B5}"/>
                  </a:ext>
                </a:extLst>
              </p:cNvPr>
              <p:cNvSpPr/>
              <p:nvPr/>
            </p:nvSpPr>
            <p:spPr>
              <a:xfrm>
                <a:off x="3893464" y="321067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0" name="椭圆 869">
                <a:extLst>
                  <a:ext uri="{FF2B5EF4-FFF2-40B4-BE49-F238E27FC236}">
                    <a16:creationId xmlns:a16="http://schemas.microsoft.com/office/drawing/2014/main" id="{21AB610E-6A02-6960-D2F7-F903647CE564}"/>
                  </a:ext>
                </a:extLst>
              </p:cNvPr>
              <p:cNvSpPr/>
              <p:nvPr/>
            </p:nvSpPr>
            <p:spPr>
              <a:xfrm>
                <a:off x="3893464" y="382898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1" name="椭圆 870">
                <a:extLst>
                  <a:ext uri="{FF2B5EF4-FFF2-40B4-BE49-F238E27FC236}">
                    <a16:creationId xmlns:a16="http://schemas.microsoft.com/office/drawing/2014/main" id="{5FC5C878-56DB-7AC6-5343-09D321B50888}"/>
                  </a:ext>
                </a:extLst>
              </p:cNvPr>
              <p:cNvSpPr/>
              <p:nvPr/>
            </p:nvSpPr>
            <p:spPr>
              <a:xfrm>
                <a:off x="3893464" y="4447291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2" name="椭圆 871">
                <a:extLst>
                  <a:ext uri="{FF2B5EF4-FFF2-40B4-BE49-F238E27FC236}">
                    <a16:creationId xmlns:a16="http://schemas.microsoft.com/office/drawing/2014/main" id="{58600D75-34E7-6B84-74F3-A8F7436BAB56}"/>
                  </a:ext>
                </a:extLst>
              </p:cNvPr>
              <p:cNvSpPr/>
              <p:nvPr/>
            </p:nvSpPr>
            <p:spPr>
              <a:xfrm>
                <a:off x="4712806" y="2287568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3" name="椭圆 872">
                <a:extLst>
                  <a:ext uri="{FF2B5EF4-FFF2-40B4-BE49-F238E27FC236}">
                    <a16:creationId xmlns:a16="http://schemas.microsoft.com/office/drawing/2014/main" id="{5C93B048-9EA2-913D-E30D-F75CC80047A0}"/>
                  </a:ext>
                </a:extLst>
              </p:cNvPr>
              <p:cNvSpPr/>
              <p:nvPr/>
            </p:nvSpPr>
            <p:spPr>
              <a:xfrm>
                <a:off x="4712806" y="2905875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4" name="椭圆 873">
                <a:extLst>
                  <a:ext uri="{FF2B5EF4-FFF2-40B4-BE49-F238E27FC236}">
                    <a16:creationId xmlns:a16="http://schemas.microsoft.com/office/drawing/2014/main" id="{5757372F-BD88-0A51-B08A-ED012EE304FB}"/>
                  </a:ext>
                </a:extLst>
              </p:cNvPr>
              <p:cNvSpPr/>
              <p:nvPr/>
            </p:nvSpPr>
            <p:spPr>
              <a:xfrm>
                <a:off x="4712806" y="3524184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5" name="椭圆 874">
                <a:extLst>
                  <a:ext uri="{FF2B5EF4-FFF2-40B4-BE49-F238E27FC236}">
                    <a16:creationId xmlns:a16="http://schemas.microsoft.com/office/drawing/2014/main" id="{402C1A15-AE73-7E79-9D67-0C6A58069FDA}"/>
                  </a:ext>
                </a:extLst>
              </p:cNvPr>
              <p:cNvSpPr/>
              <p:nvPr/>
            </p:nvSpPr>
            <p:spPr>
              <a:xfrm>
                <a:off x="4712806" y="4142490"/>
                <a:ext cx="353356" cy="3424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76" name="直接连接符 875">
                <a:extLst>
                  <a:ext uri="{FF2B5EF4-FFF2-40B4-BE49-F238E27FC236}">
                    <a16:creationId xmlns:a16="http://schemas.microsoft.com/office/drawing/2014/main" id="{BE13FBEB-BC89-FF12-76D2-7D77826776BD}"/>
                  </a:ext>
                </a:extLst>
              </p:cNvPr>
              <p:cNvCxnSpPr>
                <a:cxnSpLocks/>
                <a:stCxn id="862" idx="6"/>
                <a:endCxn id="867" idx="2"/>
              </p:cNvCxnSpPr>
              <p:nvPr/>
            </p:nvCxnSpPr>
            <p:spPr>
              <a:xfrm>
                <a:off x="3427480" y="2145271"/>
                <a:ext cx="4659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直接连接符 876">
                <a:extLst>
                  <a:ext uri="{FF2B5EF4-FFF2-40B4-BE49-F238E27FC236}">
                    <a16:creationId xmlns:a16="http://schemas.microsoft.com/office/drawing/2014/main" id="{31A2FA7E-4976-8595-212F-3584BE4FD1E9}"/>
                  </a:ext>
                </a:extLst>
              </p:cNvPr>
              <p:cNvCxnSpPr>
                <a:cxnSpLocks/>
                <a:stCxn id="862" idx="6"/>
                <a:endCxn id="868" idx="2"/>
              </p:cNvCxnSpPr>
              <p:nvPr/>
            </p:nvCxnSpPr>
            <p:spPr>
              <a:xfrm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8" name="直接连接符 877">
                <a:extLst>
                  <a:ext uri="{FF2B5EF4-FFF2-40B4-BE49-F238E27FC236}">
                    <a16:creationId xmlns:a16="http://schemas.microsoft.com/office/drawing/2014/main" id="{AE5EEF14-B002-6DF9-9884-6B38E9FF9DED}"/>
                  </a:ext>
                </a:extLst>
              </p:cNvPr>
              <p:cNvCxnSpPr>
                <a:cxnSpLocks/>
                <a:stCxn id="862" idx="6"/>
                <a:endCxn id="869" idx="2"/>
              </p:cNvCxnSpPr>
              <p:nvPr/>
            </p:nvCxnSpPr>
            <p:spPr>
              <a:xfrm>
                <a:off x="3427480" y="2145271"/>
                <a:ext cx="465983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9" name="直接连接符 878">
                <a:extLst>
                  <a:ext uri="{FF2B5EF4-FFF2-40B4-BE49-F238E27FC236}">
                    <a16:creationId xmlns:a16="http://schemas.microsoft.com/office/drawing/2014/main" id="{4E792D82-9D3F-D8EA-4DE7-E11FB701589B}"/>
                  </a:ext>
                </a:extLst>
              </p:cNvPr>
              <p:cNvCxnSpPr>
                <a:cxnSpLocks/>
                <a:stCxn id="862" idx="6"/>
                <a:endCxn id="870" idx="2"/>
              </p:cNvCxnSpPr>
              <p:nvPr/>
            </p:nvCxnSpPr>
            <p:spPr>
              <a:xfrm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0" name="直接连接符 879">
                <a:extLst>
                  <a:ext uri="{FF2B5EF4-FFF2-40B4-BE49-F238E27FC236}">
                    <a16:creationId xmlns:a16="http://schemas.microsoft.com/office/drawing/2014/main" id="{F23B63FB-86D3-0606-F359-B6FB21943FF1}"/>
                  </a:ext>
                </a:extLst>
              </p:cNvPr>
              <p:cNvCxnSpPr>
                <a:cxnSpLocks/>
                <a:stCxn id="862" idx="6"/>
                <a:endCxn id="871" idx="2"/>
              </p:cNvCxnSpPr>
              <p:nvPr/>
            </p:nvCxnSpPr>
            <p:spPr>
              <a:xfrm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1" name="直接连接符 880">
                <a:extLst>
                  <a:ext uri="{FF2B5EF4-FFF2-40B4-BE49-F238E27FC236}">
                    <a16:creationId xmlns:a16="http://schemas.microsoft.com/office/drawing/2014/main" id="{37428EA3-2FAF-1A1D-CE45-464CEF4BD12A}"/>
                  </a:ext>
                </a:extLst>
              </p:cNvPr>
              <p:cNvCxnSpPr>
                <a:cxnSpLocks/>
                <a:stCxn id="863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2" name="直接连接符 881">
                <a:extLst>
                  <a:ext uri="{FF2B5EF4-FFF2-40B4-BE49-F238E27FC236}">
                    <a16:creationId xmlns:a16="http://schemas.microsoft.com/office/drawing/2014/main" id="{1E655BC3-3D51-EBFD-61E8-C5500C13072D}"/>
                  </a:ext>
                </a:extLst>
              </p:cNvPr>
              <p:cNvCxnSpPr>
                <a:cxnSpLocks/>
                <a:stCxn id="863" idx="6"/>
                <a:endCxn id="868" idx="2"/>
              </p:cNvCxnSpPr>
              <p:nvPr/>
            </p:nvCxnSpPr>
            <p:spPr>
              <a:xfrm>
                <a:off x="3427480" y="276357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3" name="直接连接符 882">
                <a:extLst>
                  <a:ext uri="{FF2B5EF4-FFF2-40B4-BE49-F238E27FC236}">
                    <a16:creationId xmlns:a16="http://schemas.microsoft.com/office/drawing/2014/main" id="{CF2AE332-19A3-F5B0-6786-C1BE01BE9D89}"/>
                  </a:ext>
                </a:extLst>
              </p:cNvPr>
              <p:cNvCxnSpPr>
                <a:cxnSpLocks/>
                <a:stCxn id="863" idx="6"/>
                <a:endCxn id="869" idx="2"/>
              </p:cNvCxnSpPr>
              <p:nvPr/>
            </p:nvCxnSpPr>
            <p:spPr>
              <a:xfrm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4" name="直接连接符 883">
                <a:extLst>
                  <a:ext uri="{FF2B5EF4-FFF2-40B4-BE49-F238E27FC236}">
                    <a16:creationId xmlns:a16="http://schemas.microsoft.com/office/drawing/2014/main" id="{B6E4F370-0A1F-D48A-5BCF-BFD956994176}"/>
                  </a:ext>
                </a:extLst>
              </p:cNvPr>
              <p:cNvCxnSpPr>
                <a:cxnSpLocks/>
                <a:stCxn id="863" idx="6"/>
                <a:endCxn id="870" idx="2"/>
              </p:cNvCxnSpPr>
              <p:nvPr/>
            </p:nvCxnSpPr>
            <p:spPr>
              <a:xfrm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5" name="直接连接符 884">
                <a:extLst>
                  <a:ext uri="{FF2B5EF4-FFF2-40B4-BE49-F238E27FC236}">
                    <a16:creationId xmlns:a16="http://schemas.microsoft.com/office/drawing/2014/main" id="{5DCC8B39-BDEB-1FB4-5DD6-AE1BF1DABA78}"/>
                  </a:ext>
                </a:extLst>
              </p:cNvPr>
              <p:cNvCxnSpPr>
                <a:cxnSpLocks/>
                <a:stCxn id="863" idx="6"/>
                <a:endCxn id="871" idx="2"/>
              </p:cNvCxnSpPr>
              <p:nvPr/>
            </p:nvCxnSpPr>
            <p:spPr>
              <a:xfrm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6" name="直接连接符 885">
                <a:extLst>
                  <a:ext uri="{FF2B5EF4-FFF2-40B4-BE49-F238E27FC236}">
                    <a16:creationId xmlns:a16="http://schemas.microsoft.com/office/drawing/2014/main" id="{61E50699-49BE-8D2E-8683-5326472165D6}"/>
                  </a:ext>
                </a:extLst>
              </p:cNvPr>
              <p:cNvCxnSpPr>
                <a:cxnSpLocks/>
                <a:stCxn id="864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7" name="直接连接符 886">
                <a:extLst>
                  <a:ext uri="{FF2B5EF4-FFF2-40B4-BE49-F238E27FC236}">
                    <a16:creationId xmlns:a16="http://schemas.microsoft.com/office/drawing/2014/main" id="{FF86F4DB-1862-A3E4-1AA4-6719875E2FAB}"/>
                  </a:ext>
                </a:extLst>
              </p:cNvPr>
              <p:cNvCxnSpPr>
                <a:cxnSpLocks/>
                <a:stCxn id="864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8" name="直接连接符 887">
                <a:extLst>
                  <a:ext uri="{FF2B5EF4-FFF2-40B4-BE49-F238E27FC236}">
                    <a16:creationId xmlns:a16="http://schemas.microsoft.com/office/drawing/2014/main" id="{BF658C57-CB24-27DC-5B6B-CAC0B55ECA7E}"/>
                  </a:ext>
                </a:extLst>
              </p:cNvPr>
              <p:cNvCxnSpPr>
                <a:cxnSpLocks/>
                <a:stCxn id="864" idx="6"/>
                <a:endCxn id="869" idx="2"/>
              </p:cNvCxnSpPr>
              <p:nvPr/>
            </p:nvCxnSpPr>
            <p:spPr>
              <a:xfrm>
                <a:off x="3427480" y="3381884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9" name="直接连接符 888">
                <a:extLst>
                  <a:ext uri="{FF2B5EF4-FFF2-40B4-BE49-F238E27FC236}">
                    <a16:creationId xmlns:a16="http://schemas.microsoft.com/office/drawing/2014/main" id="{5E7A350A-2010-351D-6C45-6DE01592173B}"/>
                  </a:ext>
                </a:extLst>
              </p:cNvPr>
              <p:cNvCxnSpPr>
                <a:cxnSpLocks/>
                <a:stCxn id="864" idx="6"/>
                <a:endCxn id="870" idx="2"/>
              </p:cNvCxnSpPr>
              <p:nvPr/>
            </p:nvCxnSpPr>
            <p:spPr>
              <a:xfrm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0" name="直接连接符 889">
                <a:extLst>
                  <a:ext uri="{FF2B5EF4-FFF2-40B4-BE49-F238E27FC236}">
                    <a16:creationId xmlns:a16="http://schemas.microsoft.com/office/drawing/2014/main" id="{B2FF300F-6F18-7465-7989-8E9FCF65BB3D}"/>
                  </a:ext>
                </a:extLst>
              </p:cNvPr>
              <p:cNvCxnSpPr>
                <a:cxnSpLocks/>
                <a:stCxn id="864" idx="6"/>
                <a:endCxn id="871" idx="2"/>
              </p:cNvCxnSpPr>
              <p:nvPr/>
            </p:nvCxnSpPr>
            <p:spPr>
              <a:xfrm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1" name="直接连接符 890">
                <a:extLst>
                  <a:ext uri="{FF2B5EF4-FFF2-40B4-BE49-F238E27FC236}">
                    <a16:creationId xmlns:a16="http://schemas.microsoft.com/office/drawing/2014/main" id="{CF619401-6569-6178-2E5E-6A39FB6BF3C8}"/>
                  </a:ext>
                </a:extLst>
              </p:cNvPr>
              <p:cNvCxnSpPr>
                <a:cxnSpLocks/>
                <a:stCxn id="865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2" name="直接连接符 891">
                <a:extLst>
                  <a:ext uri="{FF2B5EF4-FFF2-40B4-BE49-F238E27FC236}">
                    <a16:creationId xmlns:a16="http://schemas.microsoft.com/office/drawing/2014/main" id="{1F10CD5B-AED6-F991-BF7E-5D8E1C03AA27}"/>
                  </a:ext>
                </a:extLst>
              </p:cNvPr>
              <p:cNvCxnSpPr>
                <a:cxnSpLocks/>
                <a:stCxn id="865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3" name="直接连接符 892">
                <a:extLst>
                  <a:ext uri="{FF2B5EF4-FFF2-40B4-BE49-F238E27FC236}">
                    <a16:creationId xmlns:a16="http://schemas.microsoft.com/office/drawing/2014/main" id="{3843AB74-7A46-C24F-23E8-2188394C5A60}"/>
                  </a:ext>
                </a:extLst>
              </p:cNvPr>
              <p:cNvCxnSpPr>
                <a:cxnSpLocks/>
                <a:stCxn id="865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4" name="直接连接符 893">
                <a:extLst>
                  <a:ext uri="{FF2B5EF4-FFF2-40B4-BE49-F238E27FC236}">
                    <a16:creationId xmlns:a16="http://schemas.microsoft.com/office/drawing/2014/main" id="{E104628E-B803-41D9-AE18-2001C876CBAB}"/>
                  </a:ext>
                </a:extLst>
              </p:cNvPr>
              <p:cNvCxnSpPr>
                <a:cxnSpLocks/>
                <a:stCxn id="865" idx="6"/>
                <a:endCxn id="870" idx="2"/>
              </p:cNvCxnSpPr>
              <p:nvPr/>
            </p:nvCxnSpPr>
            <p:spPr>
              <a:xfrm>
                <a:off x="3427480" y="4000191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5" name="直接连接符 894">
                <a:extLst>
                  <a:ext uri="{FF2B5EF4-FFF2-40B4-BE49-F238E27FC236}">
                    <a16:creationId xmlns:a16="http://schemas.microsoft.com/office/drawing/2014/main" id="{5B34EFB0-220A-B62D-43E9-3346E62A40BF}"/>
                  </a:ext>
                </a:extLst>
              </p:cNvPr>
              <p:cNvCxnSpPr>
                <a:cxnSpLocks/>
                <a:stCxn id="865" idx="6"/>
                <a:endCxn id="871" idx="2"/>
              </p:cNvCxnSpPr>
              <p:nvPr/>
            </p:nvCxnSpPr>
            <p:spPr>
              <a:xfrm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6" name="直接连接符 895">
                <a:extLst>
                  <a:ext uri="{FF2B5EF4-FFF2-40B4-BE49-F238E27FC236}">
                    <a16:creationId xmlns:a16="http://schemas.microsoft.com/office/drawing/2014/main" id="{82A76016-9744-2A69-0B25-92DCE367A473}"/>
                  </a:ext>
                </a:extLst>
              </p:cNvPr>
              <p:cNvCxnSpPr>
                <a:cxnSpLocks/>
                <a:stCxn id="866" idx="6"/>
                <a:endCxn id="867" idx="2"/>
              </p:cNvCxnSpPr>
              <p:nvPr/>
            </p:nvCxnSpPr>
            <p:spPr>
              <a:xfrm flipV="1">
                <a:off x="3427480" y="2145271"/>
                <a:ext cx="465984" cy="247322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7" name="直接连接符 896">
                <a:extLst>
                  <a:ext uri="{FF2B5EF4-FFF2-40B4-BE49-F238E27FC236}">
                    <a16:creationId xmlns:a16="http://schemas.microsoft.com/office/drawing/2014/main" id="{A07479A7-6F1C-4B17-0F40-35D478B9F567}"/>
                  </a:ext>
                </a:extLst>
              </p:cNvPr>
              <p:cNvCxnSpPr>
                <a:cxnSpLocks/>
                <a:stCxn id="866" idx="6"/>
                <a:endCxn id="868" idx="2"/>
              </p:cNvCxnSpPr>
              <p:nvPr/>
            </p:nvCxnSpPr>
            <p:spPr>
              <a:xfrm flipV="1">
                <a:off x="3427480" y="2763577"/>
                <a:ext cx="465984" cy="18549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8" name="直接连接符 897">
                <a:extLst>
                  <a:ext uri="{FF2B5EF4-FFF2-40B4-BE49-F238E27FC236}">
                    <a16:creationId xmlns:a16="http://schemas.microsoft.com/office/drawing/2014/main" id="{5D4DCB11-ECA4-3DAC-DF28-D739484887A7}"/>
                  </a:ext>
                </a:extLst>
              </p:cNvPr>
              <p:cNvCxnSpPr>
                <a:cxnSpLocks/>
                <a:stCxn id="866" idx="6"/>
                <a:endCxn id="869" idx="2"/>
              </p:cNvCxnSpPr>
              <p:nvPr/>
            </p:nvCxnSpPr>
            <p:spPr>
              <a:xfrm flipV="1">
                <a:off x="3427480" y="3381884"/>
                <a:ext cx="465984" cy="12366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9" name="直接连接符 898">
                <a:extLst>
                  <a:ext uri="{FF2B5EF4-FFF2-40B4-BE49-F238E27FC236}">
                    <a16:creationId xmlns:a16="http://schemas.microsoft.com/office/drawing/2014/main" id="{1774E0E0-610F-748E-4BD6-6B8A5F4160E0}"/>
                  </a:ext>
                </a:extLst>
              </p:cNvPr>
              <p:cNvCxnSpPr>
                <a:cxnSpLocks/>
                <a:stCxn id="866" idx="6"/>
                <a:endCxn id="870" idx="2"/>
              </p:cNvCxnSpPr>
              <p:nvPr/>
            </p:nvCxnSpPr>
            <p:spPr>
              <a:xfrm flipV="1">
                <a:off x="3427480" y="4000191"/>
                <a:ext cx="465984" cy="6183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0" name="直接连接符 899">
                <a:extLst>
                  <a:ext uri="{FF2B5EF4-FFF2-40B4-BE49-F238E27FC236}">
                    <a16:creationId xmlns:a16="http://schemas.microsoft.com/office/drawing/2014/main" id="{CC122B40-0AE8-C27B-B991-F1A51C9D81FF}"/>
                  </a:ext>
                </a:extLst>
              </p:cNvPr>
              <p:cNvCxnSpPr>
                <a:cxnSpLocks/>
                <a:stCxn id="866" idx="6"/>
                <a:endCxn id="871" idx="2"/>
              </p:cNvCxnSpPr>
              <p:nvPr/>
            </p:nvCxnSpPr>
            <p:spPr>
              <a:xfrm>
                <a:off x="3427480" y="4618497"/>
                <a:ext cx="46598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1" name="直接连接符 900">
                <a:extLst>
                  <a:ext uri="{FF2B5EF4-FFF2-40B4-BE49-F238E27FC236}">
                    <a16:creationId xmlns:a16="http://schemas.microsoft.com/office/drawing/2014/main" id="{D177930F-FC01-4FEE-00EE-82218BC3527E}"/>
                  </a:ext>
                </a:extLst>
              </p:cNvPr>
              <p:cNvCxnSpPr>
                <a:cxnSpLocks/>
                <a:stCxn id="867" idx="6"/>
                <a:endCxn id="872" idx="2"/>
              </p:cNvCxnSpPr>
              <p:nvPr/>
            </p:nvCxnSpPr>
            <p:spPr>
              <a:xfrm>
                <a:off x="4246820" y="2145271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2" name="直接连接符 901">
                <a:extLst>
                  <a:ext uri="{FF2B5EF4-FFF2-40B4-BE49-F238E27FC236}">
                    <a16:creationId xmlns:a16="http://schemas.microsoft.com/office/drawing/2014/main" id="{6855095C-1B8D-0A97-CD00-623F6CB58127}"/>
                  </a:ext>
                </a:extLst>
              </p:cNvPr>
              <p:cNvCxnSpPr>
                <a:cxnSpLocks/>
                <a:stCxn id="867" idx="6"/>
                <a:endCxn id="873" idx="2"/>
              </p:cNvCxnSpPr>
              <p:nvPr/>
            </p:nvCxnSpPr>
            <p:spPr>
              <a:xfrm>
                <a:off x="4246820" y="2145271"/>
                <a:ext cx="465986" cy="9318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3" name="直接连接符 902">
                <a:extLst>
                  <a:ext uri="{FF2B5EF4-FFF2-40B4-BE49-F238E27FC236}">
                    <a16:creationId xmlns:a16="http://schemas.microsoft.com/office/drawing/2014/main" id="{E75905B8-9153-7793-78C2-D48F114885FE}"/>
                  </a:ext>
                </a:extLst>
              </p:cNvPr>
              <p:cNvCxnSpPr>
                <a:cxnSpLocks/>
                <a:stCxn id="867" idx="6"/>
                <a:endCxn id="874" idx="2"/>
              </p:cNvCxnSpPr>
              <p:nvPr/>
            </p:nvCxnSpPr>
            <p:spPr>
              <a:xfrm>
                <a:off x="4246820" y="2145271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4" name="直接连接符 903">
                <a:extLst>
                  <a:ext uri="{FF2B5EF4-FFF2-40B4-BE49-F238E27FC236}">
                    <a16:creationId xmlns:a16="http://schemas.microsoft.com/office/drawing/2014/main" id="{7C0BD751-FC98-6AB3-4073-C7F2FC156118}"/>
                  </a:ext>
                </a:extLst>
              </p:cNvPr>
              <p:cNvCxnSpPr>
                <a:cxnSpLocks/>
                <a:stCxn id="867" idx="6"/>
                <a:endCxn id="875" idx="2"/>
              </p:cNvCxnSpPr>
              <p:nvPr/>
            </p:nvCxnSpPr>
            <p:spPr>
              <a:xfrm>
                <a:off x="4246820" y="2145271"/>
                <a:ext cx="465986" cy="21684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5" name="直接连接符 904">
                <a:extLst>
                  <a:ext uri="{FF2B5EF4-FFF2-40B4-BE49-F238E27FC236}">
                    <a16:creationId xmlns:a16="http://schemas.microsoft.com/office/drawing/2014/main" id="{50E0FB40-D854-FC0F-B6F6-D88784B022A1}"/>
                  </a:ext>
                </a:extLst>
              </p:cNvPr>
              <p:cNvCxnSpPr>
                <a:cxnSpLocks/>
                <a:stCxn id="868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6" name="直接连接符 905">
                <a:extLst>
                  <a:ext uri="{FF2B5EF4-FFF2-40B4-BE49-F238E27FC236}">
                    <a16:creationId xmlns:a16="http://schemas.microsoft.com/office/drawing/2014/main" id="{C80126E8-B612-4C43-AC0D-C6D2AD23C94C}"/>
                  </a:ext>
                </a:extLst>
              </p:cNvPr>
              <p:cNvCxnSpPr>
                <a:cxnSpLocks/>
                <a:stCxn id="868" idx="6"/>
                <a:endCxn id="873" idx="2"/>
              </p:cNvCxnSpPr>
              <p:nvPr/>
            </p:nvCxnSpPr>
            <p:spPr>
              <a:xfrm>
                <a:off x="4246820" y="2763577"/>
                <a:ext cx="465986" cy="313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7" name="直接连接符 906">
                <a:extLst>
                  <a:ext uri="{FF2B5EF4-FFF2-40B4-BE49-F238E27FC236}">
                    <a16:creationId xmlns:a16="http://schemas.microsoft.com/office/drawing/2014/main" id="{D24241B9-BF7C-1EDB-B0DC-FFA2C8D678C0}"/>
                  </a:ext>
                </a:extLst>
              </p:cNvPr>
              <p:cNvCxnSpPr>
                <a:cxnSpLocks/>
                <a:stCxn id="868" idx="6"/>
                <a:endCxn id="874" idx="2"/>
              </p:cNvCxnSpPr>
              <p:nvPr/>
            </p:nvCxnSpPr>
            <p:spPr>
              <a:xfrm>
                <a:off x="4246820" y="2763577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8" name="直接连接符 907">
                <a:extLst>
                  <a:ext uri="{FF2B5EF4-FFF2-40B4-BE49-F238E27FC236}">
                    <a16:creationId xmlns:a16="http://schemas.microsoft.com/office/drawing/2014/main" id="{796A1C5E-8691-59F1-B153-BD1CA0DE5060}"/>
                  </a:ext>
                </a:extLst>
              </p:cNvPr>
              <p:cNvCxnSpPr>
                <a:cxnSpLocks/>
                <a:stCxn id="868" idx="6"/>
                <a:endCxn id="875" idx="2"/>
              </p:cNvCxnSpPr>
              <p:nvPr/>
            </p:nvCxnSpPr>
            <p:spPr>
              <a:xfrm>
                <a:off x="4246820" y="2763577"/>
                <a:ext cx="465986" cy="1550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9" name="直接连接符 908">
                <a:extLst>
                  <a:ext uri="{FF2B5EF4-FFF2-40B4-BE49-F238E27FC236}">
                    <a16:creationId xmlns:a16="http://schemas.microsoft.com/office/drawing/2014/main" id="{AA2B8CF3-40F8-55A4-ED43-1C7503060114}"/>
                  </a:ext>
                </a:extLst>
              </p:cNvPr>
              <p:cNvCxnSpPr>
                <a:cxnSpLocks/>
                <a:stCxn id="869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0" name="直接连接符 909">
                <a:extLst>
                  <a:ext uri="{FF2B5EF4-FFF2-40B4-BE49-F238E27FC236}">
                    <a16:creationId xmlns:a16="http://schemas.microsoft.com/office/drawing/2014/main" id="{23A66836-5E92-6568-69AB-19DCBD7D6EFC}"/>
                  </a:ext>
                </a:extLst>
              </p:cNvPr>
              <p:cNvCxnSpPr>
                <a:cxnSpLocks/>
                <a:stCxn id="870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9231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1" name="直接连接符 910">
                <a:extLst>
                  <a:ext uri="{FF2B5EF4-FFF2-40B4-BE49-F238E27FC236}">
                    <a16:creationId xmlns:a16="http://schemas.microsoft.com/office/drawing/2014/main" id="{51D5AE84-0DB0-2703-0C8D-F2A4F45E625B}"/>
                  </a:ext>
                </a:extLst>
              </p:cNvPr>
              <p:cNvCxnSpPr>
                <a:cxnSpLocks/>
                <a:stCxn id="870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2" name="直接连接符 911">
                <a:extLst>
                  <a:ext uri="{FF2B5EF4-FFF2-40B4-BE49-F238E27FC236}">
                    <a16:creationId xmlns:a16="http://schemas.microsoft.com/office/drawing/2014/main" id="{A130F4E9-F8BA-4CE9-BEB8-FFC1A3ED8B9D}"/>
                  </a:ext>
                </a:extLst>
              </p:cNvPr>
              <p:cNvCxnSpPr>
                <a:cxnSpLocks/>
                <a:stCxn id="870" idx="6"/>
                <a:endCxn id="875" idx="2"/>
              </p:cNvCxnSpPr>
              <p:nvPr/>
            </p:nvCxnSpPr>
            <p:spPr>
              <a:xfrm>
                <a:off x="4246820" y="4000191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3" name="直接连接符 912">
                <a:extLst>
                  <a:ext uri="{FF2B5EF4-FFF2-40B4-BE49-F238E27FC236}">
                    <a16:creationId xmlns:a16="http://schemas.microsoft.com/office/drawing/2014/main" id="{89B6CF59-8117-7162-A21A-41BD771F9242}"/>
                  </a:ext>
                </a:extLst>
              </p:cNvPr>
              <p:cNvCxnSpPr>
                <a:cxnSpLocks/>
                <a:stCxn id="871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215972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4" name="直接连接符 913">
                <a:extLst>
                  <a:ext uri="{FF2B5EF4-FFF2-40B4-BE49-F238E27FC236}">
                    <a16:creationId xmlns:a16="http://schemas.microsoft.com/office/drawing/2014/main" id="{8917A60C-A444-E218-960C-45CC1D2DD84E}"/>
                  </a:ext>
                </a:extLst>
              </p:cNvPr>
              <p:cNvCxnSpPr>
                <a:cxnSpLocks/>
                <a:stCxn id="871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5" name="直接连接符 914">
                <a:extLst>
                  <a:ext uri="{FF2B5EF4-FFF2-40B4-BE49-F238E27FC236}">
                    <a16:creationId xmlns:a16="http://schemas.microsoft.com/office/drawing/2014/main" id="{ABEDDE2C-B697-4335-DF81-CC0446060604}"/>
                  </a:ext>
                </a:extLst>
              </p:cNvPr>
              <p:cNvCxnSpPr>
                <a:cxnSpLocks/>
                <a:stCxn id="871" idx="6"/>
                <a:endCxn id="875" idx="2"/>
              </p:cNvCxnSpPr>
              <p:nvPr/>
            </p:nvCxnSpPr>
            <p:spPr>
              <a:xfrm flipV="1">
                <a:off x="4246820" y="4313696"/>
                <a:ext cx="465986" cy="30480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6" name="直接连接符 915">
                <a:extLst>
                  <a:ext uri="{FF2B5EF4-FFF2-40B4-BE49-F238E27FC236}">
                    <a16:creationId xmlns:a16="http://schemas.microsoft.com/office/drawing/2014/main" id="{AEEBC685-18C1-0D98-23F1-47AD006894D5}"/>
                  </a:ext>
                </a:extLst>
              </p:cNvPr>
              <p:cNvCxnSpPr>
                <a:cxnSpLocks/>
                <a:stCxn id="869" idx="6"/>
                <a:endCxn id="873" idx="2"/>
              </p:cNvCxnSpPr>
              <p:nvPr/>
            </p:nvCxnSpPr>
            <p:spPr>
              <a:xfrm flipV="1">
                <a:off x="4246820" y="3077081"/>
                <a:ext cx="465986" cy="3048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7" name="直接连接符 916">
                <a:extLst>
                  <a:ext uri="{FF2B5EF4-FFF2-40B4-BE49-F238E27FC236}">
                    <a16:creationId xmlns:a16="http://schemas.microsoft.com/office/drawing/2014/main" id="{B9EDA5D6-546B-E87E-5440-236B86D09185}"/>
                  </a:ext>
                </a:extLst>
              </p:cNvPr>
              <p:cNvCxnSpPr>
                <a:cxnSpLocks/>
                <a:stCxn id="869" idx="6"/>
                <a:endCxn id="874" idx="2"/>
              </p:cNvCxnSpPr>
              <p:nvPr/>
            </p:nvCxnSpPr>
            <p:spPr>
              <a:xfrm>
                <a:off x="4246820" y="3381884"/>
                <a:ext cx="465986" cy="31350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8" name="直接连接符 917">
                <a:extLst>
                  <a:ext uri="{FF2B5EF4-FFF2-40B4-BE49-F238E27FC236}">
                    <a16:creationId xmlns:a16="http://schemas.microsoft.com/office/drawing/2014/main" id="{F6D3B8F1-2B24-4FD8-6658-017F3E536F3D}"/>
                  </a:ext>
                </a:extLst>
              </p:cNvPr>
              <p:cNvCxnSpPr>
                <a:cxnSpLocks/>
                <a:stCxn id="869" idx="6"/>
                <a:endCxn id="875" idx="2"/>
              </p:cNvCxnSpPr>
              <p:nvPr/>
            </p:nvCxnSpPr>
            <p:spPr>
              <a:xfrm>
                <a:off x="4246820" y="3381884"/>
                <a:ext cx="465986" cy="93181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9" name="直接连接符 918">
                <a:extLst>
                  <a:ext uri="{FF2B5EF4-FFF2-40B4-BE49-F238E27FC236}">
                    <a16:creationId xmlns:a16="http://schemas.microsoft.com/office/drawing/2014/main" id="{E9D35F4D-2108-12EF-5A18-DE33E27CCAAD}"/>
                  </a:ext>
                </a:extLst>
              </p:cNvPr>
              <p:cNvCxnSpPr>
                <a:cxnSpLocks/>
                <a:stCxn id="870" idx="6"/>
                <a:endCxn id="872" idx="2"/>
              </p:cNvCxnSpPr>
              <p:nvPr/>
            </p:nvCxnSpPr>
            <p:spPr>
              <a:xfrm flipV="1">
                <a:off x="4246820" y="2458774"/>
                <a:ext cx="465986" cy="154141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0" name="直接连接符 919">
                <a:extLst>
                  <a:ext uri="{FF2B5EF4-FFF2-40B4-BE49-F238E27FC236}">
                    <a16:creationId xmlns:a16="http://schemas.microsoft.com/office/drawing/2014/main" id="{BEF7D6C7-D3D5-5E96-66F9-BE957B316117}"/>
                  </a:ext>
                </a:extLst>
              </p:cNvPr>
              <p:cNvCxnSpPr>
                <a:cxnSpLocks/>
                <a:stCxn id="871" idx="6"/>
                <a:endCxn id="874" idx="2"/>
              </p:cNvCxnSpPr>
              <p:nvPr/>
            </p:nvCxnSpPr>
            <p:spPr>
              <a:xfrm flipV="1">
                <a:off x="4246820" y="3695390"/>
                <a:ext cx="465986" cy="92310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3" name="组合 982">
            <a:extLst>
              <a:ext uri="{FF2B5EF4-FFF2-40B4-BE49-F238E27FC236}">
                <a16:creationId xmlns:a16="http://schemas.microsoft.com/office/drawing/2014/main" id="{2E85E063-671A-E45D-25F4-2EB93E491B9C}"/>
              </a:ext>
            </a:extLst>
          </p:cNvPr>
          <p:cNvGrpSpPr/>
          <p:nvPr/>
        </p:nvGrpSpPr>
        <p:grpSpPr>
          <a:xfrm>
            <a:off x="4743984" y="4146673"/>
            <a:ext cx="779175" cy="276999"/>
            <a:chOff x="3680154" y="2849835"/>
            <a:chExt cx="779175" cy="276999"/>
          </a:xfrm>
        </p:grpSpPr>
        <p:sp>
          <p:nvSpPr>
            <p:cNvPr id="981" name="矩形: 圆角 980">
              <a:extLst>
                <a:ext uri="{FF2B5EF4-FFF2-40B4-BE49-F238E27FC236}">
                  <a16:creationId xmlns:a16="http://schemas.microsoft.com/office/drawing/2014/main" id="{99ABA28D-7FD7-E26E-9A26-0A5D74228F1A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文本框 295">
              <a:extLst>
                <a:ext uri="{FF2B5EF4-FFF2-40B4-BE49-F238E27FC236}">
                  <a16:creationId xmlns:a16="http://schemas.microsoft.com/office/drawing/2014/main" id="{D8B8C0D8-F81C-2724-1858-44E027DCFA98}"/>
                </a:ext>
              </a:extLst>
            </p:cNvPr>
            <p:cNvSpPr txBox="1"/>
            <p:nvPr/>
          </p:nvSpPr>
          <p:spPr>
            <a:xfrm>
              <a:off x="3717031" y="2849835"/>
              <a:ext cx="742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1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7" name="组合 986">
            <a:extLst>
              <a:ext uri="{FF2B5EF4-FFF2-40B4-BE49-F238E27FC236}">
                <a16:creationId xmlns:a16="http://schemas.microsoft.com/office/drawing/2014/main" id="{69472B1F-6F6A-3096-6851-F0BA07D75DC4}"/>
              </a:ext>
            </a:extLst>
          </p:cNvPr>
          <p:cNvGrpSpPr/>
          <p:nvPr/>
        </p:nvGrpSpPr>
        <p:grpSpPr>
          <a:xfrm>
            <a:off x="5347674" y="3866465"/>
            <a:ext cx="1220774" cy="240066"/>
            <a:chOff x="4281388" y="2609879"/>
            <a:chExt cx="1220774" cy="240066"/>
          </a:xfrm>
        </p:grpSpPr>
        <p:sp>
          <p:nvSpPr>
            <p:cNvPr id="982" name="矩形: 圆角 981">
              <a:extLst>
                <a:ext uri="{FF2B5EF4-FFF2-40B4-BE49-F238E27FC236}">
                  <a16:creationId xmlns:a16="http://schemas.microsoft.com/office/drawing/2014/main" id="{1CF07C27-39D1-C4CB-8B8C-B852BC51B3B9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9B4508D1-D44D-B04D-DA30-FD4187662ED6}"/>
                </a:ext>
              </a:extLst>
            </p:cNvPr>
            <p:cNvSpPr txBox="1"/>
            <p:nvPr/>
          </p:nvSpPr>
          <p:spPr>
            <a:xfrm>
              <a:off x="4281388" y="2609879"/>
              <a:ext cx="1220774" cy="240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target 1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4" name="组合 983">
            <a:extLst>
              <a:ext uri="{FF2B5EF4-FFF2-40B4-BE49-F238E27FC236}">
                <a16:creationId xmlns:a16="http://schemas.microsoft.com/office/drawing/2014/main" id="{B92DA600-D8D2-70A9-BDE7-BDE25709B61A}"/>
              </a:ext>
            </a:extLst>
          </p:cNvPr>
          <p:cNvGrpSpPr/>
          <p:nvPr/>
        </p:nvGrpSpPr>
        <p:grpSpPr>
          <a:xfrm>
            <a:off x="6626535" y="4142574"/>
            <a:ext cx="779175" cy="276999"/>
            <a:chOff x="3680154" y="2849835"/>
            <a:chExt cx="779175" cy="276999"/>
          </a:xfrm>
        </p:grpSpPr>
        <p:sp>
          <p:nvSpPr>
            <p:cNvPr id="985" name="矩形: 圆角 984">
              <a:extLst>
                <a:ext uri="{FF2B5EF4-FFF2-40B4-BE49-F238E27FC236}">
                  <a16:creationId xmlns:a16="http://schemas.microsoft.com/office/drawing/2014/main" id="{D55D6D41-EE26-9EA4-87FE-75B895DE64EA}"/>
                </a:ext>
              </a:extLst>
            </p:cNvPr>
            <p:cNvSpPr/>
            <p:nvPr/>
          </p:nvSpPr>
          <p:spPr>
            <a:xfrm>
              <a:off x="3680154" y="2903099"/>
              <a:ext cx="758360" cy="183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6" name="文本框 985">
              <a:extLst>
                <a:ext uri="{FF2B5EF4-FFF2-40B4-BE49-F238E27FC236}">
                  <a16:creationId xmlns:a16="http://schemas.microsoft.com/office/drawing/2014/main" id="{436731A6-9AA6-85ED-D454-C17873A32B90}"/>
                </a:ext>
              </a:extLst>
            </p:cNvPr>
            <p:cNvSpPr txBox="1"/>
            <p:nvPr/>
          </p:nvSpPr>
          <p:spPr>
            <a:xfrm>
              <a:off x="3717031" y="2849835"/>
              <a:ext cx="742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2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" name="组合 987">
            <a:extLst>
              <a:ext uri="{FF2B5EF4-FFF2-40B4-BE49-F238E27FC236}">
                <a16:creationId xmlns:a16="http://schemas.microsoft.com/office/drawing/2014/main" id="{9E15B099-24EE-03CB-3E40-C9C1A5051F90}"/>
              </a:ext>
            </a:extLst>
          </p:cNvPr>
          <p:cNvGrpSpPr/>
          <p:nvPr/>
        </p:nvGrpSpPr>
        <p:grpSpPr>
          <a:xfrm>
            <a:off x="7238421" y="3892621"/>
            <a:ext cx="1220774" cy="240066"/>
            <a:chOff x="4281388" y="2609879"/>
            <a:chExt cx="1220774" cy="240066"/>
          </a:xfrm>
        </p:grpSpPr>
        <p:sp>
          <p:nvSpPr>
            <p:cNvPr id="989" name="矩形: 圆角 988">
              <a:extLst>
                <a:ext uri="{FF2B5EF4-FFF2-40B4-BE49-F238E27FC236}">
                  <a16:creationId xmlns:a16="http://schemas.microsoft.com/office/drawing/2014/main" id="{7468C816-924D-446E-C6ED-302ECEAF488D}"/>
                </a:ext>
              </a:extLst>
            </p:cNvPr>
            <p:cNvSpPr/>
            <p:nvPr/>
          </p:nvSpPr>
          <p:spPr>
            <a:xfrm>
              <a:off x="4360224" y="2618612"/>
              <a:ext cx="951411" cy="2018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0" name="文本框 989">
              <a:extLst>
                <a:ext uri="{FF2B5EF4-FFF2-40B4-BE49-F238E27FC236}">
                  <a16:creationId xmlns:a16="http://schemas.microsoft.com/office/drawing/2014/main" id="{3C6BD5E4-0047-1773-D5EC-6D2C76C54D10}"/>
                </a:ext>
              </a:extLst>
            </p:cNvPr>
            <p:cNvSpPr txBox="1"/>
            <p:nvPr/>
          </p:nvSpPr>
          <p:spPr>
            <a:xfrm>
              <a:off x="4281388" y="2609879"/>
              <a:ext cx="1220774" cy="240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 target 2</a:t>
              </a:r>
              <a:endParaRPr lang="zh-CN" alt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63588F08-E8F7-3271-50F1-8750C27AEE15}"/>
              </a:ext>
            </a:extLst>
          </p:cNvPr>
          <p:cNvCxnSpPr>
            <a:cxnSpLocks/>
          </p:cNvCxnSpPr>
          <p:nvPr/>
        </p:nvCxnSpPr>
        <p:spPr>
          <a:xfrm rot="10800000">
            <a:off x="5121320" y="3800176"/>
            <a:ext cx="1894807" cy="385892"/>
          </a:xfrm>
          <a:prstGeom prst="bentConnector3">
            <a:avLst>
              <a:gd name="adj1" fmla="val -269"/>
            </a:avLst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4" name="组合 1093">
            <a:extLst>
              <a:ext uri="{FF2B5EF4-FFF2-40B4-BE49-F238E27FC236}">
                <a16:creationId xmlns:a16="http://schemas.microsoft.com/office/drawing/2014/main" id="{789DE1A7-0124-6F9D-D1AC-624A027B1688}"/>
              </a:ext>
            </a:extLst>
          </p:cNvPr>
          <p:cNvGrpSpPr/>
          <p:nvPr/>
        </p:nvGrpSpPr>
        <p:grpSpPr>
          <a:xfrm>
            <a:off x="9073190" y="3625465"/>
            <a:ext cx="1167436" cy="886980"/>
            <a:chOff x="2278379" y="4983233"/>
            <a:chExt cx="1537572" cy="1187491"/>
          </a:xfrm>
        </p:grpSpPr>
        <p:grpSp>
          <p:nvGrpSpPr>
            <p:cNvPr id="1041" name="组合 1040">
              <a:extLst>
                <a:ext uri="{FF2B5EF4-FFF2-40B4-BE49-F238E27FC236}">
                  <a16:creationId xmlns:a16="http://schemas.microsoft.com/office/drawing/2014/main" id="{66B684D7-E48E-CEBD-9E32-39F9B3EB4167}"/>
                </a:ext>
              </a:extLst>
            </p:cNvPr>
            <p:cNvGrpSpPr/>
            <p:nvPr/>
          </p:nvGrpSpPr>
          <p:grpSpPr>
            <a:xfrm>
              <a:off x="2278379" y="5697618"/>
              <a:ext cx="401782" cy="463886"/>
              <a:chOff x="2278379" y="5018763"/>
              <a:chExt cx="989754" cy="1142741"/>
            </a:xfrm>
          </p:grpSpPr>
          <p:sp>
            <p:nvSpPr>
              <p:cNvPr id="1020" name="椭圆 1019">
                <a:extLst>
                  <a:ext uri="{FF2B5EF4-FFF2-40B4-BE49-F238E27FC236}">
                    <a16:creationId xmlns:a16="http://schemas.microsoft.com/office/drawing/2014/main" id="{D0A37A22-077C-561A-1F2B-168C7EB7DED5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8" name="任意多边形: 形状 1037">
                <a:extLst>
                  <a:ext uri="{FF2B5EF4-FFF2-40B4-BE49-F238E27FC236}">
                    <a16:creationId xmlns:a16="http://schemas.microsoft.com/office/drawing/2014/main" id="{33B79357-E9A8-1D79-C26A-456165773E3C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2" name="组合 1041">
              <a:extLst>
                <a:ext uri="{FF2B5EF4-FFF2-40B4-BE49-F238E27FC236}">
                  <a16:creationId xmlns:a16="http://schemas.microsoft.com/office/drawing/2014/main" id="{CF1DB86B-735F-F604-96DC-E38B1BF7CF64}"/>
                </a:ext>
              </a:extLst>
            </p:cNvPr>
            <p:cNvGrpSpPr/>
            <p:nvPr/>
          </p:nvGrpSpPr>
          <p:grpSpPr>
            <a:xfrm>
              <a:off x="3414169" y="5706838"/>
              <a:ext cx="401782" cy="463886"/>
              <a:chOff x="2278379" y="5018763"/>
              <a:chExt cx="989754" cy="1142741"/>
            </a:xfrm>
          </p:grpSpPr>
          <p:sp>
            <p:nvSpPr>
              <p:cNvPr id="1043" name="椭圆 1042">
                <a:extLst>
                  <a:ext uri="{FF2B5EF4-FFF2-40B4-BE49-F238E27FC236}">
                    <a16:creationId xmlns:a16="http://schemas.microsoft.com/office/drawing/2014/main" id="{BA542484-33B6-1E67-3487-B061D6D04CDB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5B9BD5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4" name="任意多边形: 形状 1043">
                <a:extLst>
                  <a:ext uri="{FF2B5EF4-FFF2-40B4-BE49-F238E27FC236}">
                    <a16:creationId xmlns:a16="http://schemas.microsoft.com/office/drawing/2014/main" id="{F5F078F6-B623-3BC9-0345-43B5C4F1D8BD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93BEE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7" name="组合 1056">
              <a:extLst>
                <a:ext uri="{FF2B5EF4-FFF2-40B4-BE49-F238E27FC236}">
                  <a16:creationId xmlns:a16="http://schemas.microsoft.com/office/drawing/2014/main" id="{4213EE81-C218-6F9F-76FB-515A037C95CB}"/>
                </a:ext>
              </a:extLst>
            </p:cNvPr>
            <p:cNvGrpSpPr/>
            <p:nvPr/>
          </p:nvGrpSpPr>
          <p:grpSpPr>
            <a:xfrm>
              <a:off x="2871835" y="5706838"/>
              <a:ext cx="401782" cy="463886"/>
              <a:chOff x="2278379" y="5018763"/>
              <a:chExt cx="989754" cy="1142741"/>
            </a:xfrm>
          </p:grpSpPr>
          <p:sp>
            <p:nvSpPr>
              <p:cNvPr id="1058" name="椭圆 1057">
                <a:extLst>
                  <a:ext uri="{FF2B5EF4-FFF2-40B4-BE49-F238E27FC236}">
                    <a16:creationId xmlns:a16="http://schemas.microsoft.com/office/drawing/2014/main" id="{0C770843-AE0E-68F6-6AE2-BBC13AB189BE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846BDF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9" name="任意多边形: 形状 1058">
                <a:extLst>
                  <a:ext uri="{FF2B5EF4-FFF2-40B4-BE49-F238E27FC236}">
                    <a16:creationId xmlns:a16="http://schemas.microsoft.com/office/drawing/2014/main" id="{049E5B87-E845-0903-A8BB-5ED4E51145E0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AC9BE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061" name="图片 1060">
              <a:extLst>
                <a:ext uri="{FF2B5EF4-FFF2-40B4-BE49-F238E27FC236}">
                  <a16:creationId xmlns:a16="http://schemas.microsoft.com/office/drawing/2014/main" id="{8B1A725A-36AF-C997-9057-F1D403B64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2465610" y="4983233"/>
              <a:ext cx="401782" cy="401783"/>
            </a:xfrm>
            <a:prstGeom prst="rect">
              <a:avLst/>
            </a:prstGeom>
          </p:spPr>
        </p:pic>
        <p:pic>
          <p:nvPicPr>
            <p:cNvPr id="1062" name="图片 1061">
              <a:extLst>
                <a:ext uri="{FF2B5EF4-FFF2-40B4-BE49-F238E27FC236}">
                  <a16:creationId xmlns:a16="http://schemas.microsoft.com/office/drawing/2014/main" id="{9819C540-3594-5684-75C6-B01E8433A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195856" y="5008433"/>
              <a:ext cx="403553" cy="403554"/>
            </a:xfrm>
            <a:prstGeom prst="rect">
              <a:avLst/>
            </a:prstGeom>
          </p:spPr>
        </p:pic>
        <p:cxnSp>
          <p:nvCxnSpPr>
            <p:cNvPr id="1064" name="直接箭头连接符 1063">
              <a:extLst>
                <a:ext uri="{FF2B5EF4-FFF2-40B4-BE49-F238E27FC236}">
                  <a16:creationId xmlns:a16="http://schemas.microsoft.com/office/drawing/2014/main" id="{5C82722C-A196-3C76-DF5A-3F501191B2CD}"/>
                </a:ext>
              </a:extLst>
            </p:cNvPr>
            <p:cNvCxnSpPr>
              <a:cxnSpLocks/>
              <a:stCxn id="1020" idx="0"/>
              <a:endCxn id="1061" idx="2"/>
            </p:cNvCxnSpPr>
            <p:nvPr/>
          </p:nvCxnSpPr>
          <p:spPr>
            <a:xfrm flipV="1">
              <a:off x="2477597" y="5385015"/>
              <a:ext cx="188903" cy="312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直接箭头连接符 1065">
              <a:extLst>
                <a:ext uri="{FF2B5EF4-FFF2-40B4-BE49-F238E27FC236}">
                  <a16:creationId xmlns:a16="http://schemas.microsoft.com/office/drawing/2014/main" id="{F96E0961-0036-A2F0-43DF-73E200540B89}"/>
                </a:ext>
              </a:extLst>
            </p:cNvPr>
            <p:cNvCxnSpPr>
              <a:cxnSpLocks/>
              <a:stCxn id="1058" idx="0"/>
              <a:endCxn id="1061" idx="2"/>
            </p:cNvCxnSpPr>
            <p:nvPr/>
          </p:nvCxnSpPr>
          <p:spPr>
            <a:xfrm flipH="1" flipV="1">
              <a:off x="2666501" y="5385015"/>
              <a:ext cx="404553" cy="321823"/>
            </a:xfrm>
            <a:prstGeom prst="straightConnector1">
              <a:avLst/>
            </a:prstGeom>
            <a:ln>
              <a:solidFill>
                <a:srgbClr val="846BD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直接箭头连接符 1067">
              <a:extLst>
                <a:ext uri="{FF2B5EF4-FFF2-40B4-BE49-F238E27FC236}">
                  <a16:creationId xmlns:a16="http://schemas.microsoft.com/office/drawing/2014/main" id="{63945657-D08D-79B8-1A42-942CD5F0AB2B}"/>
                </a:ext>
              </a:extLst>
            </p:cNvPr>
            <p:cNvCxnSpPr>
              <a:cxnSpLocks/>
              <a:stCxn id="1043" idx="0"/>
              <a:endCxn id="1062" idx="2"/>
            </p:cNvCxnSpPr>
            <p:nvPr/>
          </p:nvCxnSpPr>
          <p:spPr>
            <a:xfrm flipH="1" flipV="1">
              <a:off x="3397633" y="5411987"/>
              <a:ext cx="215754" cy="29485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9" name="文本框 1068">
            <a:extLst>
              <a:ext uri="{FF2B5EF4-FFF2-40B4-BE49-F238E27FC236}">
                <a16:creationId xmlns:a16="http://schemas.microsoft.com/office/drawing/2014/main" id="{340BC443-90B5-EBC6-62AB-F0E0D5CBB552}"/>
              </a:ext>
            </a:extLst>
          </p:cNvPr>
          <p:cNvSpPr txBox="1"/>
          <p:nvPr/>
        </p:nvSpPr>
        <p:spPr>
          <a:xfrm>
            <a:off x="8699913" y="3204714"/>
            <a:ext cx="169240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I: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Pre-evaluation 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9F0DB572-A389-881A-6958-D7F8005DC201}"/>
              </a:ext>
            </a:extLst>
          </p:cNvPr>
          <p:cNvGrpSpPr/>
          <p:nvPr/>
        </p:nvGrpSpPr>
        <p:grpSpPr>
          <a:xfrm>
            <a:off x="9048597" y="5143408"/>
            <a:ext cx="1163460" cy="907318"/>
            <a:chOff x="4963281" y="5019772"/>
            <a:chExt cx="1537572" cy="1225829"/>
          </a:xfrm>
        </p:grpSpPr>
        <p:grpSp>
          <p:nvGrpSpPr>
            <p:cNvPr id="1070" name="组合 1069">
              <a:extLst>
                <a:ext uri="{FF2B5EF4-FFF2-40B4-BE49-F238E27FC236}">
                  <a16:creationId xmlns:a16="http://schemas.microsoft.com/office/drawing/2014/main" id="{C99FF3C3-8DA0-73D5-75F4-EA8D553D2A9F}"/>
                </a:ext>
              </a:extLst>
            </p:cNvPr>
            <p:cNvGrpSpPr/>
            <p:nvPr/>
          </p:nvGrpSpPr>
          <p:grpSpPr>
            <a:xfrm>
              <a:off x="4963281" y="5772495"/>
              <a:ext cx="401782" cy="463886"/>
              <a:chOff x="2278379" y="5018763"/>
              <a:chExt cx="989754" cy="1142741"/>
            </a:xfrm>
          </p:grpSpPr>
          <p:sp>
            <p:nvSpPr>
              <p:cNvPr id="1071" name="椭圆 1070">
                <a:extLst>
                  <a:ext uri="{FF2B5EF4-FFF2-40B4-BE49-F238E27FC236}">
                    <a16:creationId xmlns:a16="http://schemas.microsoft.com/office/drawing/2014/main" id="{D52AD706-CC5D-7A3B-090C-5BF760BE8EF7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2" name="任意多边形: 形状 1071">
                <a:extLst>
                  <a:ext uri="{FF2B5EF4-FFF2-40B4-BE49-F238E27FC236}">
                    <a16:creationId xmlns:a16="http://schemas.microsoft.com/office/drawing/2014/main" id="{57873D7A-4A71-4BAC-9708-5BE7B8DC2CF5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73" name="组合 1072">
              <a:extLst>
                <a:ext uri="{FF2B5EF4-FFF2-40B4-BE49-F238E27FC236}">
                  <a16:creationId xmlns:a16="http://schemas.microsoft.com/office/drawing/2014/main" id="{AC12E3FE-000C-CA8F-6CD7-FEB3DCD740BF}"/>
                </a:ext>
              </a:extLst>
            </p:cNvPr>
            <p:cNvGrpSpPr/>
            <p:nvPr/>
          </p:nvGrpSpPr>
          <p:grpSpPr>
            <a:xfrm>
              <a:off x="6099071" y="5781715"/>
              <a:ext cx="401782" cy="463886"/>
              <a:chOff x="2278379" y="5018763"/>
              <a:chExt cx="989754" cy="1142741"/>
            </a:xfrm>
          </p:grpSpPr>
          <p:sp>
            <p:nvSpPr>
              <p:cNvPr id="1074" name="椭圆 1073">
                <a:extLst>
                  <a:ext uri="{FF2B5EF4-FFF2-40B4-BE49-F238E27FC236}">
                    <a16:creationId xmlns:a16="http://schemas.microsoft.com/office/drawing/2014/main" id="{6C87E0E3-CBE8-A902-92DC-9726D98674AD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5B9BD5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5" name="任意多边形: 形状 1074">
                <a:extLst>
                  <a:ext uri="{FF2B5EF4-FFF2-40B4-BE49-F238E27FC236}">
                    <a16:creationId xmlns:a16="http://schemas.microsoft.com/office/drawing/2014/main" id="{5B9CEDF1-75E6-D44F-8F53-438AAD2B74E7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93BEE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76" name="组合 1075">
              <a:extLst>
                <a:ext uri="{FF2B5EF4-FFF2-40B4-BE49-F238E27FC236}">
                  <a16:creationId xmlns:a16="http://schemas.microsoft.com/office/drawing/2014/main" id="{9BB4F1C9-DD09-FD6D-23B6-8E3948EA6ABC}"/>
                </a:ext>
              </a:extLst>
            </p:cNvPr>
            <p:cNvGrpSpPr/>
            <p:nvPr/>
          </p:nvGrpSpPr>
          <p:grpSpPr>
            <a:xfrm>
              <a:off x="5556737" y="5781715"/>
              <a:ext cx="401782" cy="463886"/>
              <a:chOff x="2278379" y="5018763"/>
              <a:chExt cx="989754" cy="1142741"/>
            </a:xfrm>
          </p:grpSpPr>
          <p:sp>
            <p:nvSpPr>
              <p:cNvPr id="1077" name="椭圆 1076">
                <a:extLst>
                  <a:ext uri="{FF2B5EF4-FFF2-40B4-BE49-F238E27FC236}">
                    <a16:creationId xmlns:a16="http://schemas.microsoft.com/office/drawing/2014/main" id="{1EAC4B3F-497A-60E1-74C9-6A2E690A2365}"/>
                  </a:ext>
                </a:extLst>
              </p:cNvPr>
              <p:cNvSpPr/>
              <p:nvPr/>
            </p:nvSpPr>
            <p:spPr>
              <a:xfrm>
                <a:off x="2512063" y="5018763"/>
                <a:ext cx="514143" cy="514143"/>
              </a:xfrm>
              <a:prstGeom prst="ellipse">
                <a:avLst/>
              </a:prstGeom>
              <a:solidFill>
                <a:srgbClr val="846BDF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8" name="任意多边形: 形状 1077">
                <a:extLst>
                  <a:ext uri="{FF2B5EF4-FFF2-40B4-BE49-F238E27FC236}">
                    <a16:creationId xmlns:a16="http://schemas.microsoft.com/office/drawing/2014/main" id="{3590F1F4-2FA1-6A75-034E-A6A6E1DE33FA}"/>
                  </a:ext>
                </a:extLst>
              </p:cNvPr>
              <p:cNvSpPr/>
              <p:nvPr/>
            </p:nvSpPr>
            <p:spPr>
              <a:xfrm flipH="1">
                <a:off x="2278379" y="5586435"/>
                <a:ext cx="989754" cy="575069"/>
              </a:xfrm>
              <a:custGeom>
                <a:avLst/>
                <a:gdLst>
                  <a:gd name="connsiteX0" fmla="*/ 1096960 w 1659195"/>
                  <a:gd name="connsiteY0" fmla="*/ 0 h 964029"/>
                  <a:gd name="connsiteX1" fmla="*/ 562235 w 1659195"/>
                  <a:gd name="connsiteY1" fmla="*/ 0 h 964029"/>
                  <a:gd name="connsiteX2" fmla="*/ 0 w 1659195"/>
                  <a:gd name="connsiteY2" fmla="*/ 562235 h 964029"/>
                  <a:gd name="connsiteX3" fmla="*/ 0 w 1659195"/>
                  <a:gd name="connsiteY3" fmla="*/ 964029 h 964029"/>
                  <a:gd name="connsiteX4" fmla="*/ 307845 w 1659195"/>
                  <a:gd name="connsiteY4" fmla="*/ 964029 h 964029"/>
                  <a:gd name="connsiteX5" fmla="*/ 307845 w 1659195"/>
                  <a:gd name="connsiteY5" fmla="*/ 504557 h 964029"/>
                  <a:gd name="connsiteX6" fmla="*/ 315465 w 1659195"/>
                  <a:gd name="connsiteY6" fmla="*/ 496937 h 964029"/>
                  <a:gd name="connsiteX7" fmla="*/ 345944 w 1659195"/>
                  <a:gd name="connsiteY7" fmla="*/ 496937 h 964029"/>
                  <a:gd name="connsiteX8" fmla="*/ 353564 w 1659195"/>
                  <a:gd name="connsiteY8" fmla="*/ 504557 h 964029"/>
                  <a:gd name="connsiteX9" fmla="*/ 353564 w 1659195"/>
                  <a:gd name="connsiteY9" fmla="*/ 964029 h 964029"/>
                  <a:gd name="connsiteX10" fmla="*/ 1303604 w 1659195"/>
                  <a:gd name="connsiteY10" fmla="*/ 964029 h 964029"/>
                  <a:gd name="connsiteX11" fmla="*/ 1303604 w 1659195"/>
                  <a:gd name="connsiteY11" fmla="*/ 504557 h 964029"/>
                  <a:gd name="connsiteX12" fmla="*/ 1311224 w 1659195"/>
                  <a:gd name="connsiteY12" fmla="*/ 496937 h 964029"/>
                  <a:gd name="connsiteX13" fmla="*/ 1341703 w 1659195"/>
                  <a:gd name="connsiteY13" fmla="*/ 496937 h 964029"/>
                  <a:gd name="connsiteX14" fmla="*/ 1349323 w 1659195"/>
                  <a:gd name="connsiteY14" fmla="*/ 504557 h 964029"/>
                  <a:gd name="connsiteX15" fmla="*/ 1349323 w 1659195"/>
                  <a:gd name="connsiteY15" fmla="*/ 964029 h 964029"/>
                  <a:gd name="connsiteX16" fmla="*/ 1659195 w 1659195"/>
                  <a:gd name="connsiteY16" fmla="*/ 964029 h 964029"/>
                  <a:gd name="connsiteX17" fmla="*/ 1659195 w 1659195"/>
                  <a:gd name="connsiteY17" fmla="*/ 562235 h 964029"/>
                  <a:gd name="connsiteX18" fmla="*/ 1096960 w 1659195"/>
                  <a:gd name="connsiteY18" fmla="*/ 0 h 96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9195" h="964029">
                    <a:moveTo>
                      <a:pt x="1096960" y="0"/>
                    </a:moveTo>
                    <a:lnTo>
                      <a:pt x="562235" y="0"/>
                    </a:lnTo>
                    <a:cubicBezTo>
                      <a:pt x="251722" y="0"/>
                      <a:pt x="0" y="251722"/>
                      <a:pt x="0" y="562235"/>
                    </a:cubicBezTo>
                    <a:lnTo>
                      <a:pt x="0" y="964029"/>
                    </a:lnTo>
                    <a:lnTo>
                      <a:pt x="307845" y="964029"/>
                    </a:lnTo>
                    <a:lnTo>
                      <a:pt x="307845" y="504557"/>
                    </a:lnTo>
                    <a:cubicBezTo>
                      <a:pt x="307845" y="500349"/>
                      <a:pt x="311257" y="496937"/>
                      <a:pt x="315465" y="496937"/>
                    </a:cubicBezTo>
                    <a:lnTo>
                      <a:pt x="345944" y="496937"/>
                    </a:lnTo>
                    <a:cubicBezTo>
                      <a:pt x="350152" y="496937"/>
                      <a:pt x="353564" y="500349"/>
                      <a:pt x="353564" y="504557"/>
                    </a:cubicBezTo>
                    <a:lnTo>
                      <a:pt x="353564" y="964029"/>
                    </a:lnTo>
                    <a:lnTo>
                      <a:pt x="1303604" y="964029"/>
                    </a:lnTo>
                    <a:lnTo>
                      <a:pt x="1303604" y="504557"/>
                    </a:lnTo>
                    <a:cubicBezTo>
                      <a:pt x="1303604" y="500349"/>
                      <a:pt x="1307016" y="496937"/>
                      <a:pt x="1311224" y="496937"/>
                    </a:cubicBezTo>
                    <a:lnTo>
                      <a:pt x="1341703" y="496937"/>
                    </a:lnTo>
                    <a:cubicBezTo>
                      <a:pt x="1345911" y="496937"/>
                      <a:pt x="1349323" y="500349"/>
                      <a:pt x="1349323" y="504557"/>
                    </a:cubicBezTo>
                    <a:lnTo>
                      <a:pt x="1349323" y="964029"/>
                    </a:lnTo>
                    <a:lnTo>
                      <a:pt x="1659195" y="964029"/>
                    </a:lnTo>
                    <a:lnTo>
                      <a:pt x="1659195" y="562235"/>
                    </a:lnTo>
                    <a:cubicBezTo>
                      <a:pt x="1659195" y="251722"/>
                      <a:pt x="1407473" y="0"/>
                      <a:pt x="1096960" y="0"/>
                    </a:cubicBezTo>
                    <a:close/>
                  </a:path>
                </a:pathLst>
              </a:custGeom>
              <a:solidFill>
                <a:srgbClr val="AC9BE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079" name="图片 1078">
              <a:extLst>
                <a:ext uri="{FF2B5EF4-FFF2-40B4-BE49-F238E27FC236}">
                  <a16:creationId xmlns:a16="http://schemas.microsoft.com/office/drawing/2014/main" id="{5F6B793E-E893-3108-7C2B-3A449F950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150512" y="5019772"/>
              <a:ext cx="440121" cy="440121"/>
            </a:xfrm>
            <a:prstGeom prst="rect">
              <a:avLst/>
            </a:prstGeom>
          </p:spPr>
        </p:pic>
        <p:pic>
          <p:nvPicPr>
            <p:cNvPr id="1080" name="图片 1079">
              <a:extLst>
                <a:ext uri="{FF2B5EF4-FFF2-40B4-BE49-F238E27FC236}">
                  <a16:creationId xmlns:a16="http://schemas.microsoft.com/office/drawing/2014/main" id="{6D9FA140-6351-1A0F-A9F1-85A068DD0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880759" y="5054613"/>
              <a:ext cx="432253" cy="432253"/>
            </a:xfrm>
            <a:prstGeom prst="rect">
              <a:avLst/>
            </a:prstGeom>
          </p:spPr>
        </p:pic>
        <p:cxnSp>
          <p:nvCxnSpPr>
            <p:cNvPr id="1081" name="直接箭头连接符 1080">
              <a:extLst>
                <a:ext uri="{FF2B5EF4-FFF2-40B4-BE49-F238E27FC236}">
                  <a16:creationId xmlns:a16="http://schemas.microsoft.com/office/drawing/2014/main" id="{63921670-9887-0221-C270-B6584EDF6996}"/>
                </a:ext>
              </a:extLst>
            </p:cNvPr>
            <p:cNvCxnSpPr>
              <a:cxnSpLocks/>
              <a:stCxn id="1071" idx="0"/>
              <a:endCxn id="1079" idx="2"/>
            </p:cNvCxnSpPr>
            <p:nvPr/>
          </p:nvCxnSpPr>
          <p:spPr>
            <a:xfrm flipV="1">
              <a:off x="5162500" y="5459893"/>
              <a:ext cx="208073" cy="312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直接箭头连接符 1081">
              <a:extLst>
                <a:ext uri="{FF2B5EF4-FFF2-40B4-BE49-F238E27FC236}">
                  <a16:creationId xmlns:a16="http://schemas.microsoft.com/office/drawing/2014/main" id="{C82FB9CB-E08A-AB54-2A1F-15D25032BA01}"/>
                </a:ext>
              </a:extLst>
            </p:cNvPr>
            <p:cNvCxnSpPr>
              <a:cxnSpLocks/>
              <a:stCxn id="1077" idx="0"/>
              <a:endCxn id="1080" idx="2"/>
            </p:cNvCxnSpPr>
            <p:nvPr/>
          </p:nvCxnSpPr>
          <p:spPr>
            <a:xfrm flipV="1">
              <a:off x="5755955" y="5486865"/>
              <a:ext cx="340930" cy="294850"/>
            </a:xfrm>
            <a:prstGeom prst="straightConnector1">
              <a:avLst/>
            </a:prstGeom>
            <a:ln>
              <a:solidFill>
                <a:srgbClr val="846BD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直接箭头连接符 1082">
              <a:extLst>
                <a:ext uri="{FF2B5EF4-FFF2-40B4-BE49-F238E27FC236}">
                  <a16:creationId xmlns:a16="http://schemas.microsoft.com/office/drawing/2014/main" id="{D9676706-1958-C01A-0B45-9AD3B3A24802}"/>
                </a:ext>
              </a:extLst>
            </p:cNvPr>
            <p:cNvCxnSpPr>
              <a:cxnSpLocks/>
              <a:stCxn id="1074" idx="0"/>
              <a:endCxn id="1079" idx="2"/>
            </p:cNvCxnSpPr>
            <p:nvPr/>
          </p:nvCxnSpPr>
          <p:spPr>
            <a:xfrm flipH="1" flipV="1">
              <a:off x="5370573" y="5459893"/>
              <a:ext cx="927717" cy="32182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257A6EF7-9354-2982-B785-99109040B5B1}"/>
              </a:ext>
            </a:extLst>
          </p:cNvPr>
          <p:cNvSpPr txBox="1"/>
          <p:nvPr/>
        </p:nvSpPr>
        <p:spPr>
          <a:xfrm>
            <a:off x="8801609" y="4724722"/>
            <a:ext cx="1710599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II: </a:t>
            </a:r>
          </a:p>
          <a:p>
            <a:pPr algn="ctr">
              <a:lnSpc>
                <a:spcPct val="8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 operation 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E328FDA2-CAAE-82E7-5A3C-D25C2B4E693C}"/>
              </a:ext>
            </a:extLst>
          </p:cNvPr>
          <p:cNvSpPr/>
          <p:nvPr/>
        </p:nvSpPr>
        <p:spPr>
          <a:xfrm>
            <a:off x="8804917" y="1763001"/>
            <a:ext cx="1645595" cy="326632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B010AC00-C1EE-E593-1781-DFA409751112}"/>
              </a:ext>
            </a:extLst>
          </p:cNvPr>
          <p:cNvSpPr txBox="1"/>
          <p:nvPr/>
        </p:nvSpPr>
        <p:spPr>
          <a:xfrm>
            <a:off x="8979889" y="1829011"/>
            <a:ext cx="1451412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dirty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 movement</a:t>
            </a:r>
            <a:endParaRPr lang="zh-CN" altLang="en-US" sz="1200" dirty="0">
              <a:solidFill>
                <a:srgbClr val="5B9B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7A832477-FDC5-C6F8-07E8-58CD9EA41CB6}"/>
              </a:ext>
            </a:extLst>
          </p:cNvPr>
          <p:cNvSpPr txBox="1"/>
          <p:nvPr/>
        </p:nvSpPr>
        <p:spPr>
          <a:xfrm>
            <a:off x="8930188" y="2264957"/>
            <a:ext cx="137753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control</a:t>
            </a:r>
            <a:endParaRPr lang="zh-CN" altLang="en-US" sz="120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2CC56884-AA7F-5113-B164-CBA652040CA3}"/>
              </a:ext>
            </a:extLst>
          </p:cNvPr>
          <p:cNvGrpSpPr/>
          <p:nvPr/>
        </p:nvGrpSpPr>
        <p:grpSpPr>
          <a:xfrm>
            <a:off x="8896254" y="1815700"/>
            <a:ext cx="349269" cy="228009"/>
            <a:chOff x="4673685" y="570591"/>
            <a:chExt cx="747200" cy="487788"/>
          </a:xfrm>
        </p:grpSpPr>
        <p:sp>
          <p:nvSpPr>
            <p:cNvPr id="450" name="rotating-circular-arrow_20706">
              <a:extLst>
                <a:ext uri="{FF2B5EF4-FFF2-40B4-BE49-F238E27FC236}">
                  <a16:creationId xmlns:a16="http://schemas.microsoft.com/office/drawing/2014/main" id="{C8C3AF4A-C87F-4848-4178-C9383C5C28CA}"/>
                </a:ext>
              </a:extLst>
            </p:cNvPr>
            <p:cNvSpPr/>
            <p:nvPr/>
          </p:nvSpPr>
          <p:spPr>
            <a:xfrm>
              <a:off x="4673685" y="845638"/>
              <a:ext cx="747200" cy="212741"/>
            </a:xfrm>
            <a:custGeom>
              <a:avLst/>
              <a:gdLst>
                <a:gd name="T0" fmla="*/ 2466 w 2466"/>
                <a:gd name="T1" fmla="*/ 558 h 1327"/>
                <a:gd name="T2" fmla="*/ 1233 w 2466"/>
                <a:gd name="T3" fmla="*/ 0 h 1327"/>
                <a:gd name="T4" fmla="*/ 0 w 2466"/>
                <a:gd name="T5" fmla="*/ 558 h 1327"/>
                <a:gd name="T6" fmla="*/ 40 w 2466"/>
                <a:gd name="T7" fmla="*/ 598 h 1327"/>
                <a:gd name="T8" fmla="*/ 80 w 2466"/>
                <a:gd name="T9" fmla="*/ 558 h 1327"/>
                <a:gd name="T10" fmla="*/ 1233 w 2466"/>
                <a:gd name="T11" fmla="*/ 79 h 1327"/>
                <a:gd name="T12" fmla="*/ 2387 w 2466"/>
                <a:gd name="T13" fmla="*/ 558 h 1327"/>
                <a:gd name="T14" fmla="*/ 1247 w 2466"/>
                <a:gd name="T15" fmla="*/ 1037 h 1327"/>
                <a:gd name="T16" fmla="*/ 1389 w 2466"/>
                <a:gd name="T17" fmla="*/ 895 h 1327"/>
                <a:gd name="T18" fmla="*/ 1389 w 2466"/>
                <a:gd name="T19" fmla="*/ 839 h 1327"/>
                <a:gd name="T20" fmla="*/ 1333 w 2466"/>
                <a:gd name="T21" fmla="*/ 839 h 1327"/>
                <a:gd name="T22" fmla="*/ 1094 w 2466"/>
                <a:gd name="T23" fmla="*/ 1077 h 1327"/>
                <a:gd name="T24" fmla="*/ 1333 w 2466"/>
                <a:gd name="T25" fmla="*/ 1315 h 1327"/>
                <a:gd name="T26" fmla="*/ 1361 w 2466"/>
                <a:gd name="T27" fmla="*/ 1327 h 1327"/>
                <a:gd name="T28" fmla="*/ 1389 w 2466"/>
                <a:gd name="T29" fmla="*/ 1315 h 1327"/>
                <a:gd name="T30" fmla="*/ 1389 w 2466"/>
                <a:gd name="T31" fmla="*/ 1259 h 1327"/>
                <a:gd name="T32" fmla="*/ 1247 w 2466"/>
                <a:gd name="T33" fmla="*/ 1117 h 1327"/>
                <a:gd name="T34" fmla="*/ 2466 w 2466"/>
                <a:gd name="T35" fmla="*/ 558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66" h="1327">
                  <a:moveTo>
                    <a:pt x="2466" y="558"/>
                  </a:moveTo>
                  <a:cubicBezTo>
                    <a:pt x="2466" y="245"/>
                    <a:pt x="1925" y="0"/>
                    <a:pt x="1233" y="0"/>
                  </a:cubicBezTo>
                  <a:cubicBezTo>
                    <a:pt x="542" y="0"/>
                    <a:pt x="0" y="245"/>
                    <a:pt x="0" y="558"/>
                  </a:cubicBezTo>
                  <a:cubicBezTo>
                    <a:pt x="0" y="580"/>
                    <a:pt x="18" y="598"/>
                    <a:pt x="40" y="598"/>
                  </a:cubicBezTo>
                  <a:cubicBezTo>
                    <a:pt x="62" y="598"/>
                    <a:pt x="80" y="580"/>
                    <a:pt x="80" y="558"/>
                  </a:cubicBezTo>
                  <a:cubicBezTo>
                    <a:pt x="80" y="299"/>
                    <a:pt x="608" y="79"/>
                    <a:pt x="1233" y="79"/>
                  </a:cubicBezTo>
                  <a:cubicBezTo>
                    <a:pt x="1858" y="79"/>
                    <a:pt x="2387" y="299"/>
                    <a:pt x="2387" y="558"/>
                  </a:cubicBezTo>
                  <a:cubicBezTo>
                    <a:pt x="2387" y="816"/>
                    <a:pt x="1866" y="1034"/>
                    <a:pt x="1247" y="1037"/>
                  </a:cubicBezTo>
                  <a:lnTo>
                    <a:pt x="1389" y="895"/>
                  </a:lnTo>
                  <a:cubicBezTo>
                    <a:pt x="1404" y="880"/>
                    <a:pt x="1404" y="855"/>
                    <a:pt x="1389" y="839"/>
                  </a:cubicBezTo>
                  <a:cubicBezTo>
                    <a:pt x="1373" y="824"/>
                    <a:pt x="1348" y="824"/>
                    <a:pt x="1333" y="839"/>
                  </a:cubicBezTo>
                  <a:lnTo>
                    <a:pt x="1094" y="1077"/>
                  </a:lnTo>
                  <a:lnTo>
                    <a:pt x="1333" y="1315"/>
                  </a:lnTo>
                  <a:cubicBezTo>
                    <a:pt x="1340" y="1323"/>
                    <a:pt x="1351" y="1327"/>
                    <a:pt x="1361" y="1327"/>
                  </a:cubicBezTo>
                  <a:cubicBezTo>
                    <a:pt x="1371" y="1327"/>
                    <a:pt x="1381" y="1323"/>
                    <a:pt x="1389" y="1315"/>
                  </a:cubicBezTo>
                  <a:cubicBezTo>
                    <a:pt x="1404" y="1300"/>
                    <a:pt x="1404" y="1274"/>
                    <a:pt x="1389" y="1259"/>
                  </a:cubicBezTo>
                  <a:lnTo>
                    <a:pt x="1247" y="1117"/>
                  </a:lnTo>
                  <a:cubicBezTo>
                    <a:pt x="1931" y="1113"/>
                    <a:pt x="2466" y="869"/>
                    <a:pt x="2466" y="5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9" name="图片 448">
              <a:extLst>
                <a:ext uri="{FF2B5EF4-FFF2-40B4-BE49-F238E27FC236}">
                  <a16:creationId xmlns:a16="http://schemas.microsoft.com/office/drawing/2014/main" id="{EC7BF2D0-80AA-B947-D79E-9DFA5877E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4735631" y="570591"/>
              <a:ext cx="571332" cy="453491"/>
            </a:xfrm>
            <a:prstGeom prst="rect">
              <a:avLst/>
            </a:prstGeom>
          </p:spPr>
        </p:pic>
      </p:grpSp>
      <p:pic>
        <p:nvPicPr>
          <p:cNvPr id="453" name="图片 452">
            <a:extLst>
              <a:ext uri="{FF2B5EF4-FFF2-40B4-BE49-F238E27FC236}">
                <a16:creationId xmlns:a16="http://schemas.microsoft.com/office/drawing/2014/main" id="{38BF464D-2A6B-1503-51CF-9B8940D91B5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903051" y="2265485"/>
            <a:ext cx="245737" cy="245737"/>
          </a:xfrm>
          <a:prstGeom prst="rect">
            <a:avLst/>
          </a:prstGeom>
        </p:spPr>
      </p:pic>
      <p:sp>
        <p:nvSpPr>
          <p:cNvPr id="654" name="矩形 653">
            <a:extLst>
              <a:ext uri="{FF2B5EF4-FFF2-40B4-BE49-F238E27FC236}">
                <a16:creationId xmlns:a16="http://schemas.microsoft.com/office/drawing/2014/main" id="{13578C5A-0CC2-5485-551F-E90D49D886D4}"/>
              </a:ext>
            </a:extLst>
          </p:cNvPr>
          <p:cNvSpPr/>
          <p:nvPr/>
        </p:nvSpPr>
        <p:spPr>
          <a:xfrm>
            <a:off x="8805094" y="2238809"/>
            <a:ext cx="1645418" cy="280559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45DB2D16-CC99-9C20-922B-AC455A433D12}"/>
              </a:ext>
            </a:extLst>
          </p:cNvPr>
          <p:cNvSpPr/>
          <p:nvPr/>
        </p:nvSpPr>
        <p:spPr>
          <a:xfrm>
            <a:off x="8805094" y="2604185"/>
            <a:ext cx="1645418" cy="28803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文本框 1090">
            <a:extLst>
              <a:ext uri="{FF2B5EF4-FFF2-40B4-BE49-F238E27FC236}">
                <a16:creationId xmlns:a16="http://schemas.microsoft.com/office/drawing/2014/main" id="{A535D083-3E0A-832F-0085-469D9A9FF56D}"/>
              </a:ext>
            </a:extLst>
          </p:cNvPr>
          <p:cNvSpPr txBox="1"/>
          <p:nvPr/>
        </p:nvSpPr>
        <p:spPr>
          <a:xfrm>
            <a:off x="8972589" y="2629377"/>
            <a:ext cx="151744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1200" dirty="0">
                <a:solidFill>
                  <a:srgbClr val="846BD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association</a:t>
            </a:r>
            <a:endParaRPr lang="zh-CN" altLang="en-US" sz="1200" dirty="0">
              <a:solidFill>
                <a:srgbClr val="846BD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0" name="图片 1089">
            <a:extLst>
              <a:ext uri="{FF2B5EF4-FFF2-40B4-BE49-F238E27FC236}">
                <a16:creationId xmlns:a16="http://schemas.microsoft.com/office/drawing/2014/main" id="{80D68DB6-6CF7-3F4F-4B1A-69F08AD8D595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885341" y="2581242"/>
            <a:ext cx="331243" cy="331243"/>
          </a:xfrm>
          <a:prstGeom prst="rect">
            <a:avLst/>
          </a:prstGeom>
        </p:spPr>
      </p:pic>
      <p:cxnSp>
        <p:nvCxnSpPr>
          <p:cNvPr id="1103" name="连接符: 肘形 1102">
            <a:extLst>
              <a:ext uri="{FF2B5EF4-FFF2-40B4-BE49-F238E27FC236}">
                <a16:creationId xmlns:a16="http://schemas.microsoft.com/office/drawing/2014/main" id="{7BF71239-B88D-E20C-AF8F-84BC30810C98}"/>
              </a:ext>
            </a:extLst>
          </p:cNvPr>
          <p:cNvCxnSpPr>
            <a:cxnSpLocks/>
            <a:stCxn id="1095" idx="0"/>
            <a:endCxn id="1101" idx="3"/>
          </p:cNvCxnSpPr>
          <p:nvPr/>
        </p:nvCxnSpPr>
        <p:spPr>
          <a:xfrm rot="16200000" flipH="1">
            <a:off x="6564007" y="-74542"/>
            <a:ext cx="2650227" cy="5220567"/>
          </a:xfrm>
          <a:prstGeom prst="bentConnector4">
            <a:avLst>
              <a:gd name="adj1" fmla="val -8626"/>
              <a:gd name="adj2" fmla="val 10437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2" name="箭头: 虚尾 1111">
            <a:extLst>
              <a:ext uri="{FF2B5EF4-FFF2-40B4-BE49-F238E27FC236}">
                <a16:creationId xmlns:a16="http://schemas.microsoft.com/office/drawing/2014/main" id="{394FA83D-1FCF-2E51-BEEE-D99D0CDEE4BB}"/>
              </a:ext>
            </a:extLst>
          </p:cNvPr>
          <p:cNvSpPr/>
          <p:nvPr/>
        </p:nvSpPr>
        <p:spPr>
          <a:xfrm rot="5400000">
            <a:off x="9604611" y="4464954"/>
            <a:ext cx="180895" cy="338449"/>
          </a:xfrm>
          <a:prstGeom prst="stripedRightArrow">
            <a:avLst/>
          </a:prstGeom>
          <a:gradFill>
            <a:gsLst>
              <a:gs pos="0">
                <a:srgbClr val="C3B7EF"/>
              </a:gs>
              <a:gs pos="100000">
                <a:srgbClr val="846BD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任意多边形: 形状 1126">
            <a:extLst>
              <a:ext uri="{FF2B5EF4-FFF2-40B4-BE49-F238E27FC236}">
                <a16:creationId xmlns:a16="http://schemas.microsoft.com/office/drawing/2014/main" id="{A7B6E574-1827-0F27-6B44-8547D38C8D6A}"/>
              </a:ext>
            </a:extLst>
          </p:cNvPr>
          <p:cNvSpPr/>
          <p:nvPr/>
        </p:nvSpPr>
        <p:spPr>
          <a:xfrm rot="20017721">
            <a:off x="10605556" y="2323648"/>
            <a:ext cx="7707" cy="7309"/>
          </a:xfrm>
          <a:custGeom>
            <a:avLst/>
            <a:gdLst>
              <a:gd name="connsiteX0" fmla="*/ 3624 w 7707"/>
              <a:gd name="connsiteY0" fmla="*/ 0 h 7309"/>
              <a:gd name="connsiteX1" fmla="*/ 7707 w 7707"/>
              <a:gd name="connsiteY1" fmla="*/ 2025 h 7309"/>
              <a:gd name="connsiteX2" fmla="*/ 0 w 7707"/>
              <a:gd name="connsiteY2" fmla="*/ 7309 h 7309"/>
              <a:gd name="connsiteX3" fmla="*/ 3624 w 7707"/>
              <a:gd name="connsiteY3" fmla="*/ 0 h 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07" h="7309">
                <a:moveTo>
                  <a:pt x="3624" y="0"/>
                </a:moveTo>
                <a:lnTo>
                  <a:pt x="7707" y="2025"/>
                </a:lnTo>
                <a:lnTo>
                  <a:pt x="0" y="7309"/>
                </a:lnTo>
                <a:lnTo>
                  <a:pt x="3624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47" name="任意多边形: 形状 1146">
            <a:extLst>
              <a:ext uri="{FF2B5EF4-FFF2-40B4-BE49-F238E27FC236}">
                <a16:creationId xmlns:a16="http://schemas.microsoft.com/office/drawing/2014/main" id="{23B5DF45-5FE2-0985-7499-BAC431BD4122}"/>
              </a:ext>
            </a:extLst>
          </p:cNvPr>
          <p:cNvSpPr/>
          <p:nvPr/>
        </p:nvSpPr>
        <p:spPr>
          <a:xfrm>
            <a:off x="10681671" y="2747936"/>
            <a:ext cx="2184" cy="1739"/>
          </a:xfrm>
          <a:custGeom>
            <a:avLst/>
            <a:gdLst>
              <a:gd name="connsiteX0" fmla="*/ 0 w 2184"/>
              <a:gd name="connsiteY0" fmla="*/ 0 h 1739"/>
              <a:gd name="connsiteX1" fmla="*/ 2184 w 2184"/>
              <a:gd name="connsiteY1" fmla="*/ 1739 h 1739"/>
              <a:gd name="connsiteX2" fmla="*/ 1 w 2184"/>
              <a:gd name="connsiteY2" fmla="*/ 1 h 1739"/>
              <a:gd name="connsiteX3" fmla="*/ 0 w 2184"/>
              <a:gd name="connsiteY3" fmla="*/ 0 h 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4" h="1739">
                <a:moveTo>
                  <a:pt x="0" y="0"/>
                </a:moveTo>
                <a:lnTo>
                  <a:pt x="2184" y="1739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49" name="文本框 1148">
            <a:extLst>
              <a:ext uri="{FF2B5EF4-FFF2-40B4-BE49-F238E27FC236}">
                <a16:creationId xmlns:a16="http://schemas.microsoft.com/office/drawing/2014/main" id="{B3586F35-2CE9-748B-771E-063F57728ED5}"/>
              </a:ext>
            </a:extLst>
          </p:cNvPr>
          <p:cNvSpPr txBox="1"/>
          <p:nvPr/>
        </p:nvSpPr>
        <p:spPr>
          <a:xfrm>
            <a:off x="8813038" y="1462125"/>
            <a:ext cx="1710599" cy="26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i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variables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74" name="连接符: 肘形 1173">
            <a:extLst>
              <a:ext uri="{FF2B5EF4-FFF2-40B4-BE49-F238E27FC236}">
                <a16:creationId xmlns:a16="http://schemas.microsoft.com/office/drawing/2014/main" id="{4CED8718-C3DB-2CAB-8185-C25859A84ADF}"/>
              </a:ext>
            </a:extLst>
          </p:cNvPr>
          <p:cNvCxnSpPr>
            <a:cxnSpLocks/>
            <a:stCxn id="1148" idx="0"/>
            <a:endCxn id="59" idx="0"/>
          </p:cNvCxnSpPr>
          <p:nvPr/>
        </p:nvCxnSpPr>
        <p:spPr>
          <a:xfrm rot="16200000" flipV="1">
            <a:off x="6008862" y="-2201715"/>
            <a:ext cx="363881" cy="6880792"/>
          </a:xfrm>
          <a:prstGeom prst="bentConnector3">
            <a:avLst>
              <a:gd name="adj1" fmla="val 162823"/>
            </a:avLst>
          </a:prstGeom>
          <a:ln w="19050">
            <a:solidFill>
              <a:schemeClr val="tx1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2" name="矩形 1211">
            <a:extLst>
              <a:ext uri="{FF2B5EF4-FFF2-40B4-BE49-F238E27FC236}">
                <a16:creationId xmlns:a16="http://schemas.microsoft.com/office/drawing/2014/main" id="{ECE8B326-7EC3-CF8F-CE20-6D6948524C7E}"/>
              </a:ext>
            </a:extLst>
          </p:cNvPr>
          <p:cNvSpPr/>
          <p:nvPr/>
        </p:nvSpPr>
        <p:spPr>
          <a:xfrm>
            <a:off x="8717923" y="3129554"/>
            <a:ext cx="1818741" cy="300342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9" name="任意多边形: 形状 1238">
            <a:extLst>
              <a:ext uri="{FF2B5EF4-FFF2-40B4-BE49-F238E27FC236}">
                <a16:creationId xmlns:a16="http://schemas.microsoft.com/office/drawing/2014/main" id="{C29ED76F-C92A-8017-FF41-661A39C9A1C7}"/>
              </a:ext>
            </a:extLst>
          </p:cNvPr>
          <p:cNvSpPr/>
          <p:nvPr/>
        </p:nvSpPr>
        <p:spPr>
          <a:xfrm>
            <a:off x="8708551" y="2894533"/>
            <a:ext cx="1091" cy="394"/>
          </a:xfrm>
          <a:custGeom>
            <a:avLst/>
            <a:gdLst>
              <a:gd name="connsiteX0" fmla="*/ 0 w 1091"/>
              <a:gd name="connsiteY0" fmla="*/ 0 h 394"/>
              <a:gd name="connsiteX1" fmla="*/ 1091 w 1091"/>
              <a:gd name="connsiteY1" fmla="*/ 0 h 394"/>
              <a:gd name="connsiteX2" fmla="*/ 0 w 1091"/>
              <a:gd name="connsiteY2" fmla="*/ 394 h 394"/>
              <a:gd name="connsiteX3" fmla="*/ 0 w 1091"/>
              <a:gd name="connsiteY3" fmla="*/ 0 h 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1" h="394">
                <a:moveTo>
                  <a:pt x="0" y="0"/>
                </a:moveTo>
                <a:lnTo>
                  <a:pt x="1091" y="0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38" name="任意多边形: 形状 1237">
            <a:extLst>
              <a:ext uri="{FF2B5EF4-FFF2-40B4-BE49-F238E27FC236}">
                <a16:creationId xmlns:a16="http://schemas.microsoft.com/office/drawing/2014/main" id="{F3E9FCE9-B177-9A8A-726F-781023AD3ACC}"/>
              </a:ext>
            </a:extLst>
          </p:cNvPr>
          <p:cNvSpPr/>
          <p:nvPr/>
        </p:nvSpPr>
        <p:spPr>
          <a:xfrm>
            <a:off x="8708551" y="2894533"/>
            <a:ext cx="1828113" cy="231180"/>
          </a:xfrm>
          <a:custGeom>
            <a:avLst/>
            <a:gdLst>
              <a:gd name="connsiteX0" fmla="*/ 551419 w 1828113"/>
              <a:gd name="connsiteY0" fmla="*/ 0 h 231180"/>
              <a:gd name="connsiteX1" fmla="*/ 1459726 w 1828113"/>
              <a:gd name="connsiteY1" fmla="*/ 0 h 231180"/>
              <a:gd name="connsiteX2" fmla="*/ 1461469 w 1828113"/>
              <a:gd name="connsiteY2" fmla="*/ 18992 h 231180"/>
              <a:gd name="connsiteX3" fmla="*/ 1759358 w 1828113"/>
              <a:gd name="connsiteY3" fmla="*/ 192939 h 231180"/>
              <a:gd name="connsiteX4" fmla="*/ 1828113 w 1828113"/>
              <a:gd name="connsiteY4" fmla="*/ 213380 h 231180"/>
              <a:gd name="connsiteX5" fmla="*/ 1828113 w 1828113"/>
              <a:gd name="connsiteY5" fmla="*/ 231180 h 231180"/>
              <a:gd name="connsiteX6" fmla="*/ 0 w 1828113"/>
              <a:gd name="connsiteY6" fmla="*/ 231180 h 231180"/>
              <a:gd name="connsiteX7" fmla="*/ 0 w 1828113"/>
              <a:gd name="connsiteY7" fmla="*/ 225472 h 231180"/>
              <a:gd name="connsiteX8" fmla="*/ 13541 w 1828113"/>
              <a:gd name="connsiteY8" fmla="*/ 223922 h 231180"/>
              <a:gd name="connsiteX9" fmla="*/ 176698 w 1828113"/>
              <a:gd name="connsiteY9" fmla="*/ 189794 h 231180"/>
              <a:gd name="connsiteX10" fmla="*/ 538825 w 1828113"/>
              <a:gd name="connsiteY10" fmla="*/ 18938 h 231180"/>
              <a:gd name="connsiteX11" fmla="*/ 551419 w 1828113"/>
              <a:gd name="connsiteY11" fmla="*/ 0 h 23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113" h="231180">
                <a:moveTo>
                  <a:pt x="551419" y="0"/>
                </a:moveTo>
                <a:lnTo>
                  <a:pt x="1459726" y="0"/>
                </a:lnTo>
                <a:lnTo>
                  <a:pt x="1461469" y="18992"/>
                </a:lnTo>
                <a:cubicBezTo>
                  <a:pt x="1482672" y="71976"/>
                  <a:pt x="1600441" y="140745"/>
                  <a:pt x="1759358" y="192939"/>
                </a:cubicBezTo>
                <a:lnTo>
                  <a:pt x="1828113" y="213380"/>
                </a:lnTo>
                <a:lnTo>
                  <a:pt x="1828113" y="231180"/>
                </a:lnTo>
                <a:lnTo>
                  <a:pt x="0" y="231180"/>
                </a:lnTo>
                <a:lnTo>
                  <a:pt x="0" y="225472"/>
                </a:lnTo>
                <a:lnTo>
                  <a:pt x="13541" y="223922"/>
                </a:lnTo>
                <a:cubicBezTo>
                  <a:pt x="64489" y="216422"/>
                  <a:pt x="119667" y="205051"/>
                  <a:pt x="176698" y="189794"/>
                </a:cubicBezTo>
                <a:cubicBezTo>
                  <a:pt x="347792" y="144024"/>
                  <a:pt x="486974" y="76285"/>
                  <a:pt x="538825" y="18938"/>
                </a:cubicBezTo>
                <a:lnTo>
                  <a:pt x="551419" y="0"/>
                </a:lnTo>
                <a:close/>
              </a:path>
            </a:pathLst>
          </a:custGeom>
          <a:gradFill flip="none" rotWithShape="1">
            <a:gsLst>
              <a:gs pos="100000">
                <a:srgbClr val="846BDF"/>
              </a:gs>
              <a:gs pos="53000">
                <a:srgbClr val="C3B7EF"/>
              </a:gs>
              <a:gs pos="0">
                <a:srgbClr val="E5E0F8">
                  <a:alpha val="79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47" name="组合 1246">
            <a:extLst>
              <a:ext uri="{FF2B5EF4-FFF2-40B4-BE49-F238E27FC236}">
                <a16:creationId xmlns:a16="http://schemas.microsoft.com/office/drawing/2014/main" id="{654C351F-3807-2A13-D8E7-EA517A2767BB}"/>
              </a:ext>
            </a:extLst>
          </p:cNvPr>
          <p:cNvGrpSpPr/>
          <p:nvPr/>
        </p:nvGrpSpPr>
        <p:grpSpPr>
          <a:xfrm>
            <a:off x="2945044" y="4886025"/>
            <a:ext cx="1593792" cy="1046833"/>
            <a:chOff x="-118557" y="4339881"/>
            <a:chExt cx="1774288" cy="1046833"/>
          </a:xfrm>
        </p:grpSpPr>
        <p:sp>
          <p:nvSpPr>
            <p:cNvPr id="1246" name="圆柱体 1245">
              <a:extLst>
                <a:ext uri="{FF2B5EF4-FFF2-40B4-BE49-F238E27FC236}">
                  <a16:creationId xmlns:a16="http://schemas.microsoft.com/office/drawing/2014/main" id="{F4E74417-094C-63CE-15C6-B02E0C4967E3}"/>
                </a:ext>
              </a:extLst>
            </p:cNvPr>
            <p:cNvSpPr/>
            <p:nvPr/>
          </p:nvSpPr>
          <p:spPr>
            <a:xfrm>
              <a:off x="-118557" y="4987998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45" name="圆柱体 1244">
              <a:extLst>
                <a:ext uri="{FF2B5EF4-FFF2-40B4-BE49-F238E27FC236}">
                  <a16:creationId xmlns:a16="http://schemas.microsoft.com/office/drawing/2014/main" id="{337EB158-612A-C17D-AAD4-B378E7F17B10}"/>
                </a:ext>
              </a:extLst>
            </p:cNvPr>
            <p:cNvSpPr/>
            <p:nvPr/>
          </p:nvSpPr>
          <p:spPr>
            <a:xfrm>
              <a:off x="-118557" y="4671062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Replay buffer</a:t>
              </a:r>
            </a:p>
          </p:txBody>
        </p:sp>
        <p:sp>
          <p:nvSpPr>
            <p:cNvPr id="28" name="圆柱体 27">
              <a:extLst>
                <a:ext uri="{FF2B5EF4-FFF2-40B4-BE49-F238E27FC236}">
                  <a16:creationId xmlns:a16="http://schemas.microsoft.com/office/drawing/2014/main" id="{6B62B126-4586-096E-B821-33F74A13D316}"/>
                </a:ext>
              </a:extLst>
            </p:cNvPr>
            <p:cNvSpPr/>
            <p:nvPr/>
          </p:nvSpPr>
          <p:spPr>
            <a:xfrm>
              <a:off x="-118557" y="4339881"/>
              <a:ext cx="1774288" cy="398716"/>
            </a:xfrm>
            <a:prstGeom prst="can">
              <a:avLst>
                <a:gd name="adj" fmla="val 36538"/>
              </a:avLst>
            </a:prstGeom>
            <a:solidFill>
              <a:srgbClr val="BB6B57">
                <a:alpha val="86000"/>
              </a:srgbClr>
            </a:solidFill>
            <a:ln w="19050">
              <a:solidFill>
                <a:srgbClr val="912F2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8" name="矩形 1247">
                <a:extLst>
                  <a:ext uri="{FF2B5EF4-FFF2-40B4-BE49-F238E27FC236}">
                    <a16:creationId xmlns:a16="http://schemas.microsoft.com/office/drawing/2014/main" id="{6FF657E8-DC8D-F1F3-CABD-8DBE3DC1D71B}"/>
                  </a:ext>
                </a:extLst>
              </p:cNvPr>
              <p:cNvSpPr/>
              <p:nvPr/>
            </p:nvSpPr>
            <p:spPr>
              <a:xfrm>
                <a:off x="1308293" y="5347035"/>
                <a:ext cx="1577819" cy="32878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</a:t>
                </a:r>
                <a:endPara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48" name="矩形 1247">
                <a:extLst>
                  <a:ext uri="{FF2B5EF4-FFF2-40B4-BE49-F238E27FC236}">
                    <a16:creationId xmlns:a16="http://schemas.microsoft.com/office/drawing/2014/main" id="{39CBBC25-F0B8-483E-A821-05248AFA6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293" y="5347035"/>
                <a:ext cx="1577819" cy="328784"/>
              </a:xfrm>
              <a:prstGeom prst="rect">
                <a:avLst/>
              </a:prstGeom>
              <a:blipFill>
                <a:blip r:embed="rId48"/>
                <a:stretch>
                  <a:fillRect b="-1228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" name="文本框 1248">
                <a:extLst>
                  <a:ext uri="{FF2B5EF4-FFF2-40B4-BE49-F238E27FC236}">
                    <a16:creationId xmlns:a16="http://schemas.microsoft.com/office/drawing/2014/main" id="{469AA126-EB25-66FB-2A13-C5626C118E22}"/>
                  </a:ext>
                </a:extLst>
              </p:cNvPr>
              <p:cNvSpPr txBox="1"/>
              <p:nvPr/>
            </p:nvSpPr>
            <p:spPr>
              <a:xfrm>
                <a:off x="1262477" y="3795527"/>
                <a:ext cx="6817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249" name="文本框 1248">
                <a:extLst>
                  <a:ext uri="{FF2B5EF4-FFF2-40B4-BE49-F238E27FC236}">
                    <a16:creationId xmlns:a16="http://schemas.microsoft.com/office/drawing/2014/main" id="{49CEE023-1E1F-4374-A28B-168E2F394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477" y="3795527"/>
                <a:ext cx="681742" cy="307777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1" name="直接箭头连接符 1250">
            <a:extLst>
              <a:ext uri="{FF2B5EF4-FFF2-40B4-BE49-F238E27FC236}">
                <a16:creationId xmlns:a16="http://schemas.microsoft.com/office/drawing/2014/main" id="{F39DE830-E85C-17FE-A7D9-4D2F6D23F57F}"/>
              </a:ext>
            </a:extLst>
          </p:cNvPr>
          <p:cNvCxnSpPr/>
          <p:nvPr/>
        </p:nvCxnSpPr>
        <p:spPr>
          <a:xfrm>
            <a:off x="1960120" y="3070267"/>
            <a:ext cx="0" cy="22511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3" name="直接连接符 1252">
            <a:extLst>
              <a:ext uri="{FF2B5EF4-FFF2-40B4-BE49-F238E27FC236}">
                <a16:creationId xmlns:a16="http://schemas.microsoft.com/office/drawing/2014/main" id="{1029DF52-6CD2-8257-CA88-394B394B4099}"/>
              </a:ext>
            </a:extLst>
          </p:cNvPr>
          <p:cNvCxnSpPr/>
          <p:nvPr/>
        </p:nvCxnSpPr>
        <p:spPr>
          <a:xfrm>
            <a:off x="2643416" y="3063590"/>
            <a:ext cx="7301" cy="11224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5" name="直接箭头连接符 1254">
            <a:extLst>
              <a:ext uri="{FF2B5EF4-FFF2-40B4-BE49-F238E27FC236}">
                <a16:creationId xmlns:a16="http://schemas.microsoft.com/office/drawing/2014/main" id="{93FF1AD0-D035-75C6-E961-CC34033CDCBD}"/>
              </a:ext>
            </a:extLst>
          </p:cNvPr>
          <p:cNvCxnSpPr/>
          <p:nvPr/>
        </p:nvCxnSpPr>
        <p:spPr>
          <a:xfrm>
            <a:off x="2631716" y="4699347"/>
            <a:ext cx="0" cy="6359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3" name="直接连接符 1272">
            <a:extLst>
              <a:ext uri="{FF2B5EF4-FFF2-40B4-BE49-F238E27FC236}">
                <a16:creationId xmlns:a16="http://schemas.microsoft.com/office/drawing/2014/main" id="{87EC7805-2079-2E32-0A30-332226348F84}"/>
              </a:ext>
            </a:extLst>
          </p:cNvPr>
          <p:cNvCxnSpPr/>
          <p:nvPr/>
        </p:nvCxnSpPr>
        <p:spPr>
          <a:xfrm flipV="1">
            <a:off x="4624253" y="5841196"/>
            <a:ext cx="1480262" cy="9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1" name="直接连接符 1290">
            <a:extLst>
              <a:ext uri="{FF2B5EF4-FFF2-40B4-BE49-F238E27FC236}">
                <a16:creationId xmlns:a16="http://schemas.microsoft.com/office/drawing/2014/main" id="{10DAD0D4-25F2-0855-2643-53C4980D386B}"/>
              </a:ext>
            </a:extLst>
          </p:cNvPr>
          <p:cNvCxnSpPr>
            <a:cxnSpLocks/>
          </p:cNvCxnSpPr>
          <p:nvPr/>
        </p:nvCxnSpPr>
        <p:spPr>
          <a:xfrm>
            <a:off x="5130628" y="3782003"/>
            <a:ext cx="0" cy="4188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6" name="连接符: 肘形 1295">
            <a:extLst>
              <a:ext uri="{FF2B5EF4-FFF2-40B4-BE49-F238E27FC236}">
                <a16:creationId xmlns:a16="http://schemas.microsoft.com/office/drawing/2014/main" id="{C3FDFA67-6F91-CD6B-C52A-0795A61E258F}"/>
              </a:ext>
            </a:extLst>
          </p:cNvPr>
          <p:cNvCxnSpPr>
            <a:stCxn id="2" idx="3"/>
          </p:cNvCxnSpPr>
          <p:nvPr/>
        </p:nvCxnSpPr>
        <p:spPr>
          <a:xfrm flipV="1">
            <a:off x="5580216" y="2731536"/>
            <a:ext cx="678753" cy="6917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0" name="连接符: 肘形 1299">
            <a:extLst>
              <a:ext uri="{FF2B5EF4-FFF2-40B4-BE49-F238E27FC236}">
                <a16:creationId xmlns:a16="http://schemas.microsoft.com/office/drawing/2014/main" id="{F3CAC9C5-E33F-F662-7662-0B813762577F}"/>
              </a:ext>
            </a:extLst>
          </p:cNvPr>
          <p:cNvCxnSpPr>
            <a:cxnSpLocks/>
          </p:cNvCxnSpPr>
          <p:nvPr/>
        </p:nvCxnSpPr>
        <p:spPr>
          <a:xfrm flipV="1">
            <a:off x="4624253" y="3043791"/>
            <a:ext cx="1634716" cy="505208"/>
          </a:xfrm>
          <a:prstGeom prst="bentConnector3">
            <a:avLst>
              <a:gd name="adj1" fmla="val -11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5" name="连接符: 肘形 1304">
            <a:extLst>
              <a:ext uri="{FF2B5EF4-FFF2-40B4-BE49-F238E27FC236}">
                <a16:creationId xmlns:a16="http://schemas.microsoft.com/office/drawing/2014/main" id="{9C23968A-88C3-7445-ABFD-7CB0C1BE7407}"/>
              </a:ext>
            </a:extLst>
          </p:cNvPr>
          <p:cNvCxnSpPr>
            <a:stCxn id="1248" idx="2"/>
            <a:endCxn id="1246" idx="3"/>
          </p:cNvCxnSpPr>
          <p:nvPr/>
        </p:nvCxnSpPr>
        <p:spPr>
          <a:xfrm rot="16200000" flipH="1">
            <a:off x="2791052" y="4981969"/>
            <a:ext cx="257039" cy="1644737"/>
          </a:xfrm>
          <a:prstGeom prst="bentConnector3">
            <a:avLst>
              <a:gd name="adj1" fmla="val 17411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762530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Q2ODMxMDVjN2FlOWJkN2JkNGFlNzZkY2E2NGY3ZmYifQ=="/>
  <p:tag name="KSO_WPP_MARK_KEY" val="63ba60a8-58f6-484c-a737-b4c22ed05e82"/>
  <p:tag name="OPCH-42EEB45E11197DFF54F341B501FBFFDB6EFE615E0CB0C1F03608C5C6D7F7E26F" val="[{&quot;GradientColorId&quot;:&quot;&quot;,&quot;IsFree&quot;:true,&quot;IsGradient&quot;:false,&quot;ImagePath&quot;:&quot;&quot;,&quot;GradientColor&quot;:null,&quot;SimpleColor&quot;:&quot;#FF000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33150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260,&quot;width&quot;:1216}"/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260,&quot;width&quot;:1216}"/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260,&quot;width&quot;:1216}"/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33150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33150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33150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260,&quot;width&quot;:1216}"/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260,&quot;width&quot;:1216}"/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260,&quot;width&quot;:1216}"/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6492</TotalTime>
  <Words>350</Words>
  <Application>Microsoft Office PowerPoint</Application>
  <PresentationFormat>宽屏</PresentationFormat>
  <Paragraphs>132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Kevinboll</dc:creator>
  <cp:lastModifiedBy>EC M</cp:lastModifiedBy>
  <cp:revision>151</cp:revision>
  <dcterms:created xsi:type="dcterms:W3CDTF">2022-11-11T04:51:00Z</dcterms:created>
  <dcterms:modified xsi:type="dcterms:W3CDTF">2026-07-16T05:57:05Z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1191C6934A4743AE9370C8BCC699093E</vt:lpwstr>
  </property>
  <property fmtid="{D5CDD505-2E9C-101B-9397-08002B2CF9AE}" pid="3" name="KSOProductBuildVer">
    <vt:lpwstr>2052-11.1.0.14309</vt:lpwstr>
  </property>
</Properties>
</file>